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notesSlides/notesSlide5.xml" ContentType="application/vnd.openxmlformats-officedocument.presentationml.notesSlide+xml"/>
  <Override PartName="/ppt/ink/ink245.xml" ContentType="application/inkml+xml"/>
  <Override PartName="/ppt/notesSlides/notesSlide6.xml" ContentType="application/vnd.openxmlformats-officedocument.presentationml.notesSlide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251.xml" ContentType="application/inkml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256" r:id="rId2"/>
    <p:sldId id="257" r:id="rId3"/>
    <p:sldId id="280" r:id="rId4"/>
    <p:sldId id="2147479365" r:id="rId5"/>
    <p:sldId id="259" r:id="rId6"/>
    <p:sldId id="274" r:id="rId7"/>
    <p:sldId id="268" r:id="rId8"/>
    <p:sldId id="270" r:id="rId9"/>
    <p:sldId id="2147479355" r:id="rId10"/>
    <p:sldId id="273" r:id="rId11"/>
    <p:sldId id="272" r:id="rId12"/>
    <p:sldId id="271" r:id="rId13"/>
    <p:sldId id="275" r:id="rId14"/>
    <p:sldId id="261" r:id="rId15"/>
    <p:sldId id="277" r:id="rId16"/>
    <p:sldId id="2147479356" r:id="rId17"/>
    <p:sldId id="2147479357" r:id="rId18"/>
    <p:sldId id="2147479358" r:id="rId19"/>
    <p:sldId id="265" r:id="rId20"/>
    <p:sldId id="278" r:id="rId21"/>
    <p:sldId id="2147479363" r:id="rId22"/>
    <p:sldId id="2147479364" r:id="rId23"/>
    <p:sldId id="2147479361" r:id="rId24"/>
    <p:sldId id="2147479360" r:id="rId25"/>
    <p:sldId id="264" r:id="rId26"/>
    <p:sldId id="276" r:id="rId27"/>
    <p:sldId id="2147479380" r:id="rId28"/>
    <p:sldId id="2147479378" r:id="rId29"/>
    <p:sldId id="2147479381" r:id="rId30"/>
    <p:sldId id="2147479382" r:id="rId31"/>
    <p:sldId id="2147479379" r:id="rId32"/>
    <p:sldId id="2147479368" r:id="rId33"/>
    <p:sldId id="2147479370" r:id="rId34"/>
    <p:sldId id="2147479371" r:id="rId35"/>
    <p:sldId id="2147479369" r:id="rId36"/>
    <p:sldId id="2147479375" r:id="rId37"/>
    <p:sldId id="2147479372" r:id="rId38"/>
    <p:sldId id="2147479376" r:id="rId39"/>
    <p:sldId id="2147479374" r:id="rId40"/>
    <p:sldId id="2147479373" r:id="rId41"/>
    <p:sldId id="2147479384" r:id="rId42"/>
    <p:sldId id="2147479383" r:id="rId43"/>
    <p:sldId id="2147479385" r:id="rId44"/>
    <p:sldId id="2147479386" r:id="rId45"/>
    <p:sldId id="2147479387" r:id="rId46"/>
    <p:sldId id="2147479392" r:id="rId47"/>
    <p:sldId id="2147479388" r:id="rId48"/>
    <p:sldId id="2147479389" r:id="rId49"/>
    <p:sldId id="2147479391" r:id="rId50"/>
    <p:sldId id="2147479390" r:id="rId51"/>
    <p:sldId id="2147479394" r:id="rId52"/>
    <p:sldId id="2147479397" r:id="rId53"/>
    <p:sldId id="2147479393" r:id="rId54"/>
    <p:sldId id="2147479395" r:id="rId55"/>
    <p:sldId id="2147479398" r:id="rId56"/>
    <p:sldId id="2147479399" r:id="rId57"/>
    <p:sldId id="2147479400" r:id="rId58"/>
    <p:sldId id="2147479401" r:id="rId59"/>
    <p:sldId id="2147479402" r:id="rId60"/>
    <p:sldId id="2147479367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8BFCE8F-8FBD-4B8A-B614-8BA1A8E8029B}">
          <p14:sldIdLst>
            <p14:sldId id="256"/>
            <p14:sldId id="257"/>
            <p14:sldId id="280"/>
            <p14:sldId id="2147479365"/>
            <p14:sldId id="259"/>
            <p14:sldId id="274"/>
            <p14:sldId id="268"/>
            <p14:sldId id="270"/>
            <p14:sldId id="2147479355"/>
            <p14:sldId id="273"/>
            <p14:sldId id="272"/>
            <p14:sldId id="271"/>
            <p14:sldId id="275"/>
          </p14:sldIdLst>
        </p14:section>
        <p14:section name="AI Tools Lecture 2" id="{BA20B0AE-1877-4723-B35D-EABED2CB8F73}">
          <p14:sldIdLst>
            <p14:sldId id="261"/>
            <p14:sldId id="277"/>
            <p14:sldId id="2147479356"/>
            <p14:sldId id="2147479357"/>
            <p14:sldId id="2147479358"/>
            <p14:sldId id="265"/>
            <p14:sldId id="278"/>
            <p14:sldId id="2147479363"/>
            <p14:sldId id="2147479364"/>
            <p14:sldId id="2147479361"/>
            <p14:sldId id="2147479360"/>
            <p14:sldId id="264"/>
            <p14:sldId id="276"/>
            <p14:sldId id="2147479380"/>
            <p14:sldId id="2147479378"/>
            <p14:sldId id="2147479381"/>
            <p14:sldId id="2147479382"/>
            <p14:sldId id="2147479379"/>
            <p14:sldId id="2147479368"/>
            <p14:sldId id="2147479370"/>
            <p14:sldId id="2147479371"/>
            <p14:sldId id="2147479369"/>
            <p14:sldId id="2147479375"/>
            <p14:sldId id="2147479372"/>
            <p14:sldId id="2147479376"/>
            <p14:sldId id="2147479374"/>
            <p14:sldId id="2147479373"/>
            <p14:sldId id="2147479384"/>
            <p14:sldId id="2147479383"/>
            <p14:sldId id="2147479385"/>
            <p14:sldId id="2147479386"/>
            <p14:sldId id="2147479387"/>
            <p14:sldId id="2147479392"/>
            <p14:sldId id="2147479388"/>
            <p14:sldId id="2147479389"/>
            <p14:sldId id="2147479391"/>
            <p14:sldId id="2147479390"/>
            <p14:sldId id="2147479394"/>
            <p14:sldId id="2147479397"/>
            <p14:sldId id="2147479393"/>
            <p14:sldId id="2147479395"/>
            <p14:sldId id="2147479398"/>
            <p14:sldId id="2147479399"/>
            <p14:sldId id="2147479400"/>
            <p14:sldId id="2147479401"/>
            <p14:sldId id="2147479402"/>
            <p14:sldId id="2147479367"/>
          </p14:sldIdLst>
        </p14:section>
        <p14:section name="Untitled Section" id="{EF39F5A1-58CD-4B93-AEA4-A8FE867FB96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9CC3F5E-23F2-0C78-72A9-E67A853CD4A1}" name="Huseyin Yildiz" initials="HY" userId="S::hyildiz@microsoft.com::60a6e329-4212-40a8-9c79-17f717e8df1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85D138-DBB3-4954-9E40-BF5D2BF99194}" v="237" dt="2025-04-04T20:00:59.1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86441" autoAdjust="0"/>
  </p:normalViewPr>
  <p:slideViewPr>
    <p:cSldViewPr snapToGrid="0">
      <p:cViewPr varScale="1">
        <p:scale>
          <a:sx n="106" d="100"/>
          <a:sy n="106" d="100"/>
        </p:scale>
        <p:origin x="67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handoutMaster" Target="handoutMasters/handoutMaster1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69" Type="http://schemas.microsoft.com/office/2018/10/relationships/authors" Target="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94466C-AA3F-5551-0490-9F54927E9C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54C665-594F-01FD-6436-5B13A53868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9085C4-EC0A-444E-908E-980A21DB421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8037CC-4A6A-0FCE-6685-FE47AF198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58109-6A4D-BE63-99BD-29DE2B234C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EF3B7-1032-4DE8-BFD8-C16AB4EDC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7908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4:04.9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 35 9474 0 0,'-9'0'2705'0'0,"9"-2"-2593"0"0,-2 1-112 0 0,4-2 72 0 0,5-20-592 0 0,-4 20 207 0 0,2 0-31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4:05.0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 9474 0 0,'4'0'840'0'0,"3"-2"-96"0"0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4:05.3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12 14027 0 0,'14'-1'1248'0'0,"0"-1"-1000"0"0,4 1-248 0 0,-1-1 0 0 0,-4 1 0 0 0,-4 2 0 0 0,0-2 0 0 0,1 1 0 0 0,8-2 0 0 0,9-1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4:05.4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37 13995 0 0,'77'-10'1496'0'0,"-21"-2"-1426"0"0,-37 7-73 0 0,20-2 0 0 0,-17 5 3 0 0,0 1 0 0 0,-1 1 0 0 0,43 6 0 0 0,64 10 0 0 0,-112-14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4:05.6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14027 0 0,'174'2'1496'0'0,"-164"-2"-1496"0"0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4:05.8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14027 0 0,'6'2'1496'0'0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4:05.9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 13 14027 0 0,'6'-2'1248'0'0,"0"-1"-1000"0"0,0 0-248 0 0,0 1 0 0 0,-1 1 0 0 0,-2-1 0 0 0</inkml:trace>
  <inkml:trace contextRef="#ctx0" brushRef="#br0" timeOffset="1">50 0 14083 0 0,'-8'3'1248'0'0,"0"2"-992"0"0,-4 0-256 0 0,1 0 0 0 0,5-2 80 0 0,2 0-80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4:06.1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1342 87 14483 0 0,'-346'-52'1342'0'0,"219"44"-1464"0"0,-85-9-78 0 0,150 11 196 0 0,-1 2 0 0 0,-108 8 0 0 0,-37 4 7 0 0,96-6-59 0 0,72-1 45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4:06.2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569 1 13827 0 0,'-39'9'1224'0'0,"-10"1"-976"0"0</inkml:trace>
  <inkml:trace contextRef="#ctx0" brushRef="#br0" timeOffset="1">395 22 13939 0 0,'-7'-2'1240'0'0,"-234"2"-992"0"0,191 0-248 0 0,43 0 64 0 0,5 0-64 0 0,-2 0 0 0 0,-5 0 0 0 0,-3 0 0 0 0,-3 0 64 0 0,0-1-64 0 0,2 1 0 0 0,2 1 0 0 0,3-1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4:06.4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13883 0 0,'4'3'1232'0'0,"9"6"-984"0"0,-10-8-248 0 0,-4-1 0 0 0,2 2 0 0 0</inkml:trace>
  <inkml:trace contextRef="#ctx0" brushRef="#br0" timeOffset="1">498 43 13827 0 0,'32'-3'1224'0'0,"56"0"-976"0"0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4:06.5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45 13827 0 0,'19'0'1224'0'0,"42"-2"-976"0"0</inkml:trace>
  <inkml:trace contextRef="#ctx0" brushRef="#br0" timeOffset="1">618 16 13883 0 0,'10'-3'1232'0'0,"-2"0"-984"0"0,1 0-248 0 0,-3 0 0 0 0,-2 1 64 0 0,-2 1-64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4:06.7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1796 8 14227 0 0,'-7'-2'725'0'0,"3"1"-629"0"0,0 0-1 0 0,-1 0 1 0 0,0 0-1 0 0,1 0 0 0 0,-1 1 1 0 0,0 0-1 0 0,1 0 1 0 0,-8 1-1 0 0,-336 17-95 0 0,247-17 0 0 0,-68 10 0 0 0,-24 0 0 0 0,94-12 0 0 0,-138 4 0 0 0,169 5-1 0 0,-45 3 56 0 0,-121-16-45 0 0,140 1-10 0 0,80 4 0 0 0,7-1 0 0 0,-1 1 0 0 0,1 0 0 0 0,-1 0 0 0 0,1 1 0 0 0,-1-1 0 0 0,1 2 0 0 0,-11 2 0 0 0,18-4 0 0 0,0 0 0 0 0,0 0 0 0 0,0 0-1 0 0,0 0 1 0 0,0 0 0 0 0,0 0-1 0 0,1 0 1 0 0,-1 0 0 0 0,0 0-1 0 0,0 0 1 0 0,0 0 0 0 0,0 0 0 0 0,0 0-1 0 0,0 0 1 0 0,0 0 0 0 0,0 0-1 0 0,0 0 1 0 0,0 0 0 0 0,0 0 0 0 0,1 0-1 0 0,-1 0 1 0 0,0 0 0 0 0,0 0-1 0 0,0 0 1 0 0,0 0 0 0 0,0 0 0 0 0,0 0-1 0 0,0 0 1 0 0,0 0 0 0 0,0 0-1 0 0,0 0 1 0 0,0 0 0 0 0,0 1-1 0 0,0-1 1 0 0,0 0 0 0 0,0 0 0 0 0,0 0-1 0 0,0 0 1 0 0,1 0 0 0 0,-1 0-1 0 0,0 0 1 0 0,0 0 0 0 0,0 0 0 0 0,0 0-1 0 0,0 0 1 0 0,0 0 0 0 0,0 1-1 0 0,0-1 1 0 0,0 0 0 0 0,0 0-1 0 0,0 0 1 0 0,0 0 0 0 0,0 0 0 0 0,0 0-1 0 0,0 0 1 0 0,-1 0 0 0 0,1 0-1 0 0,0 0 1 0 0,0 0 0 0 0,0 0 0 0 0,0 1-1 0 0,0-1 1 0 0,0 0 0 0 0,0 0-1 0 0,7 1-78 0 0,1-1 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4:13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5 9474 0 0,'0'-1'840'0'0,"-2"-1"-672"0"0,1 2-168 0 0,-1 0 0 0 0,2-1 904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08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34 2304 0 0,'6'-13'7066'0'0,"-4"11"-6346"0"0,0-2-216 0 0,0 0-48 0 0,0-1-8 0 0,0 2-87 0 0,-1 1-17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09.1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 14627 0 0,'0'-2'141'0'0,"0"0"-1"0"0,0 0 1 0 0,1 0-1 0 0,-1 0 1 0 0,1 0-1 0 0,-1 0 1 0 0,1 0 0 0 0,0 0-1 0 0,0 0 1 0 0,-1 0-1 0 0,2 1 1 0 0,-1-1-1 0 0,0 0 1 0 0,0 0-1 0 0,0 1 1 0 0,1-1-1 0 0,-1 1 1 0 0,1-1 0 0 0,-1 1-1 0 0,1 0 1 0 0,0 0-1 0 0,3-2 1 0 0,3-2 143 0 0,1 1 1 0 0,0 1-1 0 0,16-5 1 0 0,-5 1 220 0 0,-11 4-437 0 0,0 0 0 0 0,0 1 0 0 0,1 0-1 0 0,-1 0 1 0 0,1 1 0 0 0,-1 0 0 0 0,1 0 0 0 0,-1 1 0 0 0,1 1 0 0 0,0 0 0 0 0,-1 0 0 0 0,14 4 0 0 0,-18-3-60 0 0,-1 0 0 0 0,0 0 0 0 0,0 1 0 0 0,0 0 0 0 0,0 0 0 0 0,0 0 1 0 0,0 0-1 0 0,-1 0 0 0 0,1 1 0 0 0,-1 0 0 0 0,3 4 0 0 0,-1-1 11 0 0,0 0 1 0 0,-1 0-1 0 0,0 1 0 0 0,0 0 1 0 0,4 12-1 0 0,-8-18-1 0 0,1 0 0 0 0,-1 1 0 0 0,0-1 0 0 0,0 0 0 0 0,0 0 0 0 0,0 0 0 0 0,0 5 0 0 0,-1-1 51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09.3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0 19380 0 0,'-13'13'1729'0'0,"-6"9"-1385"0"0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09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1 19068 0 0,'-2'1'179'0'0,"-1"0"0"0"0,1 0 0 0 0,0 0 0 0 0,0 1 0 0 0,0-1 0 0 0,0 1 0 0 0,0 0 0 0 0,0 0 0 0 0,0-1 0 0 0,-3 5 0 0 0,-3 3-62 0 0,1-2-209 0 0,-1-1 1 0 0,0 0-1 0 0,-1 0 1 0 0,1-1-1 0 0,-12 5 0 0 0,22-11 56 0 0,12 0-64 0 0,9 5 53 0 0,-16-2 35 0 0,0 0 0 0 0,0-1 0 0 0,1 0 0 0 0,-1-1 0 0 0,0 0 0 0 0,0 0-1 0 0,9-1 1 0 0,14-5 17 0 0,132-20 54 0 0,-132 23-59 0 0,1 1 0 0 0,-1 2 0 0 0,38 4 0 0 0,-66-3 11 0 0,0-1-1 0 0,1 1 1 0 0,-1 0 0 0 0,0 0-1 0 0,0 0 1 0 0,0 1-1 0 0,2 1 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0.1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10018 0 0,'1'-1'896'0'0,"0"0"-720"0"0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0.3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 0 15779 0 0,'-7'2'160'0'0,"1"1"-1"0"0,-1-1 0 0 0,1 1 1 0 0,0 0-1 0 0,0 0 0 0 0,0 1 1 0 0,1 0-1 0 0,-1 0 0 0 0,1 0 0 0 0,-8 9 1 0 0,3-2-160 0 0,1 0 0 0 0,1 1 0 0 0,-15 25 0 0 0,-14 43 0 0 0,37-79 0 0 0,13-36-280 0 0,-1 14-119 0 0,-5 10 78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0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 12819 0 0,'17'-9'1136'0'0,"9"-4"-912"0"0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1.1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 19 12299 0 0,'-11'0'4996'0'0,"10"-1"-4769"0"0,-15-8-150 0 0,5 3 77 0 0,10 6-135 0 0,-1-1-1 0 0,1 1 1 0 0,-1-1-1 0 0,1 1 1 0 0,-1 0-1 0 0,1 0 1 0 0,-1-1-1 0 0,1 1 1 0 0,-1 0-1 0 0,0 0 1 0 0,1 1-1 0 0,-1-1 1 0 0,1 0-1 0 0,-1 0 1 0 0,1 1-1 0 0,-1-1 1 0 0,1 1-1 0 0,-1 0 1 0 0,1-1-1 0 0,0 1 1 0 0,-1 0-1 0 0,1 0 1 0 0,0 0 0 0 0,-1 0-1 0 0,0 1 1 0 0,-1 0 19 0 0,1 1 1 0 0,1-1 0 0 0,-1 1 0 0 0,0 0-1 0 0,0-1 1 0 0,1 1 0 0 0,0 0 0 0 0,-1 0 0 0 0,1 0-1 0 0,0 0 1 0 0,0 4 0 0 0,0-2-39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1.2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0 16788 0 0,'-2'19'185'0'0,"2"-1"1"0"0,0 1 0 0 0,1-1-1 0 0,1 1 1 0 0,0-1-1 0 0,2 0 1 0 0,0 0 0 0 0,1 0-1 0 0,8 19 1 0 0,-12-35-178 0 0,0 1 0 0 0,0 0 1 0 0,1 0-1 0 0,-1-1 0 0 0,1 1 0 0 0,0-1 0 0 0,0 1 1 0 0,0-1-1 0 0,0 0 0 0 0,0 0 0 0 0,0 0 0 0 0,1 0 0 0 0,4 3 1 0 0,-6-4-4 0 0,1 0 0 0 0,0-1 0 0 0,-1 1 1 0 0,1-1-1 0 0,0 0 0 0 0,0 1 0 0 0,-1-1 0 0 0,1 0 1 0 0,0 0-1 0 0,0 0 0 0 0,-1 0 0 0 0,1 0 1 0 0,0 0-1 0 0,0-1 0 0 0,0 1 0 0 0,-1 0 1 0 0,1-1-1 0 0,0 0 0 0 0,-1 1 0 0 0,1-1 0 0 0,-1 0 1 0 0,1 0-1 0 0,-1 0 0 0 0,3-1 0 0 0,11-11 148 0 0,-1 0-1 0 0,-1 0 0 0 0,0-1 1 0 0,0-1-1 0 0,-2 0 1 0 0,11-18-1 0 0,25-31 91 0 0,-40 56-200 0 0,-3 0-33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1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 32 19236 0 0,'-8'-9'960'0'0,"6"6"-794"0"0,0 1-1 0 0,0-1 1 0 0,-1 1 0 0 0,1-1 0 0 0,-1 1 0 0 0,-4-3 0 0 0,6 4-171 0 0,0 1 1 0 0,0 0-1 0 0,0-1 1 0 0,0 1-1 0 0,0 0 1 0 0,0-1-1 0 0,0 1 1 0 0,0 0-1 0 0,0 0 1 0 0,0 0-1 0 0,0 0 1 0 0,0 0-1 0 0,-1 0 1 0 0,1 0 0 0 0,0 1-1 0 0,0-1 1 0 0,0 0-1 0 0,0 1 1 0 0,0-1-1 0 0,0 0 1 0 0,0 1-1 0 0,0-1 1 0 0,0 1-1 0 0,0-1 1 0 0,1 1-1 0 0,-1 0 1 0 0,-2 1-1 0 0,-2 3-42 0 0,0 0 0 0 0,0 0-1 0 0,-5 7 1 0 0,5-6 17 0 0,1-1-28 0 0,0 0-1 0 0,0-1 0 0 0,-1 0 0 0 0,1 0 0 0 0,-1 0 1 0 0,0-1-1 0 0,0 1 0 0 0,0-1 0 0 0,-7 3 0 0 0,6-4-129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1.9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208 37 8842 0 0,'3'-1'489'0'0,"-1"0"1"0"0,0 0-1 0 0,1-1 1 0 0,-1 1-1 0 0,0 0 1 0 0,0-1-1 0 0,0 0 1 0 0,0 1-1 0 0,0-1 1 0 0,0 0-1 0 0,0 0 1 0 0,-1 0 0 0 0,1 0-1 0 0,-1 0 1 0 0,0-1-1 0 0,1 1 1 0 0,-1 0-1 0 0,1-4 1 0 0,-6 9-120 0 0,1 0 1 0 0,-1-1 0 0 0,1 0-1 0 0,-1 0 1 0 0,-4 2 0 0 0,-5 3-275 0 0,-60 26-53 0 0,60-28-35 0 0,-1 0 0 0 0,1 2 1 0 0,0-1-1 0 0,0 1 0 0 0,1 1 1 0 0,0 0-1 0 0,0 1 0 0 0,-11 11 0 0 0,16-13-8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2.1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0 18580 0 0,'-4'11'835'0'0,"3"-7"-634"0"0,0 0 0 0 0,0-1 0 0 0,0 1 0 0 0,1 0-1 0 0,-1 6 1 0 0,1-8-198 0 0,0 0-1 0 0,0-1 1 0 0,1 1-1 0 0,-1 0 1 0 0,1-1-1 0 0,-1 1 1 0 0,1-1-1 0 0,0 1 1 0 0,-1-1-1 0 0,1 1 0 0 0,0-1 1 0 0,0 1-1 0 0,0-1 1 0 0,0 0-1 0 0,0 1 1 0 0,0-1-1 0 0,0 0 1 0 0,1 0-1 0 0,-1 0 1 0 0,0 0-1 0 0,1 0 1 0 0,-1 0-1 0 0,1 0 1 0 0,-1 0-1 0 0,3 0 0 0 0,3 2 9 0 0,-1-1 0 0 0,0 0-1 0 0,1-1 1 0 0,-1 0 0 0 0,8 1-1 0 0,14 1 22 0 0,0-1 0 0 0,0-1 0 0 0,0-2 0 0 0,-1-1 0 0 0,1-1 0 0 0,0-1 0 0 0,27-8 0 0 0,-43 8 33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2.2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 19268 0 0,'16'-2'1712'0'0,"4"-1"-1367"0"0,-18 2-281 0 0,-1 1-64 0 0,0-1 0 0 0,1 0 72 0 0,2 1-72 0 0,2-1 0 0 0,1 1 0 0 0</inkml:trace>
  <inkml:trace contextRef="#ctx0" brushRef="#br0" timeOffset="1">90 15 17164 0 0,'-1'-4'1528'0'0,"-2"-4"-1224"0"0,2 5-240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2.4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3 3681 0 0,'-4'-1'328'0'0,"-1"0"-264"0"0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2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16299 0 0,'0'1'1449'0'0,"-1"-1"-1161"0"0,0 1-224 0 0,0 0-64 0 0,1 0 272 0 0,0 0 48 0 0,0 0 0 0 0,0 1 8 0 0,0 1-208 0 0,0 1-48 0 0</inkml:trace>
  <inkml:trace contextRef="#ctx0" brushRef="#br0" timeOffset="1">1 51 17828 0 0,'0'20'1584'0'0,"0"32"-1264"0"0,-1-44-256 0 0,1-6-64 0 0,0 1 88 0 0,0 7-88 0 0,1 9 96 0 0,-1 10-96 0 0,1 6 80 0 0,1 1-80 0 0,0-5 80 0 0,0-8-80 0 0,-2-5 0 0 0,2-7 0 0 0,-1-3 0 0 0,1-1 0 0 0,-1-4-72 0 0</inkml:trace>
  <inkml:trace contextRef="#ctx0" brushRef="#br0" timeOffset="2">20 366 7858 0 0,'4'-2'704'0'0,"1"-6"-568"0"0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2.7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0 4145 0 0,'-1'2'368'0'0,"-3"-1"-296"0"0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3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224 90 14915 0 0,'-5'-3'207'0'0,"1"1"0"0"0,-1-1 1 0 0,0 1-1 0 0,1-1 0 0 0,0-1 0 0 0,0 1 0 0 0,0-1 0 0 0,0 1 0 0 0,0-1 1 0 0,-5-8-1 0 0,6 7-211 0 0,0 1-1 0 0,-1 0 1 0 0,0 0 0 0 0,0 0 0 0 0,0 0 0 0 0,0 1-1 0 0,-1 0 1 0 0,1 0 0 0 0,-1 0 0 0 0,-7-4 0 0 0,10 7 2 0 0,1-1 1 0 0,-1 1 0 0 0,1-1 0 0 0,-1 1-1 0 0,1 0 1 0 0,-1 0 0 0 0,1 0 0 0 0,-1 0-1 0 0,0 0 1 0 0,1 0 0 0 0,-1 0 0 0 0,1 0-1 0 0,-1 0 1 0 0,1 1 0 0 0,-1-1 0 0 0,1 1-1 0 0,-2 0 1 0 0,-1 1-13 0 0,1 0-1 0 0,0 0 1 0 0,0 1 0 0 0,0-1-1 0 0,-3 4 1 0 0,3-3-51 0 0,1 0 1 0 0,-1-1-1 0 0,0 1 1 0 0,0-1-1 0 0,0 0 1 0 0,-4 2 0 0 0,-20 13 476 0 0,25-16-390 0 0,1 0 0 0 0,0 0 0 0 0,-1 0 0 0 0,1 0 0 0 0,0 0-1 0 0,0 0 1 0 0,0 1 0 0 0,0-1 0 0 0,0 0 0 0 0,0 1 0 0 0,0-1-1 0 0,0 1 1 0 0,1-1 0 0 0,-1 1 0 0 0,1-1 0 0 0,-2 3 0 0 0,3-3-24 0 0,-1 0 0 0 0,0 0 0 0 0,1 0 0 0 0,-1-1 0 0 0,0 1 0 0 0,1 0 0 0 0,-1 0 0 0 0,1-1 0 0 0,-1 1 0 0 0,1 0 0 0 0,0-1 0 0 0,-1 1 0 0 0,1-1 0 0 0,0 1 0 0 0,-1-1 0 0 0,1 1 0 0 0,0-1 0 0 0,-1 1 0 0 0,2-1 0 0 0,18 10-76 0 0,-15-8 60 0 0,8 4 20 0 0,10 4 34 0 0,-1 1 0 0 0,31 21-1 0 0,-46-27-6 0 0,0 0 0 0 0,-1 1 0 0 0,0 0 0 0 0,0 0 0 0 0,0 0 0 0 0,-1 1-1 0 0,1 0 1 0 0,-2 0 0 0 0,1 0 0 0 0,-1 1 0 0 0,4 8 0 0 0,-3-2 33 0 0,0 0 0 0 0,-1 1 0 0 0,-1-1 1 0 0,0 1-1 0 0,-1-1 0 0 0,-1 1 0 0 0,0 0 1 0 0,-1 19-1 0 0,-1-30-55 0 0,0-1 0 0 0,0 1 1 0 0,0-1-1 0 0,0 1 0 0 0,-1-1 0 0 0,1 1 1 0 0,-1-1-1 0 0,0 0 0 0 0,0 0 0 0 0,0 0 1 0 0,-1 0-1 0 0,1 0 0 0 0,-1 0 0 0 0,1-1 1 0 0,-1 1-1 0 0,0-1 0 0 0,-4 3 0 0 0,-1 0 17 0 0,-1 1 1 0 0,0-2-1 0 0,0 1 0 0 0,0-1 0 0 0,-12 3 0 0 0,18-6-15 0 0,0 0 0 0 0,0 0 1 0 0,0 0-1 0 0,0-1 0 0 0,0 0 1 0 0,0 1-1 0 0,0-1 0 0 0,-1-1 1 0 0,1 1-1 0 0,0 0 0 0 0,0-1 1 0 0,0 1-1 0 0,0-1 0 0 0,0 0 1 0 0,0 0-1 0 0,0 0 0 0 0,0 0 1 0 0,1-1-1 0 0,-1 1 0 0 0,0-1 1 0 0,1 0-1 0 0,-1 0 0 0 0,-2-2 1 0 0,2 1-24 0 0,1 0 0 0 0,-1 0 1 0 0,1 0-1 0 0,0 0 1 0 0,0 0-1 0 0,0-1 0 0 0,0 1 1 0 0,0-1-1 0 0,1 0 1 0 0,0 1-1 0 0,-1-1 0 0 0,1 0 1 0 0,1 0-1 0 0,-1 0 0 0 0,1 1 1 0 0,-1-1-1 0 0,1 0 1 0 0,0-4-1 0 0,2-11-37 0 0,0 1 1 0 0,1 1-1 0 0,1-1 0 0 0,1 0 1 0 0,7-17-1 0 0,-8 25 23 0 0,0 0 0 0 0,1 1 0 0 0,0-1 0 0 0,1 1 0 0 0,0 0 0 0 0,0 0 0 0 0,1 1 0 0 0,0 0 0 0 0,15-13 0 0 0,-7 10 28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3.3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 16211 0 0,'28'-5'1441'0'0,"12"0"-1153"0"0,-33 4-224 0 0,-6 1-64 0 0,0 0 0 0 0,4 0 0 0 0,1-2 0 0 0,3 0 0 0 0,1 0 0 0 0,1-1 0 0 0,-3 1 0 0 0,-1-1-160 0 0,-2 1-72 0 0,-2 0-16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3.9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 9850 0 0,'7'-2'7197'0'0,"-7"3"-6991"0"0,24 2 1220 0 0,25 6-1869 0 0,-43-8 440 0 0,-1 0 1 0 0,1 0-1 0 0,-1 1 1 0 0,1 0-1 0 0,-1 0 1 0 0,0 0-1 0 0,0 1 1 0 0,8 4-1 0 0,-8-2-110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4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1 1376 0 0,'-9'14'14176'0'0,"11"-9"-12388"0"0,0-1-1645 0 0,0 0 1 0 0,-1 0-1 0 0,1 0 1 0 0,-1 1 0 0 0,0-1-1 0 0,0 0 1 0 0,0 1-1 0 0,-1-1 1 0 0,0 7 0 0 0,2 2 132 0 0,3 32 396 0 0,-4-28-448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4.9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19956 0 0,'2'41'1777'0'0,"0"25"-1425"0"0,-1-51-280 0 0,-1-13-72 0 0,0 1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5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1 252 17796 0 0,'1'-4'1584'0'0,"2"-10"-1264"0"0,-2 8-256 0 0,-1 2-64 0 0,0 1-1160 0 0,0 0 504 0 0,1-10-8 0 0,-1-8-257 0 0,0-5-47 0 0,0-4-16 0 0,-1 3 0 0 0,1 4 128 0 0,0 4 24 0 0,0 4 7 0 0,0 3 1 0 0,-1 3 824 0 0,1 2 0 0 0</inkml:trace>
  <inkml:trace contextRef="#ctx0" brushRef="#br0" timeOffset="1">7 2 15123 0 0,'2'-2'1345'0'0,"2"3"-57"0"0</inkml:trace>
  <inkml:trace contextRef="#ctx0" brushRef="#br0" timeOffset="2">40 3 18316 0 0,'19'3'1632'0'0,"54"4"-1312"0"0,-62-6-256 0 0,-10-1-64 0 0,0 0 0 0 0,0 0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5.2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79 6537 0 0,'1'-2'320'0'0,"1"-12"-1691"0"0,11-48 9750 0 0,-13 62-8169 0 0,1 4 478 0 0,0 0 1 0 0,0-1-1 0 0,-1 1 0 0 0,1 0 0 0 0,-1 0 1 0 0,0 3-1 0 0,0 4 11 0 0,0-4-375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5.4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19468 0 0,'1'20'1729'0'0,"-1"11"-1377"0"0,0-21-288 0 0,0-7-64 0 0,1 0-969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5.7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194 144 15203 0 0,'0'-3'205'0'0,"-1"1"0"0"0,1-1-1 0 0,-1 1 1 0 0,0 0 0 0 0,0-1 0 0 0,0 1-1 0 0,0 0 1 0 0,0-1 0 0 0,0 1 0 0 0,-3-2-1 0 0,2 0-71 0 0,-7-13-167 0 0,-18-25 0 0 0,23 36 22 0 0,-1 0 1 0 0,0 1-1 0 0,0 0 1 0 0,-1-1-1 0 0,1 2 1 0 0,-1-1-1 0 0,-8-4 1 0 0,12 7 1 0 0,0 1 1 0 0,0 1 0 0 0,-1-1-1 0 0,1 0 1 0 0,-1 0-1 0 0,1 1 1 0 0,-1 0 0 0 0,1-1-1 0 0,-1 1 1 0 0,1 0-1 0 0,-1 0 1 0 0,1 0 0 0 0,-1 1-1 0 0,1-1 1 0 0,-1 0-1 0 0,1 1 1 0 0,0 0 0 0 0,-1 0-1 0 0,1-1 1 0 0,-3 3-1 0 0,2-2 1 0 0,-1 1 0 0 0,1 0-1 0 0,0 0 1 0 0,0 0-1 0 0,0 1 1 0 0,0-1-1 0 0,1 1 1 0 0,-1-1-1 0 0,1 1 1 0 0,-1 0 0 0 0,1 0-1 0 0,-3 6 1 0 0,4-8 5 0 0,1 0 1 0 0,0 0 0 0 0,0 0-1 0 0,0 0 1 0 0,0 0 0 0 0,0 0-1 0 0,0 0 1 0 0,0 0-1 0 0,0 0 1 0 0,0 0 0 0 0,0 0-1 0 0,0 0 1 0 0,1 0 0 0 0,-1 0-1 0 0,0 0 1 0 0,1-1 0 0 0,-1 1-1 0 0,1 0 1 0 0,-1 0 0 0 0,1 0-1 0 0,-1 0 1 0 0,1-1 0 0 0,0 1-1 0 0,-1 0 1 0 0,2 0 0 0 0,23 20-121 0 0,-19-16 111 0 0,19 17-10 0 0,-16-13 2 0 0,21 15 1 0 0,-19-17 20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6.0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183 0 15491 0 0,'76'49'1657'0'0,"-74"-47"-1631"0"0,-1-1 1 0 0,1 0-1 0 0,-1 1 1 0 0,1-1-1 0 0,-1 1 0 0 0,0 0 1 0 0,0-1-1 0 0,1 1 1 0 0,-1 0-1 0 0,-1 0 1 0 0,3 3-1 0 0,7 23-15 0 0,-9-23 18 0 0,1 3-20 0 0,0-1 1 0 0,0 1-1 0 0,-1 0 0 0 0,0 0 0 0 0,0 0 1 0 0,-1 9-1 0 0,-1-14-8 0 0,1 0 0 0 0,0 0 0 0 0,0-1 0 0 0,-1 1 0 0 0,0 0 0 0 0,0 0 0 0 0,1-1 0 0 0,-1 1 0 0 0,-1 0 0 0 0,1-1 0 0 0,0 1 0 0 0,-1-1 0 0 0,1 0 0 0 0,-1 1 0 0 0,0-1 0 0 0,0 0 0 0 0,0 0-1 0 0,0 0 1 0 0,0 0 0 0 0,-4 3 0 0 0,-4-1 15 0 0,1 1-1 0 0,0-2 1 0 0,-1 1-1 0 0,0-1 1 0 0,0 0-1 0 0,-12 1 1 0 0,-64 4 42 0 0,56-6-43 0 0,28-1-15 0 0,-1-1 0 0 0,1 0 0 0 0,-1 0 0 0 0,1 0 0 0 0,-1 0 0 0 0,1 0 0 0 0,-1-1 0 0 0,1 1 0 0 0,-1-1 0 0 0,1 0 0 0 0,-1 1 1 0 0,1-1-1 0 0,0 0 0 0 0,0-1 0 0 0,-1 1 0 0 0,1 0 0 0 0,0-1 0 0 0,0 1 0 0 0,0-1 0 0 0,0 1 0 0 0,0-1 0 0 0,1 0 0 0 0,-1 0 0 0 0,0 0 0 0 0,1 0 0 0 0,-3-4 0 0 0,2 1 17 0 0,1 1-1 0 0,-1 0 0 0 0,1-1 0 0 0,0 1 0 0 0,0-1 0 0 0,1 1 0 0 0,-1-1 0 0 0,1 1 0 0 0,0-1 0 0 0,1 1 0 0 0,-1-1 0 0 0,1 1 0 0 0,-1-1 0 0 0,3-5 1 0 0,-1 3 55 0 0,1 0 1 0 0,-1 1 0 0 0,1-1 0 0 0,1 1 0 0 0,-1 0 0 0 0,1 0-1 0 0,0 0 1 0 0,0 0 0 0 0,1 1 0 0 0,0 0 0 0 0,0 0 0 0 0,0 0 0 0 0,0 0-1 0 0,1 1 1 0 0,0 0 0 0 0,9-5 0 0 0,2 0 1 0 0,1 1-1 0 0,0 1 1 0 0,0 1 0 0 0,36-8 0 0 0,-23 8-60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6.3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3 16420 0 0,'-1'-1'1456'0'0,"-1"0"-1168"0"0,1 0-224 0 0,-1 1-64 0 0,0 0-232 0 0,0 0-56 0 0,1 0-16 0 0,0 0 0 0 0,0 1 672 0 0,-2 1 136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6.4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0 16932 0 0,'-7'114'1861'0'0,"7"-103"-1859"0"0,1 0-1 0 0,0 0 1 0 0,1 0-1 0 0,0 0 1 0 0,1-1-1 0 0,5 15 1 0 0,-6-19-1 0 0,0 0-1 0 0,0 0 1 0 0,1 0-1 0 0,0 0 1 0 0,0 0 0 0 0,1 0-1 0 0,-1-1 1 0 0,6 6 0 0 0,-8-9-4 0 0,1-1 0 0 0,0 1 0 0 0,0 0 0 0 0,0-1 0 0 0,0 1 0 0 0,1-1 0 0 0,-1 0 0 0 0,0 0 0 0 0,0 0 1 0 0,1 0-1 0 0,-1 0 0 0 0,1 0 0 0 0,-1-1 0 0 0,1 1 0 0 0,-1-1 0 0 0,1 1 0 0 0,-1-1 0 0 0,1 0 0 0 0,-1 0 1 0 0,1 0-1 0 0,-1-1 0 0 0,1 1 0 0 0,3-2 0 0 0,5-1-23 0 0,0 0 0 0 0,-1-1-1 0 0,0-1 1 0 0,0 0 0 0 0,0 0 0 0 0,0-1-1 0 0,-1 0 1 0 0,0-1 0 0 0,0 0 0 0 0,-1 0-1 0 0,0-1 1 0 0,0 0 0 0 0,10-14 0 0 0,-2 0-129 0 0,-2-1 1 0 0,0 0 0 0 0,-2 0-1 0 0,16-40 1 0 0,-19 37-91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6.5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386 130 14691 0 0,'-1'-9'228'0'0,"0"1"-1"0"0,0-1 1 0 0,-1 1 0 0 0,-1 0-1 0 0,1 0 1 0 0,-6-11 0 0 0,7 16-156 0 0,-1 1 1 0 0,0 0-1 0 0,1 0 1 0 0,-1 0-1 0 0,0 0 1 0 0,0 0-1 0 0,0 1 1 0 0,0-1 0 0 0,-1 0-1 0 0,1 1 1 0 0,-3-2-1 0 0,-30-12 162 0 0,29 12-147 0 0,-4-1-32 0 0,-1 1-1 0 0,1 0 1 0 0,-1 0 0 0 0,0 1 0 0 0,0 0 0 0 0,0 1 0 0 0,0 1 0 0 0,0-1 0 0 0,0 2-1 0 0,0-1 1 0 0,0 2 0 0 0,-16 3 0 0 0,19-3-47 0 0,1 0 1 0 0,-1 1-1 0 0,1 0 1 0 0,0 1-1 0 0,0-1 0 0 0,0 2 1 0 0,0-1-1 0 0,0 0 0 0 0,1 1 1 0 0,0 1-1 0 0,0-1 0 0 0,1 1 1 0 0,-1 0-1 0 0,1 0 0 0 0,0 0 1 0 0,1 1-1 0 0,-1-1 1 0 0,-3 10-1 0 0,5-10-13 0 0,0 0-3 0 0,0 0 0 0 0,0 0 1 0 0,1 0-1 0 0,0 1 0 0 0,0-1 1 0 0,0 1-1 0 0,0 7 0 0 0,2-7-5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6.8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1 16011 0 0,'-2'1'136'0'0,"0"0"0"0"0,0 0 0 0 0,0 0 0 0 0,0 1 0 0 0,0-1 0 0 0,0 0 0 0 0,0 1 0 0 0,0 0 0 0 0,0-1-1 0 0,1 1 1 0 0,-1 0 0 0 0,0 0 0 0 0,1 0 0 0 0,0 0 0 0 0,0 0 0 0 0,-2 3 0 0 0,1 1-125 0 0,0 1 1 0 0,0 0 0 0 0,0 0-1 0 0,-1 10 1 0 0,1-2 248 0 0,1 1 0 0 0,0 0 0 0 0,4 30 1 0 0,-2-37-495 0 0,0 0 0 0 0,1 0 1 0 0,0 0-1 0 0,1 0 1 0 0,0 0-1 0 0,0-1 1 0 0,1 1-1 0 0,5 8 0 0 0,-6-13 215 0 0,1 0 0 0 0,-1 0 0 0 0,0 0 0 0 0,1-1-1 0 0,0 1 1 0 0,0-1 0 0 0,0 0 0 0 0,0-1 0 0 0,0 1 0 0 0,1-1-1 0 0,-1 1 1 0 0,1-1 0 0 0,-1 0 0 0 0,1-1 0 0 0,0 1 0 0 0,0-1-1 0 0,7 1 1 0 0,0-1 36 0 0,0 0 0 0 0,0-1 0 0 0,0 0 0 0 0,0 0 0 0 0,0-2 0 0 0,14-2 0 0 0,-20 2 19 0 0,0 1 0 0 0,0-1-1 0 0,-1 0 1 0 0,1-1 0 0 0,0 1 0 0 0,-1-1 0 0 0,0 0 0 0 0,1-1 0 0 0,-1 1 0 0 0,-1-1 0 0 0,1 0 0 0 0,0 0 0 0 0,-1-1 0 0 0,0 1 0 0 0,0-1 0 0 0,4-6 0 0 0,1-4 98 0 0,-1-1 1 0 0,0 0-1 0 0,-1 0 0 0 0,7-23 1 0 0,-5 8-122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7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405 232 16908 0 0,'2'-11'495'0'0,"0"3"-284"0"0,0-1 0 0 0,-1 0 0 0 0,0 0-1 0 0,0 0 1 0 0,-1 0 0 0 0,-2-12 0 0 0,-1 9-75 0 0,0 0 1 0 0,-1 0 0 0 0,0 0-1 0 0,-1 1 1 0 0,0 0 0 0 0,-1 0 0 0 0,-11-15-1 0 0,15 23-125 0 0,0 0-1 0 0,0 0 1 0 0,0 1 0 0 0,0-1-1 0 0,0 1 1 0 0,-1-1-1 0 0,1 1 1 0 0,-1 0-1 0 0,0 0 1 0 0,1 0-1 0 0,-1 0 1 0 0,0 1 0 0 0,0-1-1 0 0,0 1 1 0 0,0 0-1 0 0,-1-1 1 0 0,1 1-1 0 0,0 1 1 0 0,-1-1-1 0 0,1 0 1 0 0,0 1 0 0 0,-1 0-1 0 0,1 0 1 0 0,0 0-1 0 0,-1 0 1 0 0,1 0-1 0 0,-1 1 1 0 0,1 0-1 0 0,0-1 1 0 0,0 1 0 0 0,-1 0-1 0 0,1 1 1 0 0,0-1-1 0 0,0 0 1 0 0,-4 3-1 0 0,-28 18-110 0 0,1 1 0 0 0,-51 45 1 0 0,68-53 32 0 0,-30 28-1214 0 0,21-12-5468 0 0,16-16 2435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7.7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 1840 0 0,'-1'-1'160'0'0,"-1"-1"-160"0"0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7.8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4 15699 0 0,'-3'-3'3449'0'0,"2"4"-3209"0"0,-1 0-48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8.0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334 0 20620 0 0,'-47'85'1891'0'0,"-18"37"-1474"0"0,60-111-168 0 0,0 0 0 0 0,-3 16 0 0 0,-1 0-123 0 0,-47 122 253 0 0,-47 153-23 0 0,68-187-329 0 0,35-112-199 0 0,1-3 149 0 0,3-6-1854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8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 11402 0 0,'1'-2'1017'0'0,"1"0"-817"0"0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8.6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 15467 0 0,'4'-2'1377'0'0,"1"0"-1105"0"0,0 2-272 0 0,1-2 0 0 0,-2 1 312 0 0,0 0 8 0 0,-1 1 0 0 0,0 0 0 0 0,4-1-8 0 0,3 1 0 0 0,3-1 0 0 0,2 2 0 0 0,0-1-88 0 0,-1 2-8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8.8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21085 0 0,'8'0'1872'0'0,"2"0"-1496"0"0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8.9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 17164 0 0,'9'-1'1528'0'0,"1"0"-1224"0"0,0 0-240 0 0,-1-1-64 0 0,0 1-1728 0 0,-4 1-353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9.5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 4145 0 0,'-1'0'368'0'0,"0"-1"-296"0"0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9.7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17220 0 0,'1'1'1536'0'0,"-1"0"-1232"0"0,1 1-240 0 0,0-1-64 0 0,0 0 304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19.8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1 19036 0 0,'-1'5'1696'0'0,"-1"2"-1359"0"0,0 2-273 0 0,-1-1-64 0 0,1-3 0 0 0,2-1 80 0 0,-1-1-80 0 0,-1 1 80 0 0,0 2-80 0 0,-3 4 96 0 0,0 1-96 0 0,0 1 96 0 0,-2-2-96 0 0,1-1 0 0 0,0-1 72 0 0,0 0-72 0 0,1-1 0 0 0,-2-1 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21.1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1840 0 0,'1'0'160'0'0,"0"-1"-160"0"0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23.0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18868 0 0,'1'9'1672'0'0,"-1"3"-1336"0"0,0 2-272 0 0,0 0-64 0 0,1-1 0 0 0,-1-4 0 0 0,-1 0 72 0 0,1 1-72 0 0,0 8 0 0 0,0 9 73 0 0,0 5-73 0 0,0 1 0 0 0,0-5 64 0 0,0-7-64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23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 18604 0 0,'1'-2'1656'0'0,"0"-1"-1328"0"0,2 2-264 0 0,0-2-64 0 0,0 1 0 0 0,-2 2 0 0 0,1 0 0 0 0,1 0 0 0 0,1-1 0 0 0,4 0 64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23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19092 0 0,'6'27'1696'0'0,"7"25"-1351"0"0,-8-32-281 0 0,-3-14-64 0 0,-1-4 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23.6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61 18260 0 0,'14'-9'1624'0'0,"20"-15"-1304"0"0,-16 11-256 0 0,-8 9-64 0 0,-6 1 0 0 0,-3 2 0 0 0,-1 1 0 0 0,2-1 0 0 0,2-1 0 0 0,1 1 80 0 0,0-1-80 0 0,-2 2 80 0 0,1 1-16 0 0,-3-1 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23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0 20884 0 0,'6'70'3326'0'0,"-6"36"-3058"0"0,-1-67 91 0 0,-15 207 674 0 0,16-244-1033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26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72 8146 0 0,'-3'-3'728'0'0,"-8"-8"-584"0"0,10 7-144 0 0,-1 0 0 0 0,2 1 248 0 0,0 0 16 0 0,0 2 8 0 0,0-2 0 0 0,0-1-32 0 0,-1-1-8 0 0,2-3 0 0 0,-1 0 0 0 0,0 0-24 0 0,0 1-8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27.0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44 15843 0 0,'4'-5'338'0'0,"-1"0"0"0"0,1 0 0 0 0,0 1 0 0 0,0-1-1 0 0,7-5 1 0 0,-1 0-212 0 0,-9 11-103 0 0,0-1 0 0 0,-1 0 1 0 0,1 1-1 0 0,0-1 0 0 0,-1 1 1 0 0,1-1-1 0 0,-1 1 0 0 0,1-1 1 0 0,0 1-1 0 0,-1-1 0 0 0,1 1 1 0 0,-1 0-1 0 0,0-1 0 0 0,1 1 1 0 0,0 1-1 0 0,12 13 452 0 0,23 0 197 0 0,-26-11-576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27.3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18228 0 0,'0'0'58'0'0,"4"4"173"0"0,-1 0 1 0 0,1 0-1 0 0,-1 0 1 0 0,0 0-1 0 0,0 1 0 0 0,-1-1 1 0 0,4 8-1 0 0,-4-8-142 0 0,-1-1-71 0 0,-1-1 0 0 0,1 0 0 0 0,-1 0 1 0 0,0 0-1 0 0,1 1 0 0 0,-1-1 0 0 0,0 0 0 0 0,0 1 1 0 0,-1-1-1 0 0,0 4 0 0 0,0 5-5 0 0,1 4-6 0 0,4 83 94 0 0,-3-87-92 0 0,1-1 0 0 0,0 0 1 0 0,0 1-1 0 0,1-1 0 0 0,0 0 0 0 0,1 0 0 0 0,6 11 0 0 0,-9-19-9 0 0,0 0 0 0 0,0-1 0 0 0,0 1 0 0 0,1 0 0 0 0,-1-1 0 0 0,0 1 0 0 0,1 0 0 0 0,0-1 0 0 0,-1 0 0 0 0,1 1 0 0 0,0-1 0 0 0,-1 0 0 0 0,1 0 0 0 0,0 0 0 0 0,0 0 0 0 0,0 0 0 0 0,0 0 0 0 0,2 0 0 0 0,-1 1 197 0 0,-2-4-134 0 0,5-8-52 0 0,0-1-1 0 0,-1 0 0 0 0,-1 0 0 0 0,0 0 1 0 0,0-1-1 0 0,-1 1 0 0 0,3-25 0 0 0,-3 22-11 0 0,-1-1 0 0 0,2 1 0 0 0,0 0 0 0 0,1 0 0 0 0,10-21 0 0 0,1 8 1 0 0,-9 16 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27.5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49 18868 0 0,'4'-4'1017'0'0,"-3"3"-900"0"0,1 0 0 0 0,-1 0 1 0 0,0-1-1 0 0,0 1 0 0 0,0 0 1 0 0,0-1-1 0 0,0 1 0 0 0,2-4 0 0 0,-1 3-117 0 0,0 1 0 0 0,1-1 0 0 0,-1 1 0 0 0,1 0 0 0 0,-1 0 0 0 0,1-1 0 0 0,0 2 0 0 0,-1-1 0 0 0,5-1 0 0 0,-1 0 0 0 0,6-3 0 0 0,-9 4 0 0 0,0-1 0 0 0,0 1 0 0 0,0 0 0 0 0,0 0 0 0 0,1 0 0 0 0,-1 0 0 0 0,7 0 0 0 0,-10 3 1 0 0,-4 3-2 0 0,-5 3 12 0 0,3-4 42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27.6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 0 19012 0 0,'-9'14'651'0'0,"1"-1"-1"0"0,-9 22 1 0 0,5-11-514 0 0,9-17-155 0 0,0 0 0 0 0,1 0 0 0 0,0 0 1 0 0,-1 11-1 0 0,-2 5 18 0 0,-1 1 0 0 0,-5 18-204 0 0,11-47-457 0 0,1 1 262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28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10514 0 0,'0'0'928'0'0,"1"-1"-736"0"0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28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16388 0 0,'2'0'1456'0'0,"0"0"-1168"0"0,-1 0-224 0 0,1 0-64 0 0,-1 0 184 0 0,1 0 24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29.0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145 1 19956 0 0,'0'1'148'0'0,"0"1"-1"0"0,0-1 0 0 0,0 1 0 0 0,0-1 1 0 0,0 0-1 0 0,0 1 0 0 0,0-1 1 0 0,-1 1-1 0 0,1-1 0 0 0,0 0 0 0 0,-1 1 1 0 0,1-1-1 0 0,-1 0 0 0 0,0 1 1 0 0,-1 1-1 0 0,-15 21-235 0 0,2-5 208 0 0,3 3-100 0 0,1-3 8 0 0,-21 31 0 0 0,-15 10 36 0 0,43-54-64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29.2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2 20164 0 0,'-2'0'1793'0'0,"0"0"-1441"0"0,-1-1-280 0 0,0 1-72 0 0,2 0 0 0 0,0 0 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29.3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 20164 0 0,'0'0'1793'0'0,"-2"-1"-1369"0"0,2 0-424 0 0,1 1 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29.9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0 5529 0 0,'-21'4'10242'0'0,"18"-4"-9634"0"0,-3 1-383 0 0,-2 0-89 0 0,-1 0-8 0 0,1 1-128 0 0,-1 1 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30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195 4 14571 0 0,'-69'21'1626'0'0,"64"-19"-1611"0"0,0-2 0 0 0,0 1 1 0 0,-1-1-1 0 0,1 1 1 0 0,-5-2-1 0 0,-5 1-13 0 0,4 1-2 0 0,4 0 0 0 0,0-1 0 0 0,0 0 0 0 0,1 0 0 0 0,-1 0 0 0 0,0-1 0 0 0,-12-2 0 0 0,19 3 1 0 0,-1 0-1 0 0,1 0 0 0 0,0 0 0 0 0,0 0 0 0 0,0 0 1 0 0,0 0-1 0 0,0-1 0 0 0,0 1 0 0 0,0 0 0 0 0,-1 0 1 0 0,1 0-1 0 0,0 0 0 0 0,0 0 0 0 0,0 0 0 0 0,0 0 1 0 0,0 0-1 0 0,0 0 0 0 0,0 0 0 0 0,0 0 0 0 0,-1 0 1 0 0,1 0-1 0 0,0-1 0 0 0,0 1 0 0 0,0 0 0 0 0,0 0 1 0 0,0 0-1 0 0,0 0 0 0 0,0 0 0 0 0,0 0 0 0 0,0 0 1 0 0,0-1-1 0 0,0 1 0 0 0,0 0 0 0 0,0 0 0 0 0,0 0 1 0 0,0 0-1 0 0,0 0 0 0 0,0 0 0 0 0,0-1 0 0 0,0 1 1 0 0,0 0-1 0 0,0 0 0 0 0,0 0 0 0 0,0 0 0 0 0,0 0 1 0 0,0 0-1 0 0,0 0 0 0 0,0-1 0 0 0,0 1 0 0 0,8-5-28 0 0,9-1-18 0 0,2 3 25 0 0,0 0 0 0 0,27 0-1 0 0,-35 2 22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30.2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 14571 0 0,'13'0'1296'0'0,"9"-2"-1040"0"0,-19 1-256 0 0,-1 1 80 0 0,-1 0-80 0 0</inkml:trace>
  <inkml:trace contextRef="#ctx0" brushRef="#br0" timeOffset="1">62 17 14771 0 0,'11'-3'1312'0'0,"34"-8"-1048"0"0,-38 9-264 0 0,-6 2 65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30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14915 0 0,'13'2'1328'0'0,"39"5"-1063"0"0,-44-6-265 0 0,-9-1 0 0 0,2 0 64 0 0,0-1-64 0 0,1 1 0 0 0,3 0 0 0 0,1 1 64 0 0,1-1-64 0 0,-1 0 0 0 0,-1-1 0 0 0,1 2 72 0 0,-2-1-72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30.7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4 2304 0 0,'-2'-4'4561'0'0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31.0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14339 0 0,'2'0'574'0'0,"-1"0"-476"0"0,-1 0 1 0 0,1 0 0 0 0,0 0 0 0 0,0 0 0 0 0,-1 0-1 0 0,1 0 1 0 0,0 1 0 0 0,0-1 0 0 0,-1 0 0 0 0,1 0-1 0 0,0 1 1 0 0,-1-1 0 0 0,1 0 0 0 0,0 1 0 0 0,-1-1-1 0 0,1 0 1 0 0,0 1 0 0 0,-1-1 0 0 0,1 1 0 0 0,-1-1 0 0 0,1 2-1 0 0,7 4-28 0 0,-1 1-1 0 0,1-2 1 0 0,0 1-1 0 0,1-1 1 0 0,-1 0-1 0 0,1-1 1 0 0,0 0-1 0 0,14 4 1 0 0,-19-6-60 0 0,8 1 19 0 0,-1 1-1 0 0,1 0 1 0 0,17 10 0 0 0,-27-13-24 0 0,1 1-1 0 0,-1-1 1 0 0,1 1 0 0 0,-1 0 0 0 0,0 0 0 0 0,0 0-1 0 0,0 0 1 0 0,0 0 0 0 0,0 0 0 0 0,0 1 0 0 0,0-1-1 0 0,-1 0 1 0 0,0 1 0 0 0,1 0 0 0 0,-1-1 0 0 0,0 1-1 0 0,0 0 1 0 0,0-1 0 0 0,0 1 0 0 0,-1 0 0 0 0,1 4-1 0 0,0 4 7 0 0,-1 0 0 0 0,-1-1 0 0 0,1 1-1 0 0,-2 0 1 0 0,-2 11 0 0 0,-11-43 170 0 0,5 6-489 0 0,-14-17 1 0 0,-1 3-6525 0 0,14 19 2948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31.1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54 3801 0 0,'-11'-7'336'0'0,"-5"-3"-272"0"0,13 7 840 0 0,3 1-400 0 0,-3 0 0 0 0,2-2 352 0 0,-1-1 73 0 0,0 0 7 0 0,1 0 8 0 0,-1-1-312 0 0,1 2-64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4T01:15:31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14227 0 0,'-1'7'1264'0'0,"1"6"-1008"0"0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4T17:21:17.5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25066 11743 990 0,'-4'7'21'0,"-2"2"5"0,-1-2 1 0,-1 2 1 0,2-3-28 16,3-2 0-16,1-2 0 0,0 2 0 0,-3-1 44 0,-4 6 4 0,2-3 0 16,-2 1 0-16,3-6-32 0,2-2-5 0,3-6-2 15,1-3 0-15,1-8-9 0,3-4 8 0,1-3-8 16,0-1 8-16,-1 5 10 0,-2 1 2 0,0 4 0 16,1 4 0-16,-2 2 31 0,-1 1 6 0,-2 3 2 15,0 0 0-15,0 2 9 0,-3-2 3 0,1 0 0 16,-2 2 0-16,0 2-18 0,-4-2-3 0,3 4-1 15,-3-3 0-15,-1 2-20 0,0-1-4 0,-1-1-1 16,0 2 0-16,0 1-12 0,-2-3-2 0,0 1-1 16,0 1 0-16,0-2-9 0,-6 1 0 0,-3 1 0 15,-8 1 0-15,-5-3 10 0,-4 3-10 0,1 0 12 16,0 0-12-16,4 0 0 0,4 3 0 0,2 0 0 16,3 0-12-16,5 3 12 0,-1-2 0 0,0-1 0 15,0 1 0-15,1 1 0 0,-5 1 0 0,-4 0 0 0,-10 1 0 0,-7-3 0 16,-5 5 0-16,-1-3 0 0,6 3 0 0,6-2 0 15,7 3 0-15,5-1 0 0,3 1 0 0,3 0 0 16,-1-4 0-16,2 0 0 0,-3 0 0 0,1-3 0 16,-7 0 0-16,-8 0 0 15,-5-2 0-15,-11 2 8 0,8-1-8 0,7-2 9 0,6 0-9 0,7 4 9 16,2 2-9-16,3 6 8 0,1-2-8 0,3 4 8 16,-3 1-8-16,-2 3 0 0,0-4 8 0,-3 2-8 15,-9 0 0-15,-4 1 0 0,-8-6 0 0,-5 1 0 16,7-3 0-16,9-1 0 0,8 1 0 0,4-1 0 15,5-2 0-15,3 2 0 0,1 0 0 0,1-1-8 0,2 0 8 16,1 2 0-16,-1 1 0 0,1 0 0 16,1-2 0-16,1 2 0 0,-1 0 0 0,-1 2 0 0,2 1 0 0,-2-1-9 15,2 2 9-15,2 0 0 0,-1 3 0 0,2-1 0 16,1 0 0-16,3 0 0 0,-1 2 0 0,3 1 0 16,-1-1 0-16,2 2 0 0,2-1 0 0,0 1 0 15,2-2 0-15,0 1-8 0,0-6 8 0,3 2 0 16,-3-3 0-16,1 2 0 0,0-4 0 0,1 1 0 15,0-1 0-15,1 2 0 0,0-2 0 0,-1 0 0 16,0-1 0-16,2-3 0 0,1 1 0 0,0 2 0 16,0-2 0-16,1 2-8 0,0-3 8 0,5 0 0 15,-1 1 0-15,3-1 0 0,6-1 0 0,4 1 0 16,7 3 0-16,3-3 0 0,9 0 0 0,5 0 0 16,-1 0 0-16,-4 1 0 0,-7-4 0 0,-6 0 0 0,-2-3 0 15,0 0 0-15,4-3 0 0,1 6 0 0,14-3 0 16,15 3 0-16,-1-3 0 0,-2 4 0 0,-7-4 0 0,-10 0-9 15,-4-4 9-15,-5 1 0 0,5 0-9 0,2-3 9 16,17 6 0-16,16 0 0 0,-6 3 0 0,-4-2 0 16,-14-1 0-16,-7-1-9 0,-5 1 9 0,-3-3 0 15,10 6 0-15,11-2-9 0,7 4 9 0,8-2 0 16,-9 1 0-16,-15 0 0 0,-9-2 0 0,-5 1 0 16,-1 1 0-16,-1-2 0 0,6-1 0 0,6 3 0 15,11 1 0-15,12 2 0 0,-7 2 0 0,-14-3 0 16,-6 0 0-16,-10-2 0 0,-3-1 0 0,-3-2 0 15,3-2 0-15,5-2 0 0,9-6 0 0,11 4 0 16,8-3 0-16,9-1 0 0,-12 2 0 0,-13-3 0 16,-9 1 0-16</inkml:trace>
  <inkml:trace contextRef="#ctx0" brushRef="#br0" timeOffset="150.34">26032 12496 2044 0,'32'-13'182'0,"6"-3"-146"0,-31 12-28 0,-7 4-8 0,1 0 0 0,1 0 0 0,1-2 0 16,2-2 0-16,1-1 8 0,0-2-8 0,1-3 10 15,-2-2-10-15,-1-3 11 0,-3 1-11 0,1-2 12 16,-5 0-12-16,1-2 9 0,-2-1-9 0,-1-3 0 15,-2-3 9-15,-1-5-9 0,-2-1 8 0,-1 0-8 16,1 3 8-16,0 5-8 0,-2 0 0 0,0 5 0 16,-2-1 8-16,-1 4 1 0,-1 4 0 0,0 0 0 15,-1 4 0-15,-4 0 17 0,-2 4 3 0</inkml:trace>
  <inkml:trace contextRef="#ctx0" brushRef="#br0" timeOffset="316.38">25343 11955 2379 0,'-64'-10'212'0,"-45"-8"-170"0,67 9-34 0,27 8-8 0,11-2 0 16,2 3 0-16,-4-1 0 0,-14-1 0 0,-11-2 0 16,-17-2 0-16,-14 1 0 0,-15 4 8 0,-10-4-8 15,4 3 0-15,11 2 0 0,10 3 0 0,11 1 0 16,9 2 0-16,8 0 0 0,4-2 0 0,2-1-32 16,-2 0-4-16,-3-2-2 15,-4-1 0-15,-8 0-142 0,0 0-28 0</inkml:trace>
  <inkml:trace contextRef="#ctx0" brushRef="#br0" timeOffset="1733.82">5965 12414 802 0,'10'-10'72'0,"2"0"-58"0,4-2-14 16,-3 3 0-16,-6 6 81 0,-2 3 14 0,-2 0 2 15,2 0 1-15,1 2-42 0,4 2-8 0,0 2-1 16,-3 3-1-16,-5 0-17 0,-4 4-3 0,-4 0-1 15,-3 0 0-15,0-1 5 0,3-6 1 0</inkml:trace>
  <inkml:trace contextRef="#ctx0" brushRef="#br0" timeOffset="2383.56">6125 12447 1616 0,'31'-12'144'0,"28"-13"-116"0,-45 19-28 0,-13 4 0 0,0 2 14 16,1-2-3-16,3 0-1 0,3-2 0 0,4-2 5 16,4 2 1-16,3-1 0 0,1 4 0 0,-3 2-4 15,0 4-1-15,-1 2 0 0,-1 0 0 0,-1-1 1 16,-1 3 1-16,3 1 0 0,0-4 0 0,3 0 1 15,7-2 0-15,7-2 0 0,6 2 0 0,4-4-6 16,-3 0 0-16,-3-4-8 0,-5-1 12 0,-6 2-12 16,-3-4 11-16,-4 0-11 0,-1 1 10 0,-2 0-10 15,2-1 0-15,-2 1 0 0,1 0 8 0,0 4-8 16,1 2 0-16,2 2 0 0,1 2 0 0,2 4 0 16,4-1 0-16,2 2 0 0,5-1 0 0,3 3 0 0,3 1 0 0,-4 2-10 0,-5-5 10 15,-4 1 0-15,-2-4 0 0,-3 0 0 16,0-6 0-16,-1 0 0 0,3-3 0 0,0 0 0 15,5-3 0-15,2-1 0 0,8 1 0 0,10 0 0 16,4 2 0-16,6 2 0 0,-6 2 0 0,-12-3 8 16,-7 6-8-16,-9-3 0 0,-3 2 0 0,-5 2 0 15,-1 2 0-15,-3-2 0 0,4 2 0 0,0 3 0 16,-1-2 0-16,4 2 0 0,1-2 0 0,5 4 0 16,6-4-9-16,9 2 9 0,6-2 0 0,2-1 10 15,-2-2-10-15,-6-2 16 0,-6-2-2 0,-7-5-1 16,-3 1 0-16,-3-2-13 0,0-1 11 0,4-4-11 15,0 1 10-15,3 2 2 0,6 0 1 0,15 4 0 0,4-2 0 16,6 3-13-16,-7 0 0 0,-11 3 0 0,-7 0 0 16,-7 0 0-16,-5 0 9 0,-4 0-9 0,0 3 8 0,-1 0-8 15,-1-3 0-15,0 6 0 0,2 0 0 0,4 2 0 16,-1 1 0-16,4 4 9 0,7 2-9 0,10 1 0 0,2-3 9 16,-1 2-9-16,-3-2 0 0,-5-1 11 0,-5-7-11 15,-4-4 10-15,-2-3-10 0,-4-2 8 16,4-5-8-16,2-3 0 0,6-1 9 0,4 4-9 15,9-4 10-15,5 6-10 0,3 1 10 0,1 1-10 0,-8 1 0 16,-9 3 0-16,-8 1 0 0,-6 0 12 16,-3 0-4-16,-3 1 0 0,-1 1 0 0,-1 0 0 15,4 3 0-15,2-2 0 0,3 1 0 0,6 2-8 0,5-1 12 16,3 0-12-16,5 0 12 0,5 1-12 0,-4-2 0 16,-6-2 0-16,-3-4 0 0,-9-2 0 0,-3-1 0 15,-3 2 9-15,-2-5-9 0,1 2 0 0,1-3 8 0,2 1-8 16,1 0 0-16,2 0 0 0,0 1 0 0,4 4 0 0,1-1 8 15,3 0-8-15,-1 4 0 0,-1-2 0 0,-5 2 8 16,-2 2-8-16,-7-2 0 0,-2 0 0 0,-2 2 8 16,-4 0-8-16,-2 2 0 0</inkml:trace>
  <inkml:trace contextRef="#ctx0" brushRef="#br0" timeOffset="8034.17">29100 12578 57 0,'0'0'0'0,"0"0"0"0,0 0 0 0,0 0 0 0,-1 3 135 15,1-3 21-15,0-3 5 0,-2 6 1 0,1-6-134 16,-1 2-28-16</inkml:trace>
  <inkml:trace contextRef="#ctx0" brushRef="#br0" timeOffset="8716.29">29096 12486 1879 0,'5'-3'167'0,"-1"0"-134"0,-1 3-33 0,1-3 0 16,-3 2 29-16,1 1-1 0,-1 0 0 0,-1-3 0 0,1 3 6 15,2-2 1-15,-2 1 0 0,1 1 0 0,-2-3-15 16,0 3-2-16,0 0-1 0,-1-2 0 0,0 2-17 16,1 0 0-16,0 0 8 0,0 0-8 0,0 0 0 15,0 0 0-15,0 0 0 0,0 0 0 0,0 0 0 16,0 0 0-16,0 0 0 0,0 0 0 0,0 0 0 15,0 0-9-15,-21-4 9 0,20 4 0 0,-2 0 0 16,1 0 0-16,-1 0 0 0,-1 0 0 0,2 0 0 16,-3-2 12-16,1 0-4 0,-1 0 0 0,2 2 4 15,-2-4 0-15,1 4 1 0,-1-4 0 0,0 2-5 16,1 2-8-16,-1-4 11 0,2 2-11 0,-1-1 0 16,0 2 0-16,1-1 0 0,-1 2 0 0,-1-3 0 15,1 2 0-15,-1-2 0 0,0 0 0 0,0 0 0 0,0-1 0 0,-1 1 0 16,-1 0 0-16,-1 0 0 0,0-2 0 15,-2 1 0-15,-1 0 0 0,-2 1 0 0,-1 0 0 0,-3-1 0 16,-1 2 0-16,-2 2 0 0,-3 0 0 0,-1 0 0 16,-2 2 0-16,1 0 0 0,2 0 0 0,3 1 0 15,2 0 0-15,2-3 0 0,1 4 0 0,1-2-10 16,3 0 10-16,2 0 0 0,1-2 0 0,0-2 0 16,2 0 0-16,0 0 0 0,-2-2 0 0,1 1 0 15,-2 0 0-15,-1-3 0 0,1 2 0 0,-3-2 11 16,1 0-11-16,0 0 9 0,-1 2-9 0,-1 1 8 15,0 1-8-15,-1 1 10 0,-1-2-10 0,1 1 12 16,-4 1-12-16,3 1 13 0,-2 0-4 0,-3 0-1 16,1 0 0-16,-2 0-8 0,-2-3 0 0,1 3 0 0,0 0 8 0,1 3-8 15,1-6 0-15,1 3 0 0,2-4 0 0,2 2 0 16,0 1 0-16,2 1 0 0,-3-3 0 0,1 1 0 16,-1-2 0-16,-3 4 9 0,1-2-9 0,0 4 0 15,1 2 0-15,1 1 0 0,1 2 0 0,0 2 0 16,0-3 8-16,3 0-8 0,-1-1 0 0,-2 4 9 15,1-1-9-15</inkml:trace>
  <inkml:trace contextRef="#ctx0" brushRef="#br0" timeOffset="8933.77">27456 12663 2516 0,'-3'3'224'0,"-2"3"-180"0</inkml:trace>
  <inkml:trace contextRef="#ctx0" brushRef="#br0" timeOffset="8983.01">27416 12754 2538 0,'-3'8'225'15,"1"0"-180"-15,-1 2-36 0,1-4-9 0,0 0 0 0,1-2 0 0,0 0 0 16,0-2 8-16,0 4-8 0,-2 1 0 0,-1 5 0 15,2-2 0-15,-1 2 0 0,0-2 0 0</inkml:trace>
  <inkml:trace contextRef="#ctx0" brushRef="#br0" timeOffset="9149.92">27545 13154 2530 0,'9'2'225'0,"1"2"-180"0,4 2-36 0,-3 0-9 0,-1-3 0 15,-3 0 0-15</inkml:trace>
  <inkml:trace contextRef="#ctx0" brushRef="#br0" timeOffset="9249.62">28067 13361 2523 0,'9'4'224'0,"1"-2"-179"0,3 0-36 0,0 0-9 0,-3-2 8 0,-3 1-8 0</inkml:trace>
  <inkml:trace contextRef="#ctx0" brushRef="#br0" timeOffset="9284.34">28273 13365 2563 0,'17'-4'228'0,"53"-7"-183"0,-30 6-36 16,-22 3-9-16,-10-1 0 0,-4 2 0 0</inkml:trace>
  <inkml:trace contextRef="#ctx0" brushRef="#br0" timeOffset="9450.51">28530 13327 2559 0,'16'-3'228'0,"51"-7"-183"0,-41 7-36 15,-17 0-9-15,-5 1 0 0,-1 0 0 0,4 2 9 16,17-6-9-16,13-2 0 0,10-5 8 0,3-3-8 16,-3 0 0-16,-8 0 0 0,-6 0 9 0,-7 1-9 15,-6 3 0-15,-4 1 11 0,-4-1-11 0,-1 5 10 16,-2-3-10-16,-2 4 12 0,1 1-4 0,0-1-8 0,1 1 12 0,0-1-12 16,-1 1 0-16,4 1 0 15,-4-2 0-15,3 2 0 0,0-2 0 0,2 2 0 0,-1-1 0 0,2 2 0 16,-3-6 0-16</inkml:trace>
  <inkml:trace contextRef="#ctx0" brushRef="#br0" timeOffset="9683.82">29374 12954 2660 0,'18'-12'236'0,"8"-11"-188"0,-17 11-39 0,-5 9-9 0,-3 5 0 16,-1-4 0-16,2 2 0 0,1-6 0 0,0-2 0 15,-2 2 0-15,0-6 9 0,-3-1-9 0,-2 3 13 16,-3-2-1-16,-2 0-1 0,-2-5 0 0,-3 1 0 0,-1-2 0 0,-1-2 0 15,0-1 0-15,3-1-11 16,0 0 0-16,5 3 0 0,-1 3 0 0,3 0 0 0,1 1 0 0,1 4 0 16,2-1 0-16,0 2-9 0,0 1 9 0,0 3 0 15,-5-3 0-15,1 3 0 0,-2 1 0 0,-2 0 0 16,-2 1 0-16,0-2 0 0,-3 2 0 0,0 1 0 16,-1-3 0-16,2 3 0 0,-4-3 0 0</inkml:trace>
  <inkml:trace contextRef="#ctx0" brushRef="#br0" timeOffset="9800.18">29073 12496 2714 0,'-24'-7'241'0,"-17"-9"-193"0,35 14-38 15,6 2-10-15,-1 0 0 0,-2-1 0 0,0 1 0 16,-7-3 0-16,-5-3 0 0,-9 0 0 0,-6-4 0 16,-8 4 0-16,-5 0 0 0,0-1 0 0,2 4 0 15,1 3 0-15,5 0 0 0,0 0 0 0,4 0-8 0,1 1 8 0,4 1-9 16,0 5 9-16,1-4-12 0,-3 3 12 0,-1 3-17 16,-7-1 3-16</inkml:trace>
  <inkml:trace contextRef="#ctx0" brushRef="#br0" timeOffset="10000.62">27600 12546 2646 0,'-19'3'235'0,"-2"3"-188"0,8-2-38 0,4-1-9 0,5 0 0 16,2-3-9-16,-3 4 9 0,-4 2-13 0,-8 6 3 15,-12 10 1-15,-5 7 0 0,-1 7 0 0,2 3 9 16,6 0 0-16,6-1-9 0,8-6 9 0,11-5 0 15,7-3 0-15,8-3 0 0,7-3 0 0,4-2 12 0,3-3-4 16,1-1 0-16,1-2 0 0,3 0 1 16,0 0 0-16</inkml:trace>
  <inkml:trace contextRef="#ctx0" brushRef="#br0" timeOffset="19211.9">30130 11987 1281 0,'0'-1'114'0,"0"1"-91"0</inkml:trace>
  <inkml:trace contextRef="#ctx0" brushRef="#br0" timeOffset="19333.06">30096 11975 1879 0,'-5'-1'167'0,"1"1"-134"0,-1-4-33 15,0 2 0-15,1 2 8 0,1-3-8 0,2 2 0 16,0 1 0-16,-3 0 0 0,-1-3 0 0,-2-3 0 16,-3 3 0-16,-1 0 0 0,-1-1 0 0,-1 2 0 15,0 1 0-15,-2 2 0 0,-1 1 0 0,-2 2 8 16,-1-1-8-16,-5 0 8 0,-3 1-8 0</inkml:trace>
  <inkml:trace contextRef="#ctx0" brushRef="#br0" timeOffset="19450.06">29743 11980 2066 0,'-42'4'184'0,"-24"4"-148"0,55-6-28 16,11-2-8-16,-1-2 15 0,-2 4 1 0,-3-2 1 0,-4 2 0 0,-5 1-9 15,-4 1-8-15,-2 3 9 0,-3 1-9 0,3-2 0 16,3 2 0-16,1 1 0 0,5-3 0 0,1 0-15 16,2 0 1-16,3 0 0 0,0-2 0 0,2 0-15 15,1 1-3-15,0-5-1 0,2 3 0 0,1 1 7 16,-1-1 2-16</inkml:trace>
  <inkml:trace contextRef="#ctx0" brushRef="#br0" timeOffset="19783.87">29563 11961 2116 0,'-6'3'188'0,"0"-2"-150"0,-1 4-30 0,-1 0-8 0,3 0 32 0,0-1 6 0,3-2 1 16,-3-1 0-16,-2 6-31 0,-7 1-8 0,-5 5 0 16,-3 0 0-16,-3 2 0 0,-2-5 0 0,-4 0 0 15,-1-4 0-15,-2 3-8 0,-2-3 8 0,2-2-8 16,5 2 8-16,4-3 0 0,4 1-8 0,6-1 8 16,3-1 0-16,3-2 0 0,2 4 0 0,3-4 0 15,0 2 0-15,4 2 0 0,-1 0 0 0,2-1 0 16,0 4 0-16,2 1 0 0,1 0 8 0,3 4-8 15,3 0 0-15,3 3 9 0,7-1-9 0,6 7 12 16,11-5-12-16,12 0 15 0,4-6-4 0,1-4-1 16,-3-3 0-16,-4-2-10 0,-4-2 12 0,-3 1-12 0,5-3 12 0,9 1-30 15,15-2-6-15,15 0 0 16,-9 2-985-16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13T16:12:12.8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7883 4612 1267 0,'-23'-1'112'0,"6"1"-89"0,3 0-23 0,5 0 0 15,5 1 129-15,2-1 22 0,-1 3 4 0,-2-3 1 16,-2 4-118-16,-3 0-23 0,0 0-5 0,1 2-1 15,3 1-9-15,1-1-9 0,0 1 9 0,2-1-13 16,-1 3 13-16,-1 1-11 0,0 0 11 0,-2 2-10 16,-1 4 10-16,0 5 0 0,-4 5 0 0,0 6 0 15,0 2 0-15,-2 4 0 0,-1 3 0 0,2 1 0 0,-1-1 0 16,0 3-8-16,1 1 8 0,-2-1-8 0,0 0 8 0,0-4-10 16,2-1 10-16,-1-7-10 0,1-1 10 0,0-5 0 15,2-2 0-15,1-1 0 0,0-1 16 0,-1 0 0 16,0 3-1-16,-1 0 0 0,2 1 3 0,1-4 1 15,2 0 0-15,1-2 0 0,2-3-19 0,3-3 0 16,-1-2 0-16,4-6 0 0,0 1 0 0,2-4-19 16,1-3 4-16,0-2 1 0,1 1 4 0,-1-4 1 15,1 0 0-15,0-1 0 0,2-6 9 0,-3 1-12 16,-2-1 12-16,0-4-12 0,-1-1 12 0,-2-1 0 16,0-3 0-16,0 1 0 0,-1-2-9 0,1 1 0 15,-1 1 0-15,-2-1 0 0,0 4-10 0,0 2-1 16,-2 2-1-16,0 4 0 0,-1-1 21 0,0 4 0 15,-3 0 0-15,-1-1 0 0,2 4 11 0,-5-2 9 0,1 1 3 0,-4 0 0 16,-3 4 5-16,-2 0 2 0,-1 3 0 0,-2 2 0 16,2 1 3-16,0 3 1 0,1-1 0 0,-1 6 0 15,-3 1-20-15,3 1-4 0,4-3-1 0,2 0 0 16,6-1-9-16,2-4 0 0,3-2 0 0,4 0 0 16,-1 0 0-16,2 3 0 0,2-3 0 0,-2 1 0 15,2 2 0-15,-1 0 0 0,2 1 0 0,-2 0 0 16,0 2 22-16,0 4 2 0,-1-4 1 0,2 7 0 15,-1 1 4-15,-1 4 1 0,-1-1 0 0,-2 3 0 16,3 2-20-16,-1 3-10 0,0 1 10 0,2-3-10 16,0-7 0-16,2-4 0 0,0-4 0 0,1-5 0 15,0-3 0-15,0-4 0 0,0-2 0 0,1-2 0 16,2-2 0-16,0-2 0 0,3-3 0 0,0-3 0 0,2-2 10 16,1-4-10-16,-1-3 10 0,1 1-10 0,0-2 17 15,0-1-2-15,1 1-1 0,1 0 0 0,0 0-5 0,0-1-1 16,-2 5 0-16,1-1 0 0,-1 3-8 0,-1 1 8 15,-1 4-8-15,-1-1 8 0,-1 2 2 0,1-1 0 16,0 1 0-16,1 0 0 0,2 0-10 0,0-2 0 16,6-3 0-16,2-2 8 0,2-2-8 0,5-2-11 15,1 1 3-15,2-4 0 16,1-1-68-16,2-1-12 0,0 0-4 0</inkml:trace>
  <inkml:trace contextRef="#ctx0" brushRef="#br0" timeOffset="16716.27">3919 11728 921 0,'-20'-3'82'0,"6"2"-66"0,2 1-16 0,4 0 0 16,6 0 262-16,1 0 49 0,0-2 9 0,-4 0 3 15,-3 0-267-15,-1-4-56 0,0-1 0 0,0 1-12 16,0-1 12-16,2-4-11 0,-1 1 11 0,1 0-10 16,2-5 10-16,-1-1-10 0,2 0 10 0,0-4-10 15,1-1 10-15,0 1-12 0,2-4 12 0,-1 4-12 16,-1-2 12-16,1-1 8 0,-1 2-8 0,-2 2 11 15,3 2 3-15,-3-1 1 0,0 2 0 0,-1-2 0 16,1 1-6-16,0 1-1 0,0-2 0 0,1-1 0 16,3 0-8-16,0 1 0 0,1-2-10 0,1 2 10 15,0 2-16-15,0-1 2 0,2 5 1 0,-3 0 0 0,1 2 13 0,0 4 0 16,-1-2 0-16,0 3 0 0,0 2 0 16,-1 3 8-16,0-4 1 0,-2 1 0 0,2 3 17 0,-1 0 3 15,-1-2 1-15,1 2 0 0,-2 0 3 0,2-1 1 16,-1 1 0-16,2-3 0 0,0 3-22 0,1 0-12 15,0-1 12-15,0 0-12 0,1-1 0 0,0 2 0 16,2-2 0-16,-1 1 0 0,2 1 0 0,-4 0-12 16,0 0 12-16,0 0-12 0,23-6 12 0,-14 3 0 15,2 3 0-15,0 0 0 0,1 3 0 0,3-3 0 16,-2 1 0-16,3-1 0 0,1 2 0 0,2 1 0 16,-2-2 0-16,1 1 0 0,0-2 0 0,2 0 0 15,-1 0 0-15,2 0 0 0,0 2 10 0,2-1-10 16,0 0 8-16,1 2-8 0,-1 0 12 0,1 0-2 0,-3 1-1 15,1-2 0-15,0 4-9 0,0 2 0 0,-3-2 9 0,-2 2-9 16,3-1 0-16,-3 0 0 0,1 2 0 0,-3-3 0 16,1 0 0-16,-3 2 0 0,1-2 0 0,-2-3 0 15,-2 4 0-15,0-1 0 0,-1 0 0 0,-3 0 0 16,0 0 0-16,-1-3 0 0,-1 3 0 0,-1-5 0 16,1 3 0-16,0-2 0 0,1 1 0 0,-3-3 0 15,2 0-13-15,-2 0-1 0,2 0 0 0,-1-3 0 16,2 0-9-16,-2-1-1 0,1 1-1 0,-2 0 0 15,0 0-3-15,-1 0 0 0,0 0 0 0,-2-1 0 16,-2 2 1-16,-2-2 0 0,-1-2 0 0,-1 0-578 16,-4 0-116-16</inkml:trace>
  <inkml:trace contextRef="#ctx0" brushRef="#br0" timeOffset="16983.16">4421 10968 1504 0,'1'-2'67'0,"-1"1"13"0,0 1-64 0,-1 0-16 0,1 0 0 0,-2 1 0 0,2 1 100 0,-1 2 16 15,0 2 3-15,-2 3 1 0,0 7-65 0,-1 1-13 16,0 4-2-16,1-1-1 0,3 1-31 0,1-2-8 16,1-6 0-16,3 0 0 0,1-1 0 0,3-6 0 15,1 0 0-15,2-2 0 0,0 0 8 0,1-2 0 16,1 0 0-16,2-2 0 0,0 0 22 0,-1 0 5 16,0-2 1-16,-1 2 0 0,-2 2-4 0,-4 0-1 15,-2 1 0-15,-1 0 0 0,-2 1-20 0,-1 1-11 16,-3 1 12-16,-4 4-12 0,-4 2 0 0,-3 2 0 15,-4 4 0-15,-5 1 0 0,-5-2 0 0,-2 1 0 16,2-1-15-16,1 0 5 0,-4 1-9 0,2-4-1 0,-1 0-1 0,1-3 0 16,1-1 3-16,2-6 1 0,-2-2 0 0,0-4 0 31,3-1-99-31,-2-4-20 0,-1-5-4 0</inkml:trace>
  <inkml:trace contextRef="#ctx0" brushRef="#br0" timeOffset="17749.58">4082 10058 230 0,'-6'-10'20'0,"2"1"-20"16,3 2 0-16,-1 2 0 0,0 2 173 0,-2-7 31 15,-3-5 5-15,-5-11 2 0,-6-6-155 0,-2-7-30 0,2 5-6 0,-1 5-2 16,3 5-2-16,0 3 0 0,1 5 0 0,2 2 0 16,-1 4 56-16,2 1 10 0,-1 1 2 0,2 0 1 15,0 0 15-15,1 0 4 0,-1 0 0 0,2 0 0 16,1 0-9-16,-1-2-2 0,3 1 0 0,-1 2 0 16,2-5-37-16,-2 3-8 0,2 1-2 0,1-4 0 15,1 2-33-15,-1-2-13 0,2-1 11 0,-2 3-11 16,0-5 0-16,1 2-13 0,-1 0 1 0,0 1 0 15,1-2 0-15,-1 2 0 0,0 0 0 0,-1 2 0 16,2-2 12-16,-1 2-11 0,0 3 11 0,-1-1-10 16,1-2 10-16,0 0 0 0,0-1 0 0,-1 0 0 15,4 2 0-15,-1-1 0 0,2 2 0 0,3 0 0 16,-2 2 0-16,2 1 0 0,-1 1 0 0,2-2-8 0,-1 2 8 16,1 1-8-16,1 0 8 0,0-1-8 0,0 2 0 0,1-2 0 15,2 2 0-15,-1 2 0 0,3 0-1 0,1-3 0 16,3 3 0-16,1-1 0 0,2 1-4 0,1-4-1 15,2 4 0-15,4-2 0 0,-1-2 3 0,2 2 1 16,0-2 0-16,-2-1 0 0,2 1 10 0,1 2 0 16,2 1 0-16,-2 1 0 0,-1 0 0 0,0 1 0 15,1 4 0-15,-2-1 0 0,1-2 0 0,-1 4 0 16,2-2 0-16,0 3 8 0,2 0-8 0,0-1 0 16,3 2 0-16,0-1 0 0,0-1 0 0,-1 0 0 15,-1 0 0-15,4-2 0 0,0 2 0 0,-1-2 0 16,0-2 8-16,-2-1-8 0,1 2 13 0,-5-1-1 15,-1-2-1-15,-3 0 0 0,0 0-11 0,-3 0 10 0,-1 4-10 0,-4-1 10 16,-3-2-10-16,-2 1 0 0,-2 2 0 16,-2-2 8-16,-3 0-8 0,0 0 0 0,-2 1 0 0,-2-3 0 15,1 0-20-15,-1 0 4 0,-1 0 1 0,0 0 0 32,-1-3-155-32,0-4-31 0</inkml:trace>
  <inkml:trace contextRef="#ctx0" brushRef="#br0" timeOffset="18033.16">4818 9198 806 0,'-7'-5'72'0,"2"1"-58"0,1 0-14 0,1 2 0 16,2 2 224-16,1-3 43 0,0 3 8 0,-1-1 1 15,1-1-164-15,-2-2-34 0,2 1-6 0,2 2-2 16,0 1-49-16,2 0-9 0,-4 0-3 0,0 0 0 16,17 10-9-16,-10-4 0 0,3 4 0 0,0 3 0 0,0-1-8 15,1 1 8-15,-1 2 0 0,1-1 0 0,0 1 0 0,1 1 0 16,-1-4 0-16,-1-2 0 0,-1 0 0 0,0-1 0 15,1 1 0-15,-3-4 0 0,0 0 0 0,-4-2 15 16,1-1-4-16,-3 0-1 0,1 1 15 0,-4-1 3 16,0 2 1-16,-3-1 0 0,-1 0-1 0,-4 2-1 15,-5 2 0-15,-1 2 0 0,-3 0-16 0,-2 0-3 16,-1 1-8-16,-4-1 12 0,-1 3-12 0,-2-4 0 16,2 4 0-16,-2-6 0 0,-2 2-28 0,-1-5-9 15,-3 0-2-15,-5 0 0 16,-4-3-130-16,-1-1-27 0,1-1-4 0</inkml:trace>
  <inkml:trace contextRef="#ctx0" brushRef="#br0" timeOffset="18783.55">3971 8022 57 0,'3'0'0'0,"0"-3"0"0,-2 3 0 0,0-2 0 0,-1 0 0 0,-2 2 0 0,2-2 304 0,-1-4 56 16,-2 2 12-16,1-6 1 0,-3 2-232 0,-4-5-46 16,-1 0-10-16,-1 0-1 0,-3 1-33 0,2-1-7 15,-2 0 0-15,0-2-1 0,0 1-15 0,0 3-4 0,2 0 0 16,2 0 0-16,3 4-7 0,3-2-1 16,1 2-1-16,3 0 0 0,3-1-15 0,-1-1 0 15,3-1 0-15,-2 0-10 0,1 0 10 0,-2 0 0 0,0 2-9 0,0-2 9 16,-2 0 0-16,0 4 8 0,0-4 0 0,0 4 0 15,0 1 17-15,-2 1 3 0,4 0 1 0,-2-1 0 16,2 4-10-16,2-1-3 0,1 1 0 0,2 1 0 16,3-3-16-16,3 1 0 0,4 0 0 0,3 2 0 15,1-2 0-15,3-1 0 0,4 2-10 0,-1 1 10 16,1-2 0-16,1 2 0 0,-1 2 0 0,1-2 0 16,-1 4 0-16,-2-2 0 0,-1 5 0 0,2-3 0 15,1 5 0-15,2 0 0 0,0 1 0 0,-1-3 0 0,1 2 0 0,1-3 0 16,2 0 0-16,3-2 0 0,-1 2 0 0,1-6 0 15,-2 2 0-15,0-2 0 0,-3-2 0 0,-2-4 0 16,1 3 0-16,-4-2 0 0,-3 3 9 0,-2-2-9 16,-1 2 10-16,-2-1-10 0,-4 2 9 0,-1 1-9 15,-3 0 8-15,-4 1-8 0,-2 2 0 0,-2-3 8 16,-2 2-8-16,0-1 0 0,-1 2 0 0,-2-3-9 16,1 2 0-16,-1 2 0 15,2 0-121-15,-1-4-24 0,0 0-5 0,1-3-642 0</inkml:trace>
  <inkml:trace contextRef="#ctx0" brushRef="#br0" timeOffset="19019.93">4951 7491 1724 0,'-10'0'76'0,"4"-2"16"0,1 0-73 0,1 2-19 0,3 0 0 0,1 0 0 0,0 2 84 0,0 0 14 16,-1-2 2-16,1 4 1 0,0 2-70 0,2 0-15 0,2 3-2 0,2-2-1 15,0 2-13-15,3 1 0 0,0-3 0 0,-1 4 0 16,2-3 0-16,-2 0 0 0,-2 0 0 0,-1 3 0 15,-1-1 0-15,-4 0 0 0,-3 2 0 0,-3 2 0 16,-1 3 16-16,-7 0-2 0,-3 6-1 0,-6 1 0 16,-3-1 4-16,-2 1 1 0,-3 1 0 0,1-1 0 15,4-2-6-15,-1 0 0 0,0 2-1 0,3-2 0 16,3-5-11-16,2-1 0 0,1-1 0 0,1-3 0 16,1 1-48-16,-1-3-1 0,-2 0-1 0,-4-2-595 15,-7 5-119-15</inkml:trace>
  <inkml:trace contextRef="#ctx0" brushRef="#br0" timeOffset="30152.02">5649 10526 172 0,'1'-3'16'16,"-1"1"-16"-16,0 1 0 0,-1 1 0 0,1 0 166 0,-2 0 30 15,1 0 7-15,-3-4 1 0,1 1-88 0,-2 1-18 16,-3 1-3-16,1-2-1 0,-3 1-7 0,1 0-2 16,-1 2 0-16,2-2 0 0,0 0-33 0,1 0-6 15,1-3-2-15,0 0 0 0,1-1-2 0,-2 1-1 16,1 2 0-16,0-4 0 0,1 0-9 0,-1 1-1 16,0 0-1-16,0-1 0 0,-1 1-6 0,1 0-2 15,0 0 0-15,0 0 0 0,1 0-14 0,0-1-8 16,1 4 8-16,2-4-8 0,-1-1 0 0,2 0 0 15,0-2 0-15,-2 2 0 0,3-2 0 0,-1 0-8 0,2-2 0 16,1 2 0-16,0-1 8 0,-1 1-10 0,1 0 10 16,-2 1-10-16,0 2 10 0,0 1 0 0,0-1 0 0,0 1 0 15,1 0-9-15,-2 0 9 0,1 2-10 0,1-2 10 16,1 0-12-16,2-3 3 0,2 3 1 0,0-1 0 16,2 0-8-16,2 1 0 0,1-1-1 0,0-2 0 15,-1 3 17-15,1-4-12 0,-1 0 12 0,1 1-10 16,-4 3 10-16,0-1 0 0,-1 1 0 0,-3 1 0 15,1 1 0-15,0 0 0 0,-3 2 0 0,2-1 0 16,-2 2 8-16,1-1-8 0,1 0 10 0,2 0-10 16,0-2 0-16,2 2 0 0,2-2 0 0,1-2 0 15,1 3 0-15,0-3 0 0,1 0 0 0,-1 0 0 16,1 0 0-16,-4 2 0 0,1 0-8 0,-1 1 8 16,-1 0 0-16,-1 3 0 0,0-2-8 0,-2 0 8 0,1 4 0 15,-2 0 0-15,1-2 0 0,0 3 0 0,1 0 0 0,0 1 0 16,1-2 0-16,3 5 0 0,-1-1 0 0,0-3 0 15,0 5 0-15,1-2 0 0,1 0 0 0,-3-1 0 16,2 1 0-16,-2-2 0 0,1 0 0 0,-1 0 0 16,-2 0 0-16,0-2 0 0,-2 3 0 0,0-4 8 15,1 4-8-15,-3-4 0 0,2 3 14 0,-2-2-3 16,0 1-1-16,0-2 0 0,-1 1 2 0,2 1 0 16,-2-2 0-16,1 2 0 0,0-3-12 0,2 0 12 15,0 0-12-15,0-3 12 0,0 2-12 0,1-2 0 16,1 1 9-16,-1-2-9 0,-1 1 8 0,0-4-8 15,1 1 8-15,-1 0-8 0,0-3 11 0,-1 2-3 16,1 1 0-16,-2 0 0 0,0-3-8 0,1 1 10 16,-2 0-10-16,-2-2 10 0,2-2-10 0,-1-2 0 0,0-2 0 15,0-3 0-15,1 1 8 0,-2-2-8 16,1-2 0-16,0-1 8 0,1 0-8 0,0 0 0 0,-1 0 0 0,1 5 0 16,-2-1 0-16,1 3 0 0,0 4 0 0,-2 2 0 15,2 0 0-15,-1 1 0 0,-1 3 0 0,2 2 8 16,-1 1-8-16,-1 0 0 0,1-1 9 0,-2 2-9 15,1 2 11-15,1-2-3 0,-2 0 0 0,3 2 0 16,-1-2-8-16,2-1 0 0,0 2 0 0,0-1 0 16,1-2 0-16,1 0 0 0,1-2 0 0,2 0 0 15,0 0 0-15,1-4 0 0,0-1 0 0,0 1 0 16,0 0 0-16,1 0 0 0,-3 1 0 0,0 2 0 16,-3 1-9-16,2 3 9 0,-2 0 0 0,-1 0 0 15,0-1-9-15,-2 4 9 0,0 0 0 0,0 0-9 16,-1 0 1-16,0 2 0 0,-2 0 0 0,1 1 0 0,0 0 8 0,1 0-12 15,-1 0 12-15,1 0-12 0,2 1 2 0,-1-4 0 16,2 2 0-16,-1-2 0 0,2 1 2 0,-1-1 0 16,0 3 0-16,0-3 0 0,0 0 8 0,-1 0-10 15,1 0 10-15,-2 1-10 0,2-1 10 0,0 0-10 16,0 0 10-16,0 0-10 0,0 0 10 0,0 0-10 16,-16 15 10-16,13-13-10 0,0 0 10 0,1 0 0 15,0 1 0-15,0 0 0 0,1-2 8 0,-1 2-8 16,1-1 10-16,0 2-10 0,0-1 11 0,-1-2-11 15,0 4 12-15,0-2-12 0,-1 4 0 0,-1-1 0 16,-1 0 0-16,-1 1 0 0,0 3 0 0,-1-1 0 16,0 0 0-16,-1-4 0 0,-1 3 0 0,3-2 0 15,0-2 0-15,2 1 0 0,2-5 0 0,0 1-9 0,2 2 1 0,3-6 0 32,-1 6-55-32,3-6-10 0,1 2-3 0,3-1 0 15,0-2-68-15,1-1-13 0,1 1-3 0,0-3-1 16,0 1 18-16,0-3 4 0,1 0 1 0,0 2 0 0,-1 1 88 0,0-3 18 0,-1 3 3 0,-3 1 1 15,1-1 120-15,-2 3 25 0,-1 0 5 0,-2-2 1 16,-1 3 35-16,-1 2 7 0,0 0 2 0,-1 2 0 16,0 0-36-16,-1 1-7 0,0-2-2 0,-2 4 0 15,1-2-39-15,0 4-8 0,0-1-2 0,0 0 0 16,2 1-40-16,-2 2-8 0,4-1-1 0,1 0-1 16,3 2-34-16,2-1-6 0,3 1-2 0,1-3 0 15,3 2-156-15,2-1-31 0,1 0-6 0</inkml:trace>
  <inkml:trace contextRef="#ctx0" brushRef="#br0" timeOffset="31849.54">5438 10203 1245 0,'-3'0'55'0,"0"0"12"0,2 0-54 0,0 0-13 0,1 0 0 0,0 0 0 16,0 0 29-16,0 0 3 0,1 1 1 0,-1 2 0 15,1-2-5-15,-1-1-2 0,0 0 0 0,0 0 0 0,0 0-3 0,0 0-1 16,0 0 0-16,0 0 0 0,0 0 1 0,0 0 0 16,0 0 0-16,0 0 0 0,20-7 20 0,-16 3 4 15,1-5 1-15,1 2 0 0,0 1-13 0,0-3-3 16,0 0 0-16,2 2 0 0,-2-3-23 0,0 4-9 16,2 0 0-16,-2-1 9 0,-1 4-9 0,0 0 0 15,-2 1 0-15,2 0 0 0,-1 0-9 0,1 2 9 16,1-2 0-16,0 0 0 0,0 0 0 0,2 2-8 15,2-4 8-15,-2 2 0 0,2 0 0 0,0-3 0 16,3 2 0-16,-1 0 0 0,3 2 0 0,-2-4 0 16,2 1 0-16,1 1 0 0,2 0 0 0,0-1 0 15,2 4 0-15,1-2 0 0,-1 1 0 0,1 1 0 16,-1 1-8-16,-1 1 8 0,4-2 0 0,-4 0 0 16,1 0 0-16,0-2 0 0,-1 1 0 0,-1-2 0 0,-1 0 0 15,2 0 0-15,1 1 8 0,-1 0-8 0,1 0 11 0,-1-2-11 16,-2 2 17-16,4-2-3 0,1 2-1 0,1 0 0 15,3-3-13-15,-2 4 0 0,1 1 8 0,1-2-8 16,1 2 0-16,0-4 0 0,-1 1 0 0,-1 1 0 16,-1 1-8-16,-1-3 8 0,-3 4 0 0,-1 1 0 15,-2 2 0-15,-2 3 0 0,-1 4 0 0,0-1 0 16,0 4 0-16,-1-1 9 0,0 5-9 0,0-1 12 16,0 2 4-16,-1 1 0 0,2-3 1 0,-3 0 0 15,1-3-17-15,-1-1 8 0,-1-5-8 0,-1-1 0 16,-2-1 11-16,-1-1-11 0,1-3 10 0,-4 2-10 15,1-3 24-15,-3 0 0 0,0 2-1 0,1-1 0 0,-2 2 5 0,0-3 0 16,1 0 1-16,-2-3 0 0,-1 6-6 0,1-3-2 16,1 0 0-16,0 0 0 0,0 0-9 0,0 0-3 15,0 0 0-15,0 0 0 0,0 0-9 0,0 0 0 16,-20-10 0-16,17 4 0 0,1 0 0 0,0-3 0 16,1-1 0-16,0 0 0 0,-2-2 0 0,2-2 0 15,-2 2-12-15,0-3 12 0,-2 1-12 0,0 2 12 16,-1 0-10-16,-1-5 10 0,1 1 0 0,0 0-9 15,1-1 9-15,0 0 0 0,1-2-10 0,2 1 10 16,-1-2-12-16,1 4 12 0,1 1-16 0,0-1 4 16,1 3 1-16,-2 0 0 0,1 1 11 0,-1 2-12 15,0 1 12-15,0 3-12 0,-1-3 12 0,1 2 0 16,-1-2 0-16,1 2 0 0,-2-3 0 0,2 1 0 0,1 0 0 16,-1 2 0-16,4-2 0 0,-2 2 0 0,0-2 0 0,1 2 0 15,0 1 0-15,2-3 0 0,-3 3 0 16,2-2 0-16,-1 2 0 0,-1 0 0 0,0 0 0 0,-1 1 0 15,1 1 0-15,-2 0 0 0,-1 2 0 0,1 1 0 16,-1-2 0-16,-1 3 9 0,-1 0-9 0,-1 0 0 16,1 3 12-16,-2-2-12 0,-1 4 12 0,1-1-12 15,1 2 12-15,-2 0-12 0,2 0 12 0,0 0-12 16,2 2 10-16,2-4-10 0,-1 2 8 0,2-1-8 16,1-2 0-16,0-1 8 0,-1 0-8 0,1 2 0 15,-1-2 0-15,-1 2 0 0,1 1 8 0,-1 1-8 16,-2-1 0-16,-1 1 0 0,-2 3 0 0,-3 1 0 15,0 2 0-15,-1-2-14 0,-2 1 5 0,4-1 1 0,0 0-20 16,3-4-3-16,3-3-1 0,3-2 0 16,3-4-70-16,3-4-14 0,5-3-4 0,5-8 0 15,4-7 4-15,2-5 0 0,2-1 0 0,-1-1 0 16,2 4-1-16,-4 5 0 0,-4 5 0 0,-4 5 0 0,-2 4 147 0,-3 0 30 16,-2 5 5-16,-2 0 2 0,0 2 69 0,-2 2 15 15,2 2 2-15,-3 2 1 0,2-1-42 0,-1 0-9 16,3 5-2-16,-1 0 0 0,2 5-41 0,0 3-8 15,3 0-1-15,-2 2-1 0,5 1-32 0,-1 1-6 16,-1-4-2-16,1-1 0 0,-1-2-21 0,1 0-4 16,0-3-1-16,0 1 0 15,-2-1-164-15,-2 0-34 0</inkml:trace>
  <inkml:trace contextRef="#ctx0" brushRef="#br0" timeOffset="32700.82">6570 10131 2048 0,'-8'0'91'0,"6"-2"18"0,1 2-87 0,2-1-22 0,1 1 0 0,1-3 0 0,2 2 28 15,0-2 0-15,5-3 1 0,2 2 0 0,2-2-7 0,-1 0-2 16,0 0 0-16,-2 0 0 0,-1 2-10 0,-1-1-2 16,1 4-8-16,0-2 12 0,1 3-12 0,2 0 0 15,0-2 0-15,3 2 0 0,1 0 0 0,-3 2 0 16,2-2 0-16,3-2 0 0,1 2 0 0,1 0 0 15,1-1 0-15,2 1 0 0,-1-4 0 0,1 1 0 16,-3 3 0-16,0-3 0 0,1 3 14 0,-1 0-3 16,1-3-1-16,-1 3 0 0,-2 0 8 0,-2 0 2 15,-2 0 0-15,0 3 0 0,0-2-3 0,-1 1 0 16,2 1 0-16,-2 1 0 0,1-1-3 0,-2 0-1 16,2 1 0-16,0-1 0 0,1 2-5 0,2-1 0 15,-1-2-8-15,1 0 12 0,0 0-12 0,-2-1 0 16,0 2 0-16,-1-3 0 0,0 0 0 0,-4 0 0 0,0 0 0 0,-3 0 0 15,0 0 0-15,-3 0 0 0,-1 0 0 0,-1 0 0 16,-2 0 8-16,-1 0-8 0,0-3 0 0,-1 3 9 16,0 0-9-16,-3 3 12 0,-1-3-12 0,-2 0 12 15,-4 0-12-15,0 0 0 0,-3 2 0 0,-1-2 8 16,2 0-16-16,0-2-4 0,2 2-1 0,1-3 0 16,2 0-1-16,0-1 0 0,1-2 0 0,-1-4 0 15,2 1 14-15,0-1-11 0,2-2 11 0,-1-4-10 16,0 3 10-16,0-3 0 0,0 0 0 0,1-2 0 15,0 2 0-15,-1 0 0 0,-1 3 0 0,-2-2 0 16,2 6 0-16,0-5 0 0,-2 2 0 0,0-1 0 16,0 1 0-16,0 2 0 0,-2 0 0 0,0-2-8 0,1 2-8 0,3-1-2 15,1 0 0-15,1-2 0 0,4-3-3 0,0 1-1 16,3-3 0-16,1 2 0 0,2 2-2 0,-2-2 0 16,3 4 0-16,0-1 0 0,0 3 13 0,-4 4 3 15,1 0 0-15,-2 3 0 0,0 0 8 0,-1 3 11 16,-1 0-3-16,0 0 0 0,-3 1 12 0,0 1 3 15,-1 5 0-15,-5-1 0 0,-2 3-9 0,-4 2-2 16,-1 6 0-16,-2 0 0 0,-4 4-12 0,-2 2 9 16,2-1-9-16,2 0 8 0,1-6-8 0,5 0 0 15,2-1 9-15,4-3-9 0,2 0 0 0,2-1 0 16,1-4 0-16,2-1 0 0,0 0 0 0,1-2 0 16,0-1-12-16,0-1 4 0,0-1-19 0,0-1-3 15,1 0-1-15,0 0 0 0,1-1-23 0,-2 1-5 16,1 0-1-16,0 0 0 15,-1 0-45-15,0 0-10 0,0 0-1 0,0 0-1 16,15-15-23-16,-8 8-4 0,5-5 0 0</inkml:trace>
  <inkml:trace contextRef="#ctx0" brushRef="#br0" timeOffset="32816.53">7229 9679 1321 0,'9'1'58'0,"-7"-1"13"0,0 2-57 0,0-2-14 0,-2 0 0 0,1 3 0 16,1 1 118-16,1-1 21 0,3 8 4 0,0 1 1 15,2 4-64-15,0 1-12 0,0-1-2 0,-1-2-1 16,2 0-57-16,-2-1-8 0,3-3-10 0,-2 0-601 15,0-2-120-15</inkml:trace>
  <inkml:trace contextRef="#ctx0" brushRef="#br0" timeOffset="33766.08">7524 10105 57 0,'5'0'0'0,"-3"-2"0"0,-2 2 0 15,1 0 0-15,-1-3 342 0,0 3 63 0,1-1 13 16,-1 1 2-16,0-2-277 0,1 0-56 16,-1 2-11-16,0 0-3 0,0 0-33 0,0 0-6 0,0 0-2 0,0 0 0 15,0 0-32-15,23-2 0 0,-15 2 0 0,2 0-9 16,1 0-1-16,2 0 0 0,-1-3 0 0,3 2 0 16,-2-1 10-16,3-4 0 0,2 2 0 0,-3-2 0 15,-2 2 0-15,0-2 0 0,0 1 0 0,0 1 8 16,-5 0 12-16,1 2 2 0,-2 2 1 0,-1 0 0 15,-1 0 9-15,0 0 3 0,0 2 0 0,-1 0 0 16,0 0-12-16,-1 1-3 0,1-2 0 0,0 1 0 16,1 1-20-16,-1-3 8 0,0-3-8 0,1 3 0 15,-1-2 0-15,1 1 0 0,-1-2 0 0,-1 1 0 16,0 0 0-16,-1-3 0 0,1 4 0 0,-2-1 0 0,-1 1 0 0,1-2 0 16,-1 3 0-16,-1 0 8 0,1 0 4 0,-1 0 2 15,0 3 0-15,-1-3 0 0,1 3-2 0,-1 1-1 16,0-2 0-16,0 2 0 0,1 0-11 0,-2 1 0 15,1 1 0-15,-2-2 0 0,0-3 0 0,2 1 0 16,-1-2 0-16,1 0 0 0,1 0 0 0,0 0 0 16,-2-2 0-16,1 1 0 0,-1-3 0 0,-1 1 0 15,-1-3 0-15,-1 0 0 0,-2 0 0 0,-2-4 0 16,-1 0 0-16,-2-1 0 0,1 1-28 0,1 0 1 16,-2-3 1-16,6 0 0 0,0-2 7 0,0 2 2 15,1-3 0-15,1-2 0 0,2 1 7 0,-1-1 2 16,1 2 0-16,1-1 0 0,-2 5-2 0,0-3 0 15,1 3 0-15,-1-1 0 0,-1 2 10 0,0-1 0 0,0 0 0 0,-1 2 0 16,1-3 0-16,-1 3 9 0,1 2-1 0,-3-2-8 16,2 4 14-16,-1 0-4 0,-2-1-1 0,1 4 0 15,0 0 1-15,1 2 0 0,2 1 0 0,0 0 0 16,0 0 4-16,1 0 1 0,3 4 0 0,-2-3 0 16,2 4-15-16,1 1 0 0,-1 0 8 0,1 4-8 15,-1 4 0-15,-2 4 0 0,2 2 0 0,-1 1 0 16,-3-1 8-16,0 1-8 0,0-1 11 0,-1 1-11 15,-1-2 12-15,2-2-4 0,-1-1 0 0,-2-2-8 16,0-1 9-16,0-1-9 0,-1-2 0 0,3-2 9 16,0-4-9-16,3 0 0 0,2-4-12 0,1 0 12 15,2-4-53-15,4-2-3 0,3-2-1 0,2-6 0 16,3-1-69-16,2-5-14 0,1-1-2 0,4-1-1 16,-1 2-5-16,-1 2-2 0,-3 2 0 0,-5 3 0 0,-1 7 77 0,-3-3 15 15,-2 6 3-15,-2 2 1 0,-2 1 106 0,-1 0 20 16,1 0 5-16,-1 1 1 0,0 1 33 0,0-2 6 15,0 0 2-15,0 1 0 0,1 2-18 0,2-1-3 16,2 0-1-16,3 0 0 0,3-2-43 0,4 0-9 16,4-4-1-16,1 4-1 0,1-5-32 0,-2 2-11 15,0-1 0-15,-2 0 9 0,-2 2-9 0,-1 2 0 16,-2 0 0-16,-1 0 0 0,-1 0-32 0,-2 2-1 16,-1 2-1-16,-3 0-542 15,-1 2-108-15</inkml:trace>
  <inkml:trace contextRef="#ctx0" brushRef="#br0" timeOffset="34783.03">7814 10064 1152 0,'-8'3'102'0,"2"-2"-82"0,0 2-20 0,2-3 0 0,3 0 175 0,1 0 30 16,0 0 7-16,-1 0 0 0,-2 0-156 0,1 1-31 15,-2-1-6-15,2 0-2 0,-1-1-9 0,1 1-8 16,0-3 12-16,0 2-12 0,2 1 8 0,-1-3-8 15,1 3 0-15,0 0 0 0,0 0 0 0,1 3 0 16,0-3 0-16,2 4 0 0,-3-4 0 0,0 0 0 16,12 18 0-16,-6-12 0 0,0 2 0 0,1 0 12 15,1 2-4-15,1-3-8 0,2 2 22 0,-2-2-2 16,1-1-1-16,0 0 0 0,1-2 0 0,0-1 0 16,0 0 0-16,0-3 0 0,1 0-4 0,-2-3-1 15,3 2 0-15,-1-1 0 0,-1-4-6 0,0 2 0 16,2-2-8-16,-2-1 12 0,0 1-12 0,3-1 11 15,-1-2-11-15,-1 3 10 0,3-3-10 0,-1 2 0 16,1 1 0-16,-4-3 0 0,0 5 0 0,-2-2 0 0,-1 2 0 0,-1 2 0 16,0 1 10-16,-1-2-10 0,0 0 12 0,0 0-12 15,-1 3 8-15,2-4-8 0,-1 4 0 0,-1-2 0 16,1-1 0-16,-1 2 0 0,1-2 0 0,1-2 0 16,1 1 0-16,-2 0 0 0,0 2 0 0,0-2 0 15,1-1 0-15,-2 0 0 0,-2 3 0 0,1-1 0 16,-3 2 0-16,-1-2 0 0,0 0 10 0,0 0-10 15,-2 0 15-15,-2 0-3 0,0-3 0 0,1 0 0 16,-2 0 22-16,0-2 4 0,1 2 1 0,0-3 0 16,2-1-19-16,-1 0-3 0,3-2-1 0,0-4 0 15,3-3-16-15,-1 0 0 0,3-4 0 0,-1 1 0 16,1 4 0-16,-1-1 0 0,-1-1-8 0,0 5 8 0,-2 2-9 16,0 2 9-16,1 1-8 0,-2 0 8 0,-2 4 0 0,0 0-10 15,-1-1 10-15,-2 4 0 0,-1-1-11 0,0 1 11 16,-3 1-10-16,-1 1 10 0,2 1-12 0,-1-3 12 15,3 1-13-15,0 1 5 0,2-2 0 0,0 1 0 16,2 0 0-16,2 0 0 0,0-1-10 0,0 2-2 16,1-2 0-16,2-2 0 0,-2 3 6 0,0-3 1 15,2 4 0-15,-2-1 0 0,1-1 13 0,-1 2 0 16,1 1 0-16,-2 0 0 0,0 0 0 0,-2 0 0 16,1 4 0-16,1-4 0 0,0 0 0 0,-10 16 10 15,3-4-10-15,-4 3 8 0,0 5-8 0,-4 2 0 16,1 4 9-16,-2-1-9 0,1-1 0 0,2-4 9 15,0-1-9-15,5-7 0 0,2-4 0 0,2-3 0 16,3-2 0-16,1-3 0 0,0 0-20 0,1-2-4 0,0 1 0 0,0-2-1 16,2-1-16-16,-1-2-3 0,2-3-1 0,2 2 0 15,0-5 14-15,2-3 3 0,-1 1 1 0,1-1 0 16,-1-1 18-16,-1 3 9 0,2-2-10 0,-1 5 10 16,0-2 0-16,1 2 0 0,1 1 11 0,-1 2-3 15,1 0 4-15,2-1 0 0,1 2 1 0,-1-1 0 16,-1 3-1-16,1 1-1 0,3-1 0 0,0 2 0 15,1-2-11-15,-2 4 12 0,1 0-12 0,-3 0 12 16,-1 1 0-16,0 2 1 0,-2-1 0 0,1 5 0 16,-2-3 4-16,2 5 1 0,-2-3 0 0,1 0 0 15,2 1-18-15,0-1 0 0,1 0 8 0,0-2-8 16,1-2 0-16,-3 2-17 0,1 0 3 0,-2-2 1 16,1-1-21-16,-1-1-4 0,-2 0-1 0,0 0-583 15,-1-1-117-15</inkml:trace>
  <inkml:trace contextRef="#ctx0" brushRef="#br0" timeOffset="35650.1">8183 10042 1094 0,'-1'0'97'0,"1"1"-77"0,-1-2-20 0,1 1 0 0,0 0 171 0,1 1 30 0,0-1 7 0,1 3 0 16,1-1-125-16,2-2-26 16,2 0-5-16,0 0 0 0,3 0-36 0,0-2-6 0,2-2-2 0,3 1 0 15,-1-4-8-15,0-1 8 0,4 1-8 0,-1-2 8 16,2 0-8-16,-1 2 0 0,2 0 0 0,-2 1 0 16,2 0 0-16,0 2 0 0,1 4 0 0,0-2 0 15,-2 4 9-15,0-2-9 0,0 4 10 0,0-2-10 16,-1 0 19-16,1 0-3 0,-2 2 0 0,-2-2 0 15,-2 2 6-15,-3-4 1 0,-1 3 0 0,-2 0 0 16,-2 0 1-16,0-3 0 0,-2 1 0 0,-1 1 0 16,1 1-11-16,-2-3-1 0,1 1-1 0,1 2 0 15,-2-1-11-15,2 2 0 0,-1 2 9 0,3 0-9 16,-1 2 0-16,-1 0 0 0,2 0 0 0,-1-2 0 16,1 2 0-16,-1-4 0 0,-2 2 0 0,2-3 0 15,-2-2 0-15,1 2 0 0,-2-3 0 0,0 0 0 16,-1 0 9-16,0-3-9 0,0 2 12 0,-1 1-12 0,0-3 18 0,1 3-3 15,0 0-1-15,0 0 0 0,-11-19-4 0,6 10-1 16,1-1 0-16,-1-2 0 0,3-2-9 0,-1-3 0 16,2-1 0-16,1-3 0 0,2 2 0 0,2-2 0 15,0 1 0-15,0-1 0 0,-1 1 0 0,0 0 0 16,-1 2 0-16,1 2 0 0,-1 3 0 0,-1 1 0 16,1 0 0-16,-2 4 0 0,0-1 0 0,0 6 0 15,0 0 0-15,-2 0 0 0,2 3-9 0,-1-3 9 16,0 3 0-16,0 0 0 0,-1 0-12 0,1 3 4 15,0-3 8-15,0 0-13 0,-2 0-1 0,1 0 0 16,-1 0 0-16,0 1 0 0,-2 1 14 0,0 1 0 16,0-3-10-16,-3 1 10 0,2 1 0 0,-1 5 0 15,-2-4 0-15,0 4 0 0,-2 1 0 0,-1 5 0 0,-3 0 0 0,0 0 0 16,0 3-10-16,-1-4 10 0,1 4 0 0,1-4-9 16,0 2 9-16,2-2-10 0,2-1 10 0,1-1-10 15,3-3-5-15,1-4-1 0,0 1 0 0,0-2 0 16,3 2-1-16,-1-4-1 0,1 0 0 0,2 0 0 15,0 0 8-15,0-2 2 0,-3 0 0 0,3 2 0 16,-1-2-1-16,0 1 0 0,1 1 0 0,0 0 0 16,0 0-19-16,0 0-4 0,0 0-1 0,0 0 0 15,0 0-24-15,13-21-5 0,-4 15-1 0,2-2 0 16,3-3-29-16,2 0-7 0,2 0-1 0,1 0 0 16,-1 2 58-16,0 3 11 0,-2 0 3 0,-1-1 0 15,-3 5 62-15,2 1 13 0,-1-2 2 0,1 3 1 16,1 0 30-16,-4 3 7 0,1-1 1 0,-2 2 0 0,2 0-15 0,-3 2-2 15,1-4-1-15,-1 2 0 0,1 2-23 16,1-2-5-16,0 2-1 0,0-3 0 0,0 3-29 0,0-3-12 16,-1 0 8-16,-3 1-8 0,2-2 0 0,-3-1 0 15,-1 2-9-15,0-2 9 0,-1 1-29 0,-2 1 1 16,0-3 0-16,-2 0 0 0,0 1-24 0,-3 2-4 16,-1-1 0-16,-1 2-1 15,-1 0-140-15,-4 2-28 0</inkml:trace>
  <inkml:trace contextRef="#ctx0" brushRef="#br0" timeOffset="36352.28">8715 10055 403 0,'-2'6'17'0,"-1"-5"5"0,1 1-22 0,-2 1 0 15,3-3 0-15,0 1 0 0,-1 2 232 0,1-3 43 16,-1 3 8-16,-2 1 1 0,0 1-149 0,2-4-31 0,-1 4-5 0,2-5-2 16,2 1-37-16,2-1-7 0,2 0-1 0,1-1-1 15,4-1-39-15,1-2-12 0,1-2 8 0,3-4-8 16,1 1 16-16,0-3-1 0,3 0 0 0,1-1 0 15,1 3 1-15,-3 3 0 0,-1-2 0 0,2 6 0 16,2 0 3-16,-1 3 1 0,-2 0 0 0,1 3 0 16,1 3 4-16,-3-3 0 0,-1 4 1 0,0-1 0 15,2 0-7-15,-2 0-2 0,1 2 0 0,0-2 0 16,2 0-5-16,1 0-2 0,1-3 0 0,-2 0 0 16,2-3-9-16,-1 3 0 0,0-3 0 0,-2-3 0 15,1 1 0-15,0 1 0 0,-3-2 0 0,0-1 0 16,-3 2 9-16,-2-1-9 0,-2 2 10 0,-3 1-10 0,-2 0 12 0,-3 0-4 15,0 0-8-15,-3 0 12 0,0 1 9 0,-3-1 2 16,-2 3 0-16,0-1 0 0,-5-2-9 0,-2 2-2 16,0 0 0-16,0-2 0 0,1 0-12 0,1 0 0 15,1-2-9-15,1-2 9 0,1 1-9 0,1 0 9 16,0 2-8-16,1-6 8 0,0 2-9 0,0 2 9 16,-2-4-10-16,2 0 10 0,0-2 0 0,-2 0 0 15,0-4 0-15,2-3 0 0,-1 0 0 0,0-1-9 16,0-1 9-16,1-3 0 0,0 2-18 0,0-2 2 15,4 1 0-15,0 0 0 0,3 1 0 0,1 3 0 16,4 0 0-16,0 1 0 0,4-4-4 0,1 4-1 16,0-1 0-16,0 3 0 0,-2 3 5 0,0 1 0 15,-1 0 1-15,-2 2 0 0,0 0 15 0,-1 5 0 16,-3-2 0-16,0 2 0 0,-1 2 12 0,-1 0 4 0,1 0 2 0,-3 2 0 16,2-1 8-16,-4 2 2 0,0-1 0 0,-2 2 0 15,0 2-12-15,-3 0-1 0,0 4-1 0,0 3 0 16,-3-1-14-16,-1 2 0 0,-2 2 0 0,-3 0 0 15,0 1 0-15,1-1-13 0,1-3 2 0,1-4 1 16,2 1-8-16,2-6-2 0,0 1 0 0,5-5 0 16,1 0-15-16,2-2-3 0,3-1-1 0,1-1 0 15,0-2-33 1,2-4-8-16,3 0 0 0,1-2-1 16,4-3-9-16,0 2-2 0,0 4 0 0,-1 1 0 0,-2 2 71 0,1 4 21 0,-1-1-11 0,3 2 11 15,0 2 56-15,2 2 16 0,2-1 3 0,2 2 1 16,1 2 4-16,2-3 2 0,2 2 0 0,1 0 0 15,3-5-18-15,1 1-3 0,-2 1-1 0,1-2 0 0,0-2-17 0,-2 1-4 16,0-4-1-16,-4 3 0 0,1 2-18 0,-2 0-3 16,-4 3-1-16,-4 4-754 15,-5 3-151-15</inkml:trace>
  <inkml:trace contextRef="#ctx0" brushRef="#br0" timeOffset="40168.98">6048 8322 576 0,'-6'-5'25'0,"1"1"6"0,1 1-31 0,2-2 0 15,-1 4 0-15,2-2 0 0,-2 2 265 0,0-4 47 16,-2-1 10-16,-3-2 2 0,1 2-207 0,0 0-41 16,0 2-8-16,0 4-1 0,1 0-39 0,0-2-7 15,-1 4-1-15,0 2-1 0,-2 2-19 0,1 0 0 16,0 1 0-16,1-1 0 0,1 4 0 0,1-4 0 16,1 4 0-16,2-2 0 0,0 2 0 0,2 3 0 15,2 0 0-15,1 0 0 0,2 3 0 0,3 0 0 16,-1 2 0-16,2 1 0 0,2-1 0 0,-1-2 0 15,1 0 0-15,2 1 0 0,5-5 0 0,2 0-9 16,1-4 9-16,2-2 0 0,1-2-16 0,-1-3 1 0,3-1 1 0,-1-5 0 16,2 1 3-16,-2-6 1 0,-1 2 0 0,1-5 0 15,1 1 10-15,-2-2 0 0,-1-1 0 0,-3 2 0 16,-3-3 11-16,-2 3-3 0,-4 1 0 0,-2-2 0 16,-3 0-8-16,-4-2 12 0,-3-1-12 0,-2 5 12 15,-5-3-12-15,-1 2 0 0,-3 0-12 0,-4 3 12 16,-3 1-16-16,1-1 5 0,-2 3 1 0,2-1 0 15,0 2 10-15,3-3 0 0,2 4 0 0,2-1-8 16,0 0-12-16,-1 1-1 0,4 1-1 0,-1 1 0 16,0 3 10-16,2 2 1 0,-2 1 1 0,3 1 0 15,-1 5 10-15,1-3 0 0,1 1 0 0,0 2 0 16,0 3 0-16,1-2 8 0,-1 3-8 0,1-1 0 16,3-1 0-16,0 0 0 0,2-3 0 0,2-2 0 0,0 0-48 15,4-3-13-15,0 0-3 0,-1-3-688 16</inkml:trace>
  <inkml:trace contextRef="#ctx0" brushRef="#br0" timeOffset="40316.51">6297 8197 1918 0,'-12'6'85'0,"2"1"18"0,1 1-83 0,-1-2-20 0,2 1 0 0,1 0 0 0,-5 4 123 0,-11 9 20 15,-13 12 4-15,-12 15 1 0,-9 10-89 0,-2 6-18 16,1 1-3-16,3-1-1 0,5-1-50 0,3-5-11 15,6-5-1-15,6-5-1 16,7-6-134-16,6-10-28 0,4-8-4 0</inkml:trace>
  <inkml:trace contextRef="#ctx0" brushRef="#br0" timeOffset="40483.58">6015 8288 1958 0,'-3'3'87'0,"2"3"17"0,2 4-83 0,2 3-21 0,3-1 0 0,-3 2 0 16,2 4 62-16,2 8 8 0,2 17 2 0,3 14 0 16,-2 4-62-16,-4-2-10 0,0-4 0 0,-2-8-986 15</inkml:trace>
  <inkml:trace contextRef="#ctx0" brushRef="#br0" timeOffset="41116.05">7083 8133 1692 0,'-5'0'75'0,"1"-3"15"0,1 2-72 0,0 1-18 0,2 0 0 0,0 0 0 16,-1-2 60-16,-1 2 8 0,-5-3 1 0,-3 2 1 15,-2 1-50-15,-6 0-9 0,-1 1-3 0,-2 4 0 16,-3-1-8-16,1 3 0 0,-2 2-12 0,-2 3 12 16,2-2-42-16,0 5-1 0,2-1 0 0,1 4 0 15,2 1 11-15,3-2 3 0,-1 2 0 0,4-1 0 16,-1-3 29-16,2 1 0 0,0 0 0 0,2 0 0 16,0 0 20-16,3 0 1 0,-1 1 0 0,1-1 0 15,3 1-3-15,0 0-1 0,3 2 0 0,3-1 0 0,4 1 3 0,2-2 1 16,6 2 0-16,3-1 0 0,3-2-12 0,1-1-9 15,4-5 12-15,-2-1-12 0,1-2 8 0,-1-3-8 16,-1-2 0-16,-2 1 0 0,1-3 0 0,-3-3 0 16,1 0 0-16,-3-4 0 0,1 1 0 0,-3-4 0 15,-1 2 0-15,-1-5 0 0,-3 0 11 0,0-3-11 16,-1-3 10-16,-1-3-10 0,0-3-12 0,-3 0-9 16,2-1-2-16,-4 0 0 0,0 2-32 0,-3 1-6 15,-2 5-2-15,1-1 0 0,-4 6 32 0,-1 0 7 16,-3 4 0-16,-3 0 1 0,0 5 59 0,-2 0 11 15,-3 2 2-15,2 2 1 0,-5 4 18 0,1-1 4 16,0 6 1-16,-3 0 0 0,3 3-31 0,0 4-6 16,2 0-2-16,1 0 0 0,2 0-34 0,1 3 0 15,5-3-12-15,1-2 3 16,4 0-179-16,1-4-36 0</inkml:trace>
  <inkml:trace contextRef="#ctx0" brushRef="#br0" timeOffset="41300.05">6936 8288 1497 0,'5'0'133'0,"-2"0"-106"0,1 0-27 0,-1 0 0 16,-2 0 149-16,1 1 25 0,1 1 5 0,2-2 1 15,1 3-86-15,-2-3-17 0,-2 3-3 0,-3 1-1 16,-4 2-55-16,-4 3-18 0,-3 3 10 0,-4 4-10 16,-4 7-33-16,-5 0-12 0,1 4-3 0,-6 3 0 15,-1 1-10-15,1 0-2 0,3-5-1 0,4-1 0 16,2-9-17-16,5-8-3 0,1-3-1 0,5-2-738 15</inkml:trace>
  <inkml:trace contextRef="#ctx0" brushRef="#br0" timeOffset="41433.03">6813 8320 1537 0,'8'-4'68'0,"-4"1"14"0,-1 1-66 0,1 2-16 16,-3 0 0-16,0 2 0 0,2 1 117 0,1 1 20 16,1 4 4-16,1 6 1 0,2 4-72 0,0 7-14 15,0 5-4-15,-3 1 0 0,3 1-52 0,-2-1-20 16,0 3 1-16,0-4 0 15,3-3-163-15,0-7-33 0</inkml:trace>
  <inkml:trace contextRef="#ctx0" brushRef="#br0" timeOffset="41933.21">7484 8259 1152 0,'-4'1'102'0,"0"-1"-82"0,2 3-20 0,0-3 0 16,1 0 166-16,-1 0 29 0,-4 0 5 0,-4 2 2 16,-5-1-120-16,-2 2-24 0,-3-3-5 0,0 2-1 15,-1-2-35-15,1 4-7 0,2-4-2 0,0 1 0 16,5 2-8-16,0-1 0 0,2 2 0 0,1 2 0 15,0 3-16-15,3-2 2 0,-3 6 0 0,0-1 0 0,-1 2-1 0,0 2 0 16,0 5 0-16,0-3 0 0,0 2 15 0,1 1 0 16,0-1 0-16,4-2 0 0,2-2 0 0,1 3 0 15,5-3 0-15,1 3 0 0,6-2 0 0,1 0 13 16,2-1-2-16,3-3-1 0,1 0 5 0,2-3 1 16,0-1 0-16,1-5 0 0,0-2-16 0,1-4 0 15,0-2 0-15,0-2 0 0,2-4-23 0,-2-3-4 16,0 1-1-16,-3-4 0 0,-1-3-12 0,-1 3-2 15,-3 0-1-15,-1 0 0 0,0-1 23 0,-3 0 5 16,-1 1 1-16,-2 1 0 0,0-4 14 0,-2 3 0 16,-1-2 0-16,-1 0 0 0,-2 1 32 0,-1 0-1 15,-3 2 0-15,-1-1 0 0,-3 3 8 0,-5 3 1 0,-1 2 1 16,-4 0 0-16,-2 2-2 0,-2 2-1 16,2 2 0-16,0 4 0 0,3 0-30 0,-1 4-8 0,2 3 0 0,1 3 0 15,1 1-44-15,1 2-9 0,1 5-3 0,0 0 0 31,4 1-140-31,-1 1-28 0,2-3-5 0</inkml:trace>
  <inkml:trace contextRef="#ctx0" brushRef="#br0" timeOffset="42150.05">7581 8206 2188 0,'-6'2'97'0,"1"2"20"0,1 0-93 0,1-2-24 0,2 2 0 0,-1 0 0 0,1 1 77 0,-4 2 11 16,-2 8 3-16,-7 5 0 0,-2 4-79 0,-5 7-12 16,-5 1-8-16,-5 3 8 0,-2 3-47 0,-2 1-1 15,0-1-1-15,5-1 0 16,-1-6-23-16,3-2-4 0,4-10 0 0,4-3-1 0,4-3 17 0,3-7 4 16,5-4 1-16,2-2-516 15,1-5-103-15</inkml:trace>
  <inkml:trace contextRef="#ctx0" brushRef="#br0" timeOffset="42282.61">7411 8259 691 0,'-2'6'61'0,"0"-2"-49"15,1 2-12-15,1-2 0 0,0 2 356 0,1 3 69 0,-1 7 14 16,0 6 2-16,0 10-333 0,0 5-66 16,1 2-14-16,0-4-2 0,2-1-46 0,1-6-10 0,1-5-2 0,2-5 0 31,0-4-155-31,1-6-31 0,2-4-6 0</inkml:trace>
  <inkml:trace contextRef="#ctx0" brushRef="#br0" timeOffset="42799.5">7877 8310 1094 0,'-1'1'97'0,"-1"-1"-77"16,1 0-20-16,1 0 0 0,0 0 186 0,-1 0 34 16,0 0 6-16,-4 0 2 0,-1 0-106 0,-2 2-21 15,-2-2-4-15,-1 0-1 0,-1 3-44 0,-2 1-10 16,2-2-2-16,-3 2 0 0,0 2-59 0,-2 0-12 15,1 4-2-15,0 2-1 0,1 2-33 0,0 1-6 16,0 3-2-16,1-4 0 0,5 2 22 0,0-4 4 16,3 1 1-16,2-4 0 0,4 0 12 0,0-2 4 15,3-1 0-15,1-3 0 0,4 0 18 0,2 1 4 16,1-1 1-16,4 1 0 0,0 1 9 0,2-5 0 16,4 1 0-16,2 2-8 0,3-1 16 0,3-2 3 0,-2 1 1 15,0 2 0-15,0-3 16 0,1 0 4 0,-2 0 1 16,-3 0 0-16,-3 0 8 0,-5-4 2 0,-3 4 0 0,-4-2 0 15,-4 2-7-15,-4-4 0 0,-1 2-1 0,-1-2 0 16,-4-5-2-16,-2-1 0 0,-2-6 0 0,-1-2 0 16,-2-2-33-16,-2-9 0 0,-1-1 0 0,1-3 0 31,2 0-140-31,1 1-34 0,2 2-7 0,0 3-2 16,0 5-67-16,2 2-14 0,0 5-2 0,3 8-1 0,0 0 244 0,2 5 49 0,-2 4 10 0,1 5 1 15,0 3 14-15,1-1 2 0,-2 6 1 0,1 3-313 16,0 3-62-16</inkml:trace>
  <inkml:trace contextRef="#ctx0" brushRef="#br0" timeOffset="43067.09">8002 8271 806 0,'5'-2'72'0,"-3"2"-58"16,-1 0-14-16,-1 0 0 0,-1 0 215 0,1 0 40 16,0 0 8-16,0 0 1 0,-2 2-127 0,-3 2-25 15,-5 2-6-15,-5 4-1 0,-2 0-42 0,-4 2-9 16,-2 1-2-16,0 3 0 0,-2 2-52 0,3-1-8 15,1-4-4-15,1 4 0 16,0-3-53-16,3 1-11 0,1-2-3 0,1 0 0 16,1-1-32-16,5-4-6 0,2-2-2 0,1-1 0 0,4-5 50 0,1-5 9 15,2-1 3-15,2-2 0 0,2-7 44 0,2 2 13 16,1-6 0-16,1 3 0 0,1-5 34 0,1 4 14 16,0 1 4-16,0 3 0 0,0 5 24 0,-1 0 4 15,-2 6 2-15,0 4 0 0,0 2-6 0,-1 6-2 0,1-1 0 0,-1 8 0 16,2 5-42-16,-2 5-8 0,2 3-1 0,-1 1-1 31,-1 4-156-31,-3-5-31 0</inkml:trace>
  <inkml:trace contextRef="#ctx0" brushRef="#br0" timeOffset="80582.58">5595 11578 115 0,'4'-5'0'0,"0"1"10"0,-3 1-10 0,-1 0 0 16,0 1 0-16,0 1 0 0,0 1 80 0,-1-5 15 16,-2 0 2-16</inkml:trace>
  <inkml:trace contextRef="#ctx0" brushRef="#br0" timeOffset="82281.98">5540 11537 288 0,'0'2'25'0,"0"-2"-25"0,0 0 0 0,0 0 0 16,0 0 196-16,0 0 35 0,0 2 6 0,-1-2 2 15,-1 0-95-15,1 2-18 0,-1 2-4 0,2-4-1 16,0 0-36-16,0 0-7 0,0 0-2 0,-13 19 0 16,12-18-43-16,1 1-9 0,1 1-1 0,0-3-1 15,1 1-11-15,0 2-3 0,1-3 0 0,-1 2 0 16,1-2 21-16,-1 0 4 0,1-2 1 0,-1 2 0 16,0 0 3-16,0 2 1 0,-1-2 0 0,0 0 0 15,-1 0-14-15,-1 0-2 0,1 1-1 0,-1 2 0 0,-1-2-10 16,1 2-3-16,1-3 0 0,0 0 0 0,0 0-8 0,-11 18 0 15,9-12 9-15,-2 0-9 16,0 1 0-16,0-1 8 0,2 1-8 0,-2 2 0 16,2-3 0-16,-2 1 0 0,2 0 0 0,-2-1 0 15,0 0 0-15,2-2 0 0,-3 2 0 0,1-1 0 0,0-1 0 0,2-1 0 16,-1 1 0-16,1-2 8 0,1 2-8 16,-2-1 0-16,2-1 0 0,0 2 0 15,1-2 0-15,-1 2 0 0,1 0 0 0,-2-1 0 0,1 2 0 16,0-1 0-16,0 2 0 0,-3 0 0 0,0 1 0 15,0-1 0-15,-2 0 0 0,0 0 0 0,1 2 0 0,-2-2 0 16,2-3 0-16,1 2 0 0,-1 0 0 0,0 0 0 16,1-3 0-16,2 3 0 0,0-4 0 0,0 1 0 15,1 1 0-15,1-3 8 0,1 0-8 0,1 1 0 0,0 1 0 16,0-2 0-16,2 4 0 0,-1 0-10 0,2 1 10 0,0-4 0 16,0 4 0-16,1-1-8 0,-1-1 8 0,0 0 0 15,1-1 0-15,-1 2 0 0,1-1 0 0,0 0 0 16,0 1 0-16,0-2 0 0,2 0 0 0,-1 0 0 15,1 1 0-15,2-3 0 0,1 0 0 0,1 1 0 16,2-1 0-16,-1-1 0 0,3-2 0 0,-1 1 0 16,-1 0 0-16,2 0 0 0,-1-1 0 0,-2 2 0 15,3 1 0-15,-1-3 0 0,-1 1 0 0,1 1 0 16,-2-3 0-16,0 2 8 0,-2 2-8 0,1-3 0 16,1 2 8-16,-1 1-8 0,-1 0 11 0,1-2-11 15,1 2 0-15,-2-3 0 0,0 3 0 0,0 0 0 16,0 3 0-16,0-3 0 0,1 0 0 0,-1 2 0 0,0-2 0 15,0 0 0-15,0 4 0 0,0-4 0 0,0 0 0 0,0 0 0 16,1 0 0-16,0 0 0 0,0 0 0 0,1 2 0 16,-1-2 0-16,2 0 0 0,-2 2 0 0,-1-2 0 15,0 2 0-15,0-1 0 0,-1 1 0 0,0 1 0 16,-1-2 0-16,-1 2 0 0,1-1 0 0,0 0 0 16,-1 0 0-16,1 1 0 0,0-3 9 0,2 1-9 15,-1 1 0-15,0-2 9 0,1 0-9 0,0-2 8 16,0 1-8-16,0-2 8 0,0 1-8 0,2 0 10 15,-2 0-10-15,0 2 10 0,1-3-10 0,-1 2 0 16,1 1 0-16,-3 0 8 0,3 0-8 0,-3 0 0 16,3 0 0-16,-1 0 8 0,1 0-8 0,2-2 0 15,-1-1 0-15,1 2 0 0,1-3 0 0,0-2 0 16,-1 1 0-16,1 1 0 0,-1 1 9 0,1-2-9 16,0 4 10-16,1-3-10 0,-2 1 9 0,1 1-9 0,-2 1 8 0,-1-2-8 15,0 3 8-15,-1 0-8 0,2-2 0 0,-1 2 8 16,2-1-8-16,1 1 0 0,-2-3 0 0,2 3 0 15,-1-2 8-15,2 0-8 0,-3 2 0 0,2 0 8 16,-1 0-8-16,1 0 0 0,-2 0 0 0,2 0 8 16,-3 0-8-16,2 2 10 0,0 0-10 0,-2-2 10 15,2 0-10-15,-1 3 0 0,1-3 0 0,-1-3 8 16,1 3-8-16,1-4 0 0,0 4 0 0,1-5 0 16,0 2 0-16,1-1 0 0,2-2 0 0,2 0 8 15,0-2-8-15,0 2 0 0,-1 0 0 0,-1-3 8 16,2 3-8-16,-1-1 12 0,0 2-12 0,-1-2 12 15,-1 4-12-15,1-1 0 0,-1 0 9 0,1-1-9 16,-2 4 0-16,0-1 0 0,-1-1 0 0,2 2 0 0,0 1 0 0,1-3 0 16,1 1 0-16,1 1 0 0,-2-2 0 0,1 1 9 15,1-2-1-15,-1 3-8 0,2-2 0 0,-1 0 0 16,0 0 0-16,0 3-9 0,-2-4 9 0,-1 4 0 16,1-2 0-16,-2 2 0 0,1 0 9 0,-4 0-9 15,2 0 12-15,-1 0-12 0,0 2 8 0,-1-2-8 16,-1 0 0-16,1 2 0 0,1 0 0 0,-2 1 0 15,2-2 0-15,-1 4 0 0,1-4 0 0,-2 2 0 16,2 0 0-16,-1-3 0 0,1 3 0 0,-1-2 0 16,1 1 0-16,-1-2 0 0,-1 3 0 0,0 1 0 15,-1-4 0-15,1 2 0 0,-1-2 0 0,0 1 0 16,1 2 0-16,-1-3 0 0,3 0 0 0,-3 0 0 16,1 0 0-16,-2-3 0 0,4 2 0 0,-2-1 0 0,1 2 0 15,1-4 0-15,1 4 0 0,0-3 0 0,0 1 8 16,0 1-8-16,-1 1 0 0,0 0 10 0,2 1-10 0,0 1 8 15,2 2-8-15,-2 1 0 0,-1-1 0 0,-1 0 0 16,-1-1 0-16,0 0 0 0,1 0 0 0,0 2-11 16,1-1 2-16,-1 0 0 0,2-1 0 0,-1-1 0 15,2 1 9-15,-2-3 0 0,1 2 0 0,0 0-8 16,1 1 8-16,0-2 0 0,1 4 0 0,-3-1-8 16,-1-2 8-16,-2-1 0 0,1 2 0 0,-3-2 0 15,1 1 8-15,-2 1-8 0,1-2 8 0,-1 2-8 16,1 0 0-16,-1 0 8 0,0 3-8 0,1-4 0 15,-1 2 0-15,0-1 0 0,1 0 0 0,-1-1 0 16,3 0 0-16,-2 1 0 0,1 0 0 0,2 1 0 0,0-2 0 0,0 1 0 16,0-3 0-16,-2 0 0 0,-1 0 0 0,0 0 0 15,0-3 0-15,-1 1 0 0,-1 1 10 0,0 1-2 16,-2-3-8-16,-1 3 12 0,2 0-12 0,-2 0 9 16,-1 3-9-16,0-3 8 0,0 0-8 0,0 1 0 15,-2 1 0-15,2-2 0 0,-1 3 0 0,0-2 0 16,-1-2 0-16,1 1 0 0,0 0 0 0,-2-3 0 15,0 3 0-15,-1 0 0 0,0-2 0 0,-1 1 0 16,1 1 0-16,-1-3 0 0,0 0 0 0,-1 0 0 16,1-1 10-16,-1-2-10 0,1 0 12 0,0-3-12 15,0-1 12-15,1-2-12 0,2-2 8 0,-1-4-8 16,2-2 0-16,-1 2 0 0,1-1 0 0,-3-1 0 16,2 2-8-16,-1-1 8 0,-2 1 0 0,0 2 0 0,0 2-8 15,-1 2 8-15,0-1 0 0,1 1 0 0,0-2 0 0,-1 3 0 16,1 1 0-16,1 3 0 0,-1-4 0 0,1 1 0 15,2 2-8-15,-1 0 8 0,0 1-13 0,1-1 5 16,1 3 8-16,-1-1-13 0,0 1 5 0,-1 1 8 16,1 0-11-16,-2 4 11 0,0-2-8 0,0 2 8 15,-1 0 0-15,0 2 0 0,0-2 0 0,0 4 0 16,0-1-11-16,0-3 11 0,0 0-13 0,-6 25 5 16,1-12-15-16,-1 3-2 0,-1 0-1 0,-1 3 0 15,0-1-129 1,-3 1-25-16</inkml:trace>
  <inkml:trace contextRef="#ctx0" brushRef="#br0" timeOffset="82738.14">8631 11436 1555 0,'-15'4'68'0,"5"-2"16"0,2 2-68 0,4-7-16 0,3 6 0 16,2-3 0-16,-2 0 144 0,1-3 26 0,-1 3 5 0,-2 3 1 15,4-6-101-15,1 3-20 0,-1 0-4 0,-1 0-1 16,0 0-13-16,0 0-2 0,0 0-1 0,0 0 0 15,0 0-26-15,0 0-8 0,20 21 0 0,-19-5 0 16,-2 8 0-16,-4 7 0 0,-3 10 0 0,-3 3 0 0,-3 3 0 0,0 1 0 16,-1-1 0-16,0-3 0 0,4-6 0 0,1-6-19 15,3-7 4-15,0-5-716 16,4-6-143-16</inkml:trace>
  <inkml:trace contextRef="#ctx0" brushRef="#br0" timeOffset="83449.92">6231 11600 1670 0,'-10'2'74'0,"1"0"15"0,2 1-71 0,1 0-18 0,2-3 0 0,2 1 0 16,-2 2 200-16,-2-1 36 0,-5 5 7 0,-3-1 1 15,2 4-180-15,-1-4-37 0,5 0-7 0,-1 0-2 16,4 0-18-16,1 2-11 0,2-2 2 0,1 0 0 16,1 3 9-16,0 1-13 0,0 2 5 0,1 2 8 15,-1 2-9-15,1 2 9 0,-1 2 0 0,0 1 0 16,0-1-10-16,0 1 10 0,0 1-8 0,0-3 8 15,0 1-99-15,0-6-14 16,3 4-3-16,-1-6-566 0,1 0-113 0</inkml:trace>
  <inkml:trace contextRef="#ctx0" brushRef="#br0" timeOffset="83716.25">6534 11623 1785 0,'1'1'159'0,"0"-1"-127"15,1-1-32-15,0 1 0 0,1 0 95 0,0 0 13 16,3-3 2-16,2 3 1 0,3-2-83 0,0 0-16 16,-1 2-3-16,-3 2-1 0,2 0-8 0,-3 1 0 15,0 0 0-15,-1 0 0 0,-1 3-22 0,-1 4 0 16,-2 2 0-16,-1 4 0 0,0 7-1 0,-3 1 0 0,-2 5 0 15,0 3 0-15,1 0 15 0,-1-1 8 0,2-3-10 0,1-2 10 16,3-5-39-16,1-1-1 0,3 0-1 0</inkml:trace>
  <inkml:trace contextRef="#ctx0" brushRef="#br0" timeOffset="84116.29">7292 11629 1382 0,'-5'-3'61'0,"0"0"13"0,3 0-59 0,-1 1-15 16,1 0 0-16,-1 2 0 0,2-2 77 0,-4-2 13 15,-2-2 2-15,-2 0 1 0,-1 0-57 0,3 0-12 16,-1 2-3-16,4 1 0 0,1 3 3 0,2 0 1 15,-1 3 0-15,4-2 0 0,-1 4 0 0,1 1 0 0,2 2 0 16,0 1 0-16,-1 3-3 0,2 4-1 0,-2 0 0 0,0 0 0 16,0 2-9-16,-1 2-1 0,2 1-1 0,-3-2 0 31,2 3-95-31,-2-5-19 0</inkml:trace>
  <inkml:trace contextRef="#ctx0" brushRef="#br0" timeOffset="84632.55">7260 11851 1184 0,'-1'-12'52'0,"-1"5"12"0,1 0-52 0,0 4-12 0,0 0 0 0,-1 1 0 0,1 1 158 0,-1 1 29 15,-2-3 5-15,-2-1 2 0,-2 4-60 0,1 2-12 0,1 3-2 16,-2 1-1-16,1 4-36 0,1 2-7 0,0 4-2 0,2 3 0 16,-1 3-52-16,2 6-10 0,1 4-3 0,1 3 0 15,-1 0-9-15,1 3-12 0,0 3 2 0,-1 0 1 16,-1-1 9-16,1 2 0 0,-1-1 0 0,1-4 8 16,0-1 1-16,1-5 1 0,1 1 0 0,0-1 0 15,0 1 6-15,1 3 0 0,3 0 1 0,0-1 0 16,2 2-8-16,0 1-1 0,2 2-8 0,-1-2 12 15,0-5-27-15,0-6-5 0,-1-2-2 0,-1-5 0 16,1-7 5-16,-1 0 1 0,0-4 0 0,-1-5 0 16,-1-2-9-16,0-1-2 0,-2-1 0 0,-1-2 0 15,0-3-21-15,-1-4-5 0,-3 0-1 0,-3-2 0 16,-3-7-131-16,-3-3-27 0</inkml:trace>
  <inkml:trace contextRef="#ctx0" brushRef="#br0" timeOffset="84983.77">7207 11911 1324 0,'-4'0'118'0,"0"2"-94"15,2-1-24-15,2 2 0 0,0-3 208 0,-2 1 36 16,0 2 8-16,-3 3 2 0,-2 2-135 0,-2 0-27 16,-1 2-6-16,0 1-1 0,2 0-41 0,-1 0-9 15,0-1-2-15,-2 2 0 0,0 1-23 0,0-3-10 16,-2 2 8-16,0 0-8 0,-2 0 0 0,1-1 0 15,-2-1 0-15,0-1 0 0,1 4-22 0,-1-6 3 0,0 2 1 16,0 0 0-16,1-3-23 0,1 1-5 0,0-1-1 0,0 1 0 31,2-1-37-31,2-3-7 0,3 0-1 0,2-2-1 16,3-1-19-16,4-4-4 0,4-2-1 0,4-4 0 16,5-8-22-16,6-4-4 0,3-4-1 0,6-3 0 0,3-3 79 0,5 1 15 0,1 3 3 0,-2 3 1 15,-3 5 146-15,-6 4 30 0,-2 4 6 0,-4 3 0 16,-4 5 39-16,-2 1 7 0,-1 4 2 0,-2 4 0 15,-1 2-35-15,2 6-6 0,1 0-2 0,-1 6 0 16,-1 3-43-16,-2 0-9 0,0 0-1 0,-1 3-1 16,-1 2-28-16,0-1-6 0,-3-3-1 0,1-7 0 15,-1-1-91-15,1-8-18 0,-1-1-4 0</inkml:trace>
  <inkml:trace contextRef="#ctx0" brushRef="#br0" timeOffset="89166.43">7805 12353 345 0,'-2'0'15'0,"0"-2"4"0,1 1-19 0,0 1 0 15,0-3 0-15,1 3 0 0,-2 0 274 0,1-2 51 16,0 1 11-16,0-2 1 0,-2 1-178 0,1 0-36 15,1 0-7-15,-1 1-2 0,2 1-18 0,-2-3-4 16,1 3-1-16,1 0 0 0,-2 0-24 0,1 0-5 16,1 0-1-16,-1 0 0 0,1 0-31 0,0 0-6 15,0 0-2-15,0 0 0 0,0 0-22 0,0 0 0 16,0 0 0-16,0 0 0 0,0 0 0 0,16 16 0 16,-11-12 0-16,0-2 0 0,1 2 0 0,0-1 11 15,2 3-1-15,-1-2 0 0,0-2 9 0,2 4 1 16,1 0 1-16,1 4 0 0,2 0-3 0,1 5-1 15,2 5 0-15,2 2 0 0,-1 3-17 0,2 1 0 0,-2 5 0 16,1-2 0-16,2 2 0 0,-1-2 0 0,1-3-8 0,-2-2 8 16,-1-3-8-16,0-1 8 0,-3-4-13 0,0-3 5 15,-2-3 8-15,-1-2-10 0,-2-2 10 0,-1-2-10 16,-4-1 10-16,0-2 0 0,-1 1 0 0,-3-2-8 16,0 0-16-16,-3 0-2 0,-1 0-1 0,0-3 0 31,-3 0-184-31,-3-1-37 0</inkml:trace>
  <inkml:trace contextRef="#ctx0" brushRef="#br0" timeOffset="89549.61">8182 12407 1036 0,'-6'3'92'0,"1"-3"-73"0,0 3-19 0,1-3 0 0,4 1 220 0,0-1 41 15,0 0 8-15,0 0 2 0,-1 2-175 0,0-2-36 16,0 0-6-16,0 0-2 0,-1 0 18 0,1-2 3 0,-1 1 1 15,2 1 0-15,0 0-14 0,0 0-2 0,-18-9-1 16,11 7 0-16,-3 0-13 0,-1 0-4 16,-2-1 0-16,-1 3 0 0,-4 3 1 0,0-3 0 0,0 2 0 0,0 2 0 15,-1 2-15-15,0 0-3 0,0 2-1 0,-1 3 0 16,0 1-11-16,1 0-3 0,1 2 0 0,-1 2 0 16,-2 3-20-16,-3 3-5 0,1 3-1 0,-3 3 0 31,-3 5-111-31,-2 5-23 0,-2 3-4 0,-10 9-1023 0</inkml:trace>
  <inkml:trace contextRef="#ctx0" brushRef="#br0" timeOffset="113833.4">17992 12498 1555 0,'0'0'138'0,"0"0"-110"0,0 0-28 0,0 0 0 15,0 0 112-15,1-2 18 0,0 2 3 0,2-4 1 0,0-2-90 0,4 0-19 16,-1-4-3-16,0-3-1 0,-1 1 2 0,1-3 0 15,-1 1 0-15,-1-2 0 0,0-2-15 0,-2-4-8 16,-1 1 10-16,0 1-10 0,-1 0 0 0,-1 3 0 16,1-1 0-16,-2 2 0 0,1-1 20 0,-1 0-1 15,1-2-1-15,1 1 0 0,-1-1 10 0,2-1 1 16,0 2 1-16,2-5 0 0,-1 1-14 0,3-3-2 16,-1 2-1-16,2-1 0 0,-1 2-13 0,1 2 11 15,-1-2-11-15,0 4 10 0,0 4-10 0,-1 2 0 16,-1 2 0-16,-1-1 0 0,-1 3 0 0,0 2 0 15,-1 0 0-15,-1 2 8 0,1-1 8 0,-4 4 2 0,3-4 0 0,-1 1 0 16,-1 2 1-16,2 1 0 16,0-2 0-16,-1 2 0 0,1-2-11 0,0 0-8 0,0 0 9 15,-1 0-9-15,1 0 0 0,1-1 0 0,0 2 0 0,0-2 0 16,0 0 0-16,0 2 0 0,-1-2 0 0,1-1 0 16,0 4 0-16,0-1 0 0,-1-2 0 0,1 4 0 15,0-3 12-15,0 3-4 0,-2-1-8 0,2 1 12 16,-1 0-2-16,0 0-1 0,1 0 0 0,-3 0 0 15,2 1-9-15,0-1 0 0,0 0 9 0,1 0-9 16,0 0 0-16,0 0 0 0,0 0 0 0,0 0 0 16,0 0 0-16,0 0 0 0,-18 19 0 0,14-15 0 15,-1 1 0-15,-2 5 0 0,1-3 0 0,-1 4 0 16,-1 5 0-16,0 0 0 0,-1 0 0 0,2 7-8 16,-1-5 8-16,1 1 0 0,-1 0 0 0,3-2 0 0,0-3 0 0,3 0 0 15,0-5 0-15,0 0 0 0,2-2 0 16,0-4 0-16,0 0 0 0,0 1 0 0,3-4 0 0,-3 0 0 15,1 0 0-15,-1-3 0 0,1 2 0 0,-1 1 0 16,0 0 0-16,0-3 0 0,0 3 0 0,0 0 0 16,0 0 0-16,0 0 0 0,0 0 0 0,0 0-10 15,4-19 1-15,0 10 0 0,1-5-11 0,2-3-1 16,2 0-1-16,1-6 0 0,2 5 4 0,2-4 1 16,0 3 0-16,0-1 0 0,1 3 17 0,-2 1 0 15,0 2 0-15,-1 4 0 0,2 2 0 0,-3-2 0 16,0 4 0-16,-2 0 0 0,-2 2 12 0,1 1-1 15,-4 1 0-15,0 2 0 0,0 0 4 0,0 2 1 16,-2-2 0-16,-1 0 0 0,3 3 5 0,-2-2 2 16,2 2 0-16,-1-3 0 0,0 2 2 0,1-2 1 0,2 1 0 15,-1 2 0-15,0-3-12 0,1 0-2 0,1 0-1 0,-1-3 0 16,1 6-11-16,1-3 8 0,0 0-8 0,0 0 8 16,-1 0 3-16,-1 0 0 0,2 0 0 0,-2 0 0 15,-1 1-11-15,-2 0 10 0,2 3-10 0,0-4 10 16,-1 4-10-16,0-2 0 0,0 2 0 0,-1-1 0 15,1 2 0-15,0-1 8 0,-1 0-8 0,1 0 0 16,0 1 0-16,1-2 8 0,0 1-8 0,0 1 0 16,1-1 13-16,0-1-2 0,0 1-1 0,0 1 0 15,1-1 4-15,0 2 1 0,0-2 0 0,1 1 0 16,0 2-7-16,0-3 0 0,-3 1-8 0,1 1 12 16,0 1-12-16,-1-1 0 0,0 1 0 0,-1 1 0 15,1-2 0-15,-3 2 0 0,1 0 0 0,-2-4 0 0,1 2-8 16,-2-2 8-16,2 0-12 0,-4-2 12 15,2 1-12-15,-1-3 4 0,2 0 8 0,-2 0-13 16,-1 0-53-16,-3-3-10 0,0 1-3 0,-3-2-1162 16</inkml:trace>
  <inkml:trace contextRef="#ctx0" brushRef="#br0" timeOffset="116187.88">18824 8752 230 0,'-6'-3'20'0,"1"0"-20"0,1-3 0 0,2 2 0 15,0 2 412-15,2 2 79 0,0-4 15 0,0-1 3 16,-1-2-365-16,0-3-72 0,1-2-16 0,-1 2-2 0,1 1-26 0,1 0-4 16,-1 4-2-16,0 3 0 0,0-2-10 0,0 4-3 15,1 4 0-15,0 3 0 0,2 8-9 0,-1 10-12 16,1 10 2-16,-2 7 1 0,-1 8 9 0,-2 6-8 16,-1-2 8-16,-1 1-8 0,2 2 8 0,1-2 0 15,0 2 0-15,-1-6 0 0,1-7 0 0,0-2-12 16,1-1 2-16,0-6 0 0,0-3-21 0,0-1-4 15,1-3-1-15,2-2-621 16,-2-3-125-16</inkml:trace>
  <inkml:trace contextRef="#ctx0" brushRef="#br0" timeOffset="116532.5">19423 8895 1555 0,'-13'-7'138'0,"3"5"-110"0,2 1-28 0,1 1 0 16,5 0 138-16,-1 0 22 0,0 1 5 0,-6 1 1 16,-5 5-166-16,-9-1-42 0,-9 6-4 0,-5 2-1 15,-4 1 5-15,-1-2 1 0,1 3 0 0,2-1 0 16,3-2 20-16,2 0 4 0,3-3 1 0,3 0 0 16,3 1 16-16,3-1 0 0,1-3 0 0,2 0 0 15,5-2 26-15,1-2 6 0,6 0 0 0,2-2 1 16,2 1 7-16,3-4 0 0,3 2 1 0,1-1 0 15,3-2-17-15,4-3-4 0,3 2-1 0,2-2 0 16,4 2-19-16,2-1 0 0,3 2 0 0,0 3 0 16,3 2 15-16,-2 2-4 0,0 0-1 0,0 2 0 0,-3 3 17 0,2-2 3 15,1 2 1-15,-1 0 0 0,-2 0-13 0,-1 1-2 16,-1-3-1-16,-1 2 0 0,-1-3-15 0,-3 0-16 16,0-2 3-16,-1-1 1 15,-1-3-145-15,-1-3-29 0</inkml:trace>
  <inkml:trace contextRef="#ctx0" brushRef="#br0" timeOffset="117615.72">18710 7464 921 0,'-7'-1'82'0,"2"-2"-66"0,0 2-16 0,0 1 0 0,4 0 205 0,0-2 38 16,1 2 7-16,-3 0 2 0,1 0-113 0,-3-3-23 16,2 3-4-16,1-1 0 0,3 1-52 0,0-3-11 15,4 3-1-15,-5 0-1 0,0 0-30 0,24-10-5 16,-15 8-2-16,3-2 0 0,-1 4-2 0,-1-3-8 16,-2 3 12-16,1 1-4 0,0 2 1 0,-2 4 0 15,0 4 0-15,1 2 0 0,-2 6 2 0,0 7 0 16,0 5 0-16,1 3 0 0,-1 5 6 0,1-1 2 15,2 0 0-15,0 0 0 0,-1-6-19 0,1-4 0 16,-1-1 0-16,1-4 0 0,1-4 0 0,0 0 0 0,1-3 0 0,-1-4 0 16,-3 1 8-16,0-6-8 0,0 2 0 0,-1-5 0 15,-1-2 11-15,-1 2-2 0,0-4 0 0,-2-3 0 16,0 2 14-16,1-5 2 0,2 0 1 0,-1-7 0 16,2 0-10-16,1-8-3 0,2-3 0 0,2-4 0 15,0-3-13-15,1-1 0 0,1-3 8 0,0 0-8 16,-1 1 0-16,-1 2 0 0,0 1 0 0,-3 2-10 15,1 3 10-15,0 3 0 0,-1 5 0 0,0 4 0 16,-2 6 0-16,-2 0 0 0,1 4 0 0,-4 1 0 16,1 3 0-16,0-1 0 0,-1 2 0 0,-2 2 0 15,-1 3-135-15,-4 0-28 0</inkml:trace>
  <inkml:trace contextRef="#ctx0" brushRef="#br0" timeOffset="185650.29">17465 5952 1382 0,'-6'-15'123'0,"1"5"-99"0,1 0-24 0,3 4 0 15,1 3 202-15,1 2 35 0,0-1 7 0,1-5 2 16,1-2-166-16,0-4-34 0,2 1-6 0,0-1-2 15,-3 4-22-15,1-1-4 0,-2 1 0 0,-1 5-1 16,-1-2-11-16,-3 2 0 0,0 1 0 0,-3-2 8 16,-2 1-8-16,-2 0 0 0,0-1 0 0,-3 0 0 15,1 0 0-15,-1 2 0 0,1-1 0 0,0-1 0 0,2 1 0 16,0 1 0-16,0-2 8 0,1 1-8 0,0 0 0 16,1 1 10-16,1-4-10 0,-2 5 10 0,0-4-10 0,0 2 0 15,-1 0 0-15,-1-1 8 0,-3 2-8 0,-1-1 0 16,0 1 9-16,-3 1-9 0,-3 1 0 0,-2-2 9 15,2 2-9-15,0-4 0 0,-2 4 10 0,3-2-10 16,3 3 8-16,-1-3-8 0,-1 3 8 0,2-3-8 16,0 1 0-16,0 1 8 0,2-2-8 0,0 1 0 15,0 0 0-15,0 0 0 0,0 1 0 0,-2 1 0 16,2-3 0-16,-1 3 0 0,-2-4 0 0,0 2 0 16,-1 2 0-16,-1-4 0 0,0 2 0 0,-3-2 0 15,1-2 0-15,-2 0 0 0,3-3 20 0,1 2 0 16,1-2-1-16,1-1 0 0,2 0-2 0,1-2 0 15,0-4 0-15,-1 0 0 0,2-2-8 0,1 1-1 0,1-1-8 0,-2-1 12 16,0 0-12-16,0 2 9 0,-2-1-9 0,-1-1 8 16,0 3-8-16,-4 0 0 0,-3 1 0 0,-4 1 0 15,-4 3 0-15,-5 0-11 0,-3 2 11 0,-4 0-12 16,5 0-4-16,-6 3 0 0,-5 2-1 0,-1 0 0 16,0 4-1-16,2-2 0 0,0 1 0 0,3-2 0 15,3-1 18-15,0-2-10 0,3-2 10 0,4 0-8 16,3 0 8-16,-1-2 0 0,3 0 0 0,0-1 0 15,0 3 0-15,-2-2 0 0,0-2 0 0,-2 3 0 16,0-1 11-16,-1 0-3 0,1 2 0 0,-1-2 0 16,-1 4 8-16,0-4 2 0,0 4 0 0,1-4 0 15,-1 4-5-15,1-4-1 0,1 1 0 0,1 0 0 16,1 2-12-16,-1-3 8 0,3-1-8 0,-2 1 0 0,-2 0 0 16,1 0 0-16,-2-2 0 0,2-3 0 0,2 3 0 0,2 1-12 15,1-2 12-15,3 1-13 0,1 2 1 0,0-1 1 16,0 0 0-16,0 0 0 0,4-1 11 0,-1 1 0 15,1 4 0-15,-1-5 0 0,0 3 0 0,1-1 0 16,-1 0 0-16,-1 1 0 0,-3 0 0 0,0-1 0 16,1 0 0-16,-3 1 0 0,2 2 0 0,-4 0 0 15,0 1 0-15,-3 1 0 0,0 4 0 0,-2-3 0 16,1 4 0-16,-4 2 0 0,2 0 0 0,0-1 0 16,0 2 0-16,-1-3 0 0,0 2-12 0,1-2 0 15,5 4 0-15,-1-4 0 0,2 2-8 0,0 0-1 16,3 0-1-16,0 1 0 0,2-2 10 0,0 1 3 15,3 1 0-15,1 1 0 0,-1-1 9 0,2 0 0 0,2 0 8 0,-1 0-8 16,1-2 16-16,1 2-2 0,0 0 0 16,0 2 0-16,-2-3-2 0,0 4-1 0,2 0 0 0,-2 0 0 15,-1 3-11-15,1 1 8 0,-1 0-8 0,1 3 8 16,-2 4-8-16,0 1 0 0,1 3 0 0,-1 4 0 16,-2 0 0-16,3 4 0 0,2 1 0 0,2-2 0 15,4-1-12-15,3-2 12 0,4-2-12 0,1-2 12 16,2 2-14-16,4-7 5 0,2-3 1 0,-1 2 0 15,2-2 8-15,0 0 0 0,-1 0 0 0,0-1 0 16,2 0 0-16,-3 1 0 0,1 0 0 0,-1 2 0 16,2 1 0-16,-2 0 0 0,1 4 0 0,-1 1 8 15,1 3-8-15,-1 3 0 0,0-2 8 0,0 3-8 0,-1-2 0 16,0 5 0-16,1-3 0 0,-1 2 8 0,0-2-8 0,-2 0 0 16,2-2 0-16,-2-4 0 0,1 0 0 0,-1-3 0 15,-1-3 0-15,2-4 0 0,0 0 0 0,-1 1 0 16,1-2 0-16,0 0 0 0,0-1 0 0,0 0 0 15,1 0 0-15,-1 0 0 0,2-2 0 0,-1 1 0 16,3-2 0-16,-2 0-8 0,1-1-3 0,-2 0 0 16,1-4 0-16,0 2 0 0,-1 0-8 0,0-4-1 15,-1 2-1-15,1 0 0 0,-1 0-17 0,-1-2-3 16,-1 2-1-16,-2 2 0 16,0-4-88-16,-2 3-18 0,0-3-3 0,-2 0-430 15,-2-3-87-15</inkml:trace>
  <inkml:trace contextRef="#ctx0" brushRef="#br0" timeOffset="185883.33">12671 5819 1094 0,'-6'3'48'0,"1"-3"11"0,2 0-47 0,1 1-12 0,2 1 0 0,1-2 0 16,2 0 281-16,0 3 55 0,5-2 10 0,3 4 2 16,5 1-240-16,6 2-48 0,3-2-9 0,0 0-3 15,-1 1-14-15,0 2-3 0,1 1-1 0,-3 2 0 16,-1 3-19-16,-3 1-11 0,-2 3 12 0,-2 3-12 15,-3 0 0-15,-1 2 0 0,-2 1 0 0,-1-3 0 16,0-4-10-16,0-2-6 0,2-7 0 0,6-8-1 16,3-4-35-16,9-13-6 0,11-13-2 0,12-15 0 15,6-18-11-15,9-17-2 0,4-14-1 0,9-13 0 16,8-13-106-16,6-4-20 16,2 3-5-16</inkml:trace>
  <inkml:trace contextRef="#ctx0" brushRef="#br0" timeOffset="199949.64">10879 11718 298 0,'5'-10'13'0,"-2"4"3"0,-1 0-16 0,-1-1 0 0,1 5 0 0,-1 1 0 15,-1-2 100-15,1-1 17 0,1 0 3 0,1-4 1 16,-1 2-32-16,0 2-6 0,-1-1-2 0,-2 4 0 16,1-1-22-16,-2 2-5 0,0 0-1 0,-1 2 0 15,1-2-25-15,0 1-4 0,-2 2-2 0,3-3 0 16,-2 0-1-16,2 2 0 0,2-2 0 0,-1 0 0 0,0 0 20 0,1-2 4 15,1 2 1-15,-1 0 0 0,0 0 9 0,2 0 1 16,-2 2 1-16,1-2 0 0,1 0-11 0,-3 0-2 16,0 0-1-16,0 0 0 0,0 0-5 0,0 0-1 15,0 0 0-15,0 0 0 0,0 0-2 0,3 22-1 16,-5-15 0-16,-2 3 0 0,1-3-14 0,-2 4-2 16,0-1-1-16,0 2 0 0,0-2-17 0,0 0 0 15,0 0 0-15,2 0 0 0,2-1 0 0,0-1 0 16,-2 2 0-16,1 0 0 0,1-1 8 0,0-2-8 15,1 2 0-15,0-2 0 0,1 2 12 0,-1-2-4 16,2 2 0-16,-1 0-8 0,1 0 16 0,0 1-4 16,-1 3-1-16,2-1 0 0,-1 0-11 0,1 2 0 15,1 1 9-15,0-1-9 0,-1-2 0 0,1 0 0 0,1 2 0 16,0-2 0-16,-1 1 0 0,3-4 0 0,-2 4 0 0,1-5 0 16,0 0 0-16,0 1 0 0,2 0 0 0,-3-2 0 15,1 1 0-15,0-3 0 0,0 4 0 0,1 0 0 16,1-3 0-16,-1 1 0 0,1 2 0 0,-1-3 8 15,-1 0-8-15,2 2 0 0,-2-2 0 0,0-3 0 16,-1 2 0-16,1-3 0 0,0 0 8 0,2-1-8 16,-1-1 8-16,2-1-8 0,0-1 8 0,1-2-8 15,-1 0 0-15,1-2 8 0,0 0-8 0,-1 1 0 16,1 0 0-16,-2-1 0 0,0-3 0 0,-2 3 0 16,1 0 0-16,0 2 0 0,0 0 0 0,-1-2 8 15,0 1-8-15,2 0 0 0,-1 0 0 0,1-1 0 0,0 2 0 16,0-2 0-16,0 0 0 0,-1 0 0 0,0 2 0 0,0-2 0 15,0 2 0-15,-1-2-8 0,0 2 8 0,-1-1 0 16,1 4 0-16,-1-4 0 0,0 4 0 0,0-1 0 16,-1 2 0-16,-1 0 0 0,1-3 0 0,1 3-8 15,0 3 8-15,0-3-8 0,1 0 8 0,1 0 0 16,2-3 0-16,1 2 0 0,-1 1 0 0,2-3 0 16,1 0-9-16,1-4 9 0,1 1 0 0,1 3 0 15,0-4 0-15,-1 1 0 0,0 3 0 0,3-4 0 16,-3 5 0-16,0-2 0 0,0 2 8 0,-1-1-8 15,1 3 8-15,-1 0-8 0,0 0 0 0,0 3 8 16,1 0-8-16,-2 2 0 0,1 2 0 0,-2-3 8 16,-1 5-8-16,1-3 0 0,0 0 0 0,-1 2 0 15,0 1 0-15,0-3 0 0,0 0 0 0,1 1 8 0,0 0-8 16,-1-1 12-16,0 0-4 0,-1 3 0 0,3-3 0 0,-2 0 0 16,-2 0 4-16,1 2 0 0,1 0 0 0,0 2 0 15,-2-1-12-15,2 1 0 0,-1 0 9 0,-1 2-9 16,0-2 0-16,1 2 0 0,-1-2 0 0,0 2 0 15,0-3 0-15,1 1 0 0,-2 0 0 0,2-4 0 16,0 4 0-16,-1-4 0 0,0 0 0 0,-1 0 0 16,1 2 0-16,-2-2 0 0,-1 3 0 0,0-3 0 15,-2 0 0-15,0 0 0 0,-2 2 0 0,-1 0 0 16,0-1 0-16,-1 2 0 0,0-2 0 0,-2 0 0 16,2-2 0-16,0 1 0 0,-3 0 0 0,0 1 0 15,-1-3-11-15,0 1 0 0,0 2 0 0,0-1 0 0,1-3-4 16,-1 4-1-16,0-4 0 0,1 4 0 0,0-5 16 15,0 2 0-15,2-4-10 0,0 2 10 0,0-4 0 0,1 2 0 16,0-4 0-16,1-2 0 0,-1 0 0 0,1-3 0 16,0-1 11-16,0-2-11 0,0-1 8 0,1 0-8 15,1-3 0-15,0-3 9 0,-1 1-9 0,1 2 0 16,-1-1 0-16,2 3 0 0,-2 0 0 0,2-1 0 16,-1 3 0-16,2 1 0 0,0-4 0 0,1 1-11 15,2 2 11-15,0 0-8 0,2-3 8 0,-2 1-13 16,3 2 5-16,0-2 8 0,0-1-9 0,0 2 9 15,-1 2 0-15,-1 1 0 0,0 2 0 0,-2 0 0 16,0 1 0-16,-1 1 0 0,0 5 0 0,-1-4 0 16,-1 4 0-16,0 1 0 0,-2 0 0 0,2 1 0 15,-2-1 0-15,1 2 9 0,1-2-9 0,-1 0 0 0,2 3 0 16,0-3 0-16,-1 0 0 0,4 0 0 0,-3 0 0 16,1-3 0-16,2 3 0 0,-1-3 0 0,0-2 0 0,3 1 0 15,-2 0 0-15,2 2 0 0,-2-4 8 0,2 2-8 16,1 0 9-16,-2-1 0 0,1 2 0 0,0 0 0 15,1 0 4-15,1-1 1 0,-1 0 0 0,1 2 0 16,-1-1-14-16,2 2 0 0,2-2 0 0,-2 0 0 16,2 0 0-16,-1 0 0 0,2 0 0 0,-1 3 0 15,-1-4 0-15,1 2 0 0,1 1 0 0,1 1 0 16,-1 0 0-16,-2 0 0 0,1 0 0 0,-1 0 0 16,2 0 0-16,0 0 11 0,0 0-3 0,-3 0-8 15,2 0 12-15,-1 1-12 0,1 1 12 0,0-2-12 16,2 0 0-16,-1 2 0 0,-1 0 0 0,1-2 0 0,0 0 8 15,0 3-8-15,0-3 0 0,1 1 0 16,0 1 0-16,-1 1 0 0,-2-2 0 0,2 4 0 0,0-4 0 16,1 4 0-16,-1-1 0 0,1 0 0 0,0-1 9 0,0 2-1 15,0-1-8-15,2 2 12 0,-2-3-12 0,2 4 9 16,2-3-9-16,1 1 8 0,1 1-8 0,-1-3 0 16,3 1 0-16,2 0 8 0,1-2-8 0,0 1 0 15,3 1 9-15,-1-4-9 0,-3 2 9 0,2-2-9 16,0 1 12-16,-2 2-12 0,1-3 18 0,-2 2-3 15,-2-2-1-15,0 0 0 0,-2 0-1 0,0 0 0 16,-1 1 0-16,-3 2 0 0,0-3-1 0,0 2-1 16,-2 2 0-16,0 0 0 0,-1 0-11 0,1 0 0 15,-1 3 0-15,3-1-11 0,-3-1 11 0,2 1 0 16,-1 0 0-16,0 0-8 0,-1 1 8 0,-1-1 0 0,1-4 0 0,-2 4 0 16,2 1 0-16,-2-4 0 0,2 3 0 0,-2-2 0 15,-2 0 0-15,-1 1 0 0,-1-1 0 0,-1-2 8 16,-2 2-8-16,-1-4 8 0,1 2-8 0,-1 2 8 15,0-3-8-15,-2 2 0 0,2-1 0 0,-1-2 8 16,0 1-8-16,0 2 0 0,0-3 0 0,1 0 0 16,1 2 0-16,-1-2 0 0,-1 0 0 0,1 0 0 15,1-2 0-15,-1 2 0 0,0-3 0 0,-1 2 8 16,1-4-8-16,0 4 0 0,-1-4 8 0,1 1-8 16,1 1 10-16,0-4-2 0,-1-3-8 0,-1 1 12 15,0 0 4-15,1-5 0 0,2 2 0 0,-1-3 0 16,2 1-8-16,2 0-8 0,-1-2 11 0,1 2-11 15,1-1 0-15,0-1 0 0,1 4 0 0,-1-4 0 0,0 3 0 16,0 1 0-16,-2 2 0 0,0 0 0 0,-2 1 0 16,0 2 0-16,-2-2 0 0,0 2 0 0,-2 1 0 0,-1 0 0 15,1-1 0-15,-1 1 0 0,0 0 9 0,0-3-9 16,0 2 0-16,2-3 9 0,2 1 1 0,0-3 0 16,2 2 0-16,1 0 0 0,0-1-10 0,3 4 0 15,-1 1 0-15,0-1 8 0,0 1-8 0,-1 2 8 16,-2-2-8-16,1 3 8 0,-1 0 2 0,-1 1 0 15,0 0 0-15,-1 0 0 0,-1 2-10 0,0-4 10 16,1 2-10-16,-2 2 10 0,-1 0-10 0,-1-3 0 16,0 3 0-16,-1-1 0 0,0 1 0 0,0 0 0 15,0-2 8-15,0 0-8 0,1 0 0 0,1-2 0 16,-1-1 0-16,-1 4 0 0,0-2 0 0,1 0 0 16,-1-2 0-16,0 0 0 0,1 0 0 0,-2 1 10 0,1-2-10 0,-1 2 10 15,0-2-10-15,-2 0 0 0,-1 2 0 0,-1-2 8 16,1 0-8-16,-3 0-9 0,-1-3 9 0,-3 2-13 31,-4-2-123-31,-6-1-24 0</inkml:trace>
  <inkml:trace contextRef="#ctx0" brushRef="#br0" timeOffset="204833.33">10951 11405 806 0,'-1'0'36'0,"1"-3"7"0,0 3-35 0,1-1-8 0,0-1 0 0,0-1 0 15,2 2 173-15,1-5 33 0,2-4 6 0,1-2 2 0,3-3-146 0,1-1-28 16,-1 0-7-16,0-3-1 0,1 3-18 0,-1-3-4 15,-1 3-1-15,-2-2 0 0,-1 2-9 16,-2 2 0-16,-2-2 0 0,-2 4 0 0,-1-1 20 0,-1 3 1 16,-3-2 1-16,1 0 0 0,-1 2 30 0,-1 0 7 15,0-1 1-15,0 1 0 0,-1 0-13 0,-1 0-3 16,0-1 0-16,-3 1 0 0,1 0-30 0,0 0-6 16,-2 0-8-16,-2 2 11 0,-2-1-11 0,-2 4 0 15,-3 3 0-15,-1 2 0 0,-3 0 0 0,3 6-14 16,2 0 5-16,0 4 1 0,3 2 8 0,-1 4-8 15,2-2 8-15,1 3-8 0,3 3 8 0,1-1-8 16,0 7 8-16,2-2-8 0,2 5 8 0,3-3 0 16,3 2-9-16,0-3 9 0,3-3 0 0,3-2 0 15,1-3 0-15,3-1 0 0,-2-2-9 0,3-4 9 0,0-1 0 0,1-3 0 16,0-4-14-16,0-1 4 0,2-2 1 0,-2 0 0 16,2-4 9-16,1-1 0 0,1-3 0 0,0-3-8 15,1 2 8-15,-1-2 0 0,0-1 0 0,-2 1 0 16,1 2 0-16,-2 0 0 0,-2 0-9 0,-1 1 9 15,-2 3 0-15,-2 3 0 0,-1-1-9 0,-3 1 9 16,0 3 0-16,-1-2 0 0,0 1 0 0,-1 1 0 16,0 3 0-16,-2 0 8 0,0-2-8 0,-1 4 0 15,4-5 10-15,0 0-10 0,-13 26 10 0,10-11-10 16,0 1 0-16,2 1 0 0,0 4 0 0,1-1 0 16,1 2 0-16,0 3 0 0,1 3 0 0,1 1 0 15,1 3 0-15,0 1 0 0,-1 2 0 0,0 1 0 0,-2-1 0 16,-1-1 0-16,-2 1 0 0,-1-3 0 0,-2 0 11 15,0-3-11-15,-1-1 12 0,-1-1-12 0,-3 3 17 0,0 1-3 16,1 1-1-16,2-5 0 0,1-1-3 0,-1-1-1 16,1-2 0-16,0-2 0 0,1-2-9 0,1-3 10 15,-1-2-10-15,2-3 10 0,0-1-10 0,2-4 0 16,-1-2 0-16,-1-2 0 0,-1-2 0 0,-1-2 8 16,-1-2-8-16,-4-2 0 0,-1-3 10 0,-5-1-10 15,-1 0 12-15,-3-5-12 0,1 2 0 0,0-3 0 16,-2-3 0-16,-2-3 0 0,0-7-9 0,1 1-9 15,-1-3-2-15,4 0 0 16,3 1-44-16,1 5-10 0,5 0-2 0,0 3-814 0</inkml:trace>
  <inkml:trace contextRef="#ctx0" brushRef="#br0" timeOffset="205200.04">11167 11547 1612 0,'-1'0'144'0,"0"0"-116"0,1 0-28 0,1 0 0 0,0 0 164 0,1 0 26 15,0 0 6-15,0 0 0 0,2 0-140 16,0 3-29-16,0-2-6 0,-2 3-1 0,-2 1-9 0,-4 2-3 16,-1 4 0-16,-2 3 0 0,-3 4-8 0,-2 1 0 15,-3 4 9-15,-1 2-9 0,0 0 0 0,1-3 0 16,1 0 0-16,2-3 0 0,5-3-29 0,0-6-1 15,4-2 0-15,0-3-670 16,3 0-133-16</inkml:trace>
  <inkml:trace contextRef="#ctx0" brushRef="#br0" timeOffset="206685.15">12411 11086 403 0,'0'2'17'0,"0"-2"5"0,0 0-22 0,0 0 0 0,0 0 0 0,0 0 0 16,0 0 319-16,0 0 59 0,-1 0 12 0,0 0 2 16,-2 0-224-16,3 0-46 0,0 0-9 0,0 0-1 15,-17-12-48-15,12 6-8 0,-1-4-3 0,0-1 0 16,-2-3-53-16,1-4 0 0,-2-2 0 0,-1-2-8 16,2 1-13-16,-2 1-3 0,0-1 0 0,-2 3 0 15,0 2 24-15,0 4-9 0,0-3 9 0,-3 3 0 16,-1 2 0-16,0 4 0 0,-2 2 0 0,1 2 0 15,-2 2 19-15,0 0-3 0,-1 2 0 0,-2 4 0 16,-2-2-8-16,2 5-8 0,1-2 9 0,1 5-9 16,4 1 0-16,1 3-12 0,3-1 1 0,1 1 0 0,3-3 11 0,1 6-13 15,2 1 5-15,-1-2 8 0,3 1-8 0,2-3 8 16,2 2 0-16,4-4 0 0,1-2 0 0,3-3 0 16,2-2-9-16,3-2 9 0,2-3 0 0,0-2-8 15,2-2 8-15,2 0 0 0,0-4-10 0,1 0 10 16,-1-1-8-16,-3 0 8 0,-1-2 0 0,-3 2 0 15,-4 2 0-15,0-1 0 0,-3 2 0 0,-1-2 0 16,-1 3 0-16,-3 2 0 0,0-1 0 0,1 0 0 16,-1 0 10-16,0 2-10 0,0 0 0 0,1-3 0 15,-1 3 0-15,1-1 0 0,1 1 0 0,-1 1 0 16,2-1 0-16,0 0 0 0,2 0 0 0,-1 3 0 16,1-1 0-16,1 0 0 0,1 3 0 0,-1 2 0 15,1 2-8-15,0 1 8 0,0 3 0 0,0 3 0 0,0 5 0 16,-2 4 0-16,0 3 8 0,-1 7-8 0,-1 1 0 0,-2 5 0 15,2 0 0-15,-4 3 0 0,-1 7 0 0,-3 6 0 16,-1-4 0-16,-1 4 0 0,-3 0 0 0,1-1 0 16,-3-1 0-16,1-4 0 0,-1-4 0 0,1-9 0 15,0-6 0-15,1-5 0 0,0-1 0 0,-2-7 0 16,1-6 8-16,-2 2 1 0,-3-2 1 0,-2-1 0 16,0-1 3-16,-3 0 1 0,0-3 0 0,-1 0 0 15,2-4-14-15,2-2 0 0,1-2 0 0,2-4 0 16,1-3 0-16,2-4 0 0,1-6 0 0,1-3 0 15,2-6 0-15,1-5 0 0,3-3 0 0,3-2 0 16,3-1 0-16,3 0-10 0,1 4 10 0,4 4-8 16,2 4 8-16,0-2 0 0,2 5-9 0,-1-1 9 15,1 6 0-15,-2-2 0 0,2 3-9 0,-1 4 9 0,0 2 0 0,1-1-8 16,-1 1 8-16,-1 3 0 0,0 0-12 16,-1-1 4-16,-1 4 8 0,-1-1-13 0,3 0-10 0,-1-1-1 15,0 1-1-15,-2 1 0 0,0 1-39 0,0-4-7 16,0 4-1-16,-1-2-840 15</inkml:trace>
  <inkml:trace contextRef="#ctx0" brushRef="#br0" timeOffset="206949.42">12557 11551 1299 0,'4'2'57'0,"-2"-2"13"0,1 2-56 0,-1 0-14 0,0-2 0 0,-1 0 0 16,-1 0 127-16,1 3 22 0,0 0 5 0,0 1 1 16,-1 2-53-16,-2 3-10 0,0 1-3 0,-3 2 0 15,0 0-57-15,0 1-12 0,0 3-3 0,-1-3 0 16,-1 2-32-16,1-1-6 0,1 1-2 0,0-3 0 15,2-2-99-15,-1-4-20 0,3-2-4 0</inkml:trace>
  <inkml:trace contextRef="#ctx0" brushRef="#br0" timeOffset="207599.87">12687 11487 1828 0,'-6'-7'81'0,"1"5"17"0,0-2-78 0,0 0-20 0,1 3 0 0,2 0 0 15,-2 1 117-15,-2 0 20 0,-5-2 4 0,-3-2 1 16,-2 4-96-16,1 0-19 0,2 2-4 0,0 0-1 16,3 1-39-16,2 2-8 0,2-1-2 0,2 0 0 15,0 1-5-15,2-2-2 0,2 3 0 0,1-3 0 0,-1 1 22 0,4 2 4 16,2 0 8-16,1 0-13 0,3 2 13 0,-1 0 0 16,2 2 0-16,-1 0-9 0,0-1 9 0,-2 1 0 15,1 0 0-15,0-2 0 0,-2 2 0 0,0 0 0 16,0 0 0-16,-4 1 8 0,0-1-8 0,-1 0 11 15,0-2-11-15,-4 2 12 0,1 0-1 0,-1-1 0 16,-2-2 0-16,-1 2 0 0,0 1-3 0,-1-4 0 16,0 0 0-16,-1-2 0 0,0 2-8 0,1-3 0 15,-2 0 0-15,1 0 0 0,1 0 0 0,1-3 8 16,-1 4-8-16,1-4 0 0,0 0 18 0,2 3-2 16,1-3 0-16,1 0 0 0,1 0 8 0,0 1 2 15,-2 1 0-15,4-2 0 0,-1 3-10 0,1-2-3 16,3 2 0-16,1-1 0 0,2-2-13 0,4 1 11 15,2-1-11-15,3-1 10 0,2 1-10 0,2-5-9 16,2-1 9-16,1-4-13 0,-1 0-34 0,0 0-6 0,-2-2-2 16,0-3 0-1,-3 1-164-15,-1 2-33 0</inkml:trace>
  <inkml:trace contextRef="#ctx0" brushRef="#br0" timeOffset="208255.07">13279 11117 345 0,'2'4'31'0,"-2"-4"-31"0,-2 0 0 0,2 0 0 16,0 0 391-16,0-3 72 0,-1 3 14 0,0-1 3 0,-3-2-299 0,-1-4-60 15,-3 1-12-15,-4-3-2 0,-1-3-47 0,-2-2-8 16,-1 2-3-16,0-7 0 0,-1-1-29 0,-2-1-5 15,0-1-2-15,2-4 0 0,1 4-13 0,1 0-13 16,2-1 2-16,0 2 1 0,2 5-10 0,-1 1-3 16,-3 8 0-16,0 1 0 0,-1 2 4 0,-1 5 1 15,-2 8 0-15,-1 3 0 0,1 7-2 0,-1 3-1 16,0 10 0-16,3 1 0 0,1 4 11 0,2 3 10 16,2 2-13-16,3-1 5 0,3-5 8 0,3-2 0 15,5-6 0-15,2-6 0 0,4-6 0 0,2-3 0 16,3-7 0-16,2-2 0 0,1-4 0 0,2-4 0 15,-1-1 0-15,1-3 0 0,4-1 0 0,0-4 0 16,-1-3 0-16,1 0 8 0,-1-2-8 0,0-1 0 0,-1-3 0 16,-2 1 8-16,-3 3-8 0,0 2 0 0,-5 4 0 0,-1 1 0 15,-3 3 13-15,-2 5-1 0,-2 0-1 0,-2 3 0 16,1 0 1-16,0 0 1 0,1 3 0 0,0 3 0 16,1 4-13-16,0 3-8 0,2 6 8 0,0 6-13 15,1 3 13-15,1 7-12 0,-1-1 12 0,0 5-12 16,0-3 12-16,-1 1 0 0,0 0 0 0,-1-1 0 15,-1-2 0-15,-1 1 0 0,-1 1 0 0,-2 1 0 16,-2-3 10-16,0-3-2 0,-1 1 0 0,-1-3 0 16,0-4-8-16,-1 1 8 0,0-2-8 0,1 0 8 15,0-2-8-15,0-3 0 0,1-4 0 0,-1-3 0 16,1-6 0-16,1 1 0 0,1-3 9 0,-1-1-9 16,0-1 8-16,-2-2-8 0,-1-2 10 0,-4 2-10 0,-1-4 9 0,-4 1-9 15,-1 1 8-15,-2-3-8 0,0 0 0 0,0-1 0 16,0 0 0-16,1-2 0 0,1-2 0 0,1-2 0 15,2 1 0-15,2 0 0 0,4-4 12 0,4-1 0 16,3-3 0-16,5 0 0 0,3-4-12 0,6-1 0 16,1-2 9-16,4-3-9 0,4 1 0 0,0-3 0 15,2 2 0-15,1 1-12 0,2-1 0 0,1 4-1 16,-3 2 0-16,-2-1 0 16,2 1-118-16,-3-1-23 0,-2 1-5 0</inkml:trace>
  <inkml:trace contextRef="#ctx0" brushRef="#br0" timeOffset="208850.24">13472 11384 1843 0,'-8'5'81'0,"0"-1"18"0,2-2-79 0,3-2-20 0,3 1 0 0,2-1 0 16,-1 0 142-16,-1 3 25 0,1-3 5 0,2 2 0 0,-1 2-142 0,3-2-30 15,1 0 0-15,0 0-8 0,3 1 8 0,0-2 0 16,2 1 0-16,-1-2 0 0,1 0-15 0,0 2 3 15,0-2 0-15,0 2 0 0,-1-2 12 0,1 3-9 16,-1-2 9-16,-1 4-8 0,0-2 8 0,-3 1 0 16,0 2 0-16,-1 0 0 0,-3 3 0 0,1-3 0 15,1 5 0-15,-4-2 0 0,0 0-17 0,-3-2 1 16,-1 3 1-16,-3 2 0 0,-3 3-12 0,-2-1-2 16,-3 4-1-16,-4-1 0 0,2 1 10 0,-3 1 1 15,2 0 1-15,-1 0 0 0,2-3 18 0,1-1 0 16,2-4 11-16,3-2-11 0,4-1 24 0,3-4-3 15,3-4 0-15,1 0 0 0,2 0-21 0,1-2 8 0,1 0-8 16,4 0 0-16,1-2 0 0,2-2 0 0,1 0 0 0,3 1 0 16,2 0 0-16,2-1 0 0,-1 1 0 0,3 3 0 15,2 0 0-15,0 2 0 0,2 0 0 0,0 2 0 16,-2 2 0-16,-1 2 0 0,-1 1 0 0,-1-1 0 16,-1 1 0-16,-2 4 0 0,-3-3 12 0,-1 2-4 15,-4-2 12-15,-2 2 4 0,-2-1 0 0,-2 1 0 16,-5 0 4-16,-1 2 2 0,-5 0 0 0,-4 2 0 15,-3 1-15-15,-5 1-3 0,-3 4-1 0,-3-2 0 16,-4-2-27-16,-1 0-6 0,-1-3-1 0,1-5 0 31,4-4-129-31,3-4-25 0,6-6-6 0,2-4-709 0</inkml:trace>
  <inkml:trace contextRef="#ctx0" brushRef="#br0" timeOffset="209615.72">13984 11257 460 0,'13'-3'41'0,"-5"-1"-33"0,1 2-8 0,-2 1 0 0,1-3 248 0,-2-1 48 16,4-1 10-16,5-2 2 0,8-6-210 0,7-6-42 15,2-1-8-15,0 1-1 0,-5 0-21 0,-3 3-4 16,-4 1-1-16,-3 2 0 0,-4-1 21 0,-3 2 4 16,-2 0 1-16,-3 1 0 0,-3 0-8 0,-2 2-2 15,0-4 0-15,-4 2 0 0,0-1-2 0,-4 1-1 16,-1 0 0-16,-2-1 0 0,-1 1 5 0,0 1 1 15,-2-2 0-15,-2-1 0 0,1 0-11 0,0-1-1 16,2 2-1-16,-1 4 0 0,2-1-18 0,-3 4-9 16,0 0 10-16,0 3-10 0,-1 3 0 0,0 3 0 15,0-1 0-15,0 4 0 0,-1 4-10 0,-1 6 2 0,0 0 0 16,0 5 0-16,4 2-13 0,0-4-3 0,4 4 0 0,4-4 0 16,2-1-8-16,4-2-1 0,5-3-1 0,3 0 0 15,3-4-10-15,3-2-3 0,4-2 0 0,0-1 0 16,1-2 25-16,2-2 5 0,0 0 1 0,2-1 0 15,2 2 29-15,-1 0 7 0,-1 2 0 0,-1 0 1 16,-1 4 15-16,-2-1 4 0,-3 0 0 0,-1 4 0 16,-3-1-6-16,1 7-1 0,-3 0 0 0,-2 6 0 15,0 0-23-15,-5 9-10 0,1 4 8 0,-5 1-8 16,-2 2-10-16,0 2-7 0,-4-2-2 0,-2-3 0 16,-1-7 0-16,0-2 0 0,0-6 0 0,-3-3 0 15,0-3 19-15,-1-2 0 0,-2-6 0 0,-2 0 0 0,-2-2 0 0,-4 0 0 16,-2 1 0-16,3-5 9 0,1 3-9 0,1-5 0 15,0 1 0-15,3-5 0 0,2-1 21 0,3-3 3 16,3-1 0-16,5 0 0 0,2-4-2 0,6-1 0 16,3-2 0-16,5-2 0 0,6-1-22 0,6-3 8 15,3 1-8-15,5-3 0 0,7 0 8 0,1-2-8 16,3-1 10-16,1-2-10 0,-1 3 0 0,-5 2 0 16,-3 1 0-16,1-1 0 0,0 4 0 0,-2 0-10 15,-3 1 0-15,-3 4 0 0,-1 1-22 0,-6 7-4 16,-3 0 0-16,-5 5-1 0,-1 4-14 0,-2 0-2 15,-2 3-1-15,0 2 0 0,-1 3 37 0,-2 1 7 16,-1 1 2-16,1 0 0 0,0 2 40 0,-1 2 8 16,1 0 1-16,-1 3 1 0,0 1 14 0,1 1 4 15,-2-2 0-15,0 5 0 0,-1 5-25 0,-2-1-5 0,-3 3-1 0,-1-3 0 16,-2 5-10-16,-1-3-3 0,1 4 0 0,-2-1 0 16,3 1-16-16,-2-3 0 0,5-2 8 0,2-3-8 15,2 0 0-15,5-8-11 0,4-1 2 0,2-5 0 16,3-4-10-16,1-5-1 0,0-2-1 0,2-5 0 15,0-3 9-15,-1 0 3 0,2-4 0 0,-1 1 0 16,-1-2 9-16,-4-1 0 0,-2 2 8 0,-1-3-8 16,0 0 0-16,-5-1 0 0,-1 0 0 0,-2 0-12 31,1-2-122-31,-3-2-25 0,1-1-5 0,-1-1-756 0</inkml:trace>
  <inkml:trace contextRef="#ctx0" brushRef="#br0" timeOffset="209716.73">14827 11218 864 0,'-1'-2'76'0,"1"2"-60"0,0 0-16 0,0 0 0 0,0 2 241 0,-1-1 46 0,1 4 9 0,-1 5 1 0,0 4-101 0,-2 9-20 15,-2 10-4-15,-2 5 0 0,-6 10-64 0,-3 9-12 16,-6 5-2-16,-5 7-906 16,-5 4-180-16</inkml:trace>
  <inkml:trace contextRef="#ctx0" brushRef="#br0" timeOffset="-171680.16">21521 6904 576 0,'2'-1'51'0,"1"-2"-41"15,-1 3-10-15,0-2 0 0,-1 0 148 0,1 2 27 16,2-2 5-16,1-4 2 0,2 2-82 0,0-2-17 15,-1 0-3-15,-3 2-1 0,-1 1-16 0,-4 3-3 16,1 0-1-16,-2-2 0 0,-1 2 9 0,-1 2 1 16,-1-2 1-16,-1 3 0 0,1-3-10 0,1 1-1 15,3-1-1-15,-1 0 0 0,2-1-38 0,2 1-8 16,2-3-2-16,1 1 0 0,1 1-10 0,1-2-14 16,0 0 3-16,0 0 1 0,0-1 10 0,-1 2-8 15,1 1 8-15,-1 1-8 0,-1-3 8 0,-1 3 0 0,-2 0 0 0,0 0-8 16,0 0 8-16,-1 0 0 0,-1 3 0 0,0-3 0 15,-2 3 0-15,2-1 11 0,-1 0-3 0,2-2 0 16,0 0 6-16,0 0 1 0,-13 16 0 0,8-11 0 16,3-1-7-16,-1-1-8 0,1 0 11 0,-1-2-11 15,1 4 0-15,1-4 0 0,-1 2 0 0,1-1 0 16,0-2 0-16,0 2 0 0,-1 0 0 0,1 1 0 16,0-3 0-16,1 1 0 0,-1 1 0 0,0-1 0 15,-1 2 0-15,0-1 0 0,1 2 0 0,-2-1 0 16,2-2 0-16,0 1 0 0,-1 2 0 0,1-2 0 15,1 1 0-15,0 1 0 0,0-3-10 0,0 1 10 16,1-2 0-16,2 3-11 0,-1-3 11 0,3 1-8 16,1 2 8-16,2-3-10 0,3 2 10 0,1-2-10 15,1 1 10-15,3 2 0 0,2-1 0 0,1-1 0 0,2 2 0 16,1 1 0-16,-1 2 0 0,-1-4 0 0,-1 4 0 0,-1-2 0 16,1 2 0-16,0-2 8 0,-1 2 0 0,-1-3 0 15,0 0 0-15,1 0 0 0,0-3-8 0,2-3 11 16,2 3-11-16,3-3 12 0,1-3-12 0,0-1 0 15,2 1 0-15,0-2 0 0,-1 1 0 0,0 2 0 16,1-1 0-16,0 4 0 0,-2-2 0 0,0-1 0 16,-3 4 0-16,-1-4 0 0,1 4 0 0,0-3 0 15,1 3 0-15,0-1 0 0,-1-1 0 0,-2 0 0 16,0 3 0-16,1-3 0 0,3 3 12 0,1 0-4 0,0 0 0 16,-2 0 0-16,1 0-8 0,0 1 8 15,-2 4-8-15,-1-2 8 0,2 1 4 0,-4 0 1 0,0 1 0 16,-4-1 0-16,0-1 3 0,-1 3 0 0,-1 1 0 0,0-1 0 15,2 0-8-15,-2 0 0 0,1 0-8 0,-1 1 12 16,1-1-12-16,1-3 0 0,2 1 0 0,0 1 0 16,1-1 0-16,-1-3 0 0,1 0 0 0,1 1 0 15,1 0 0-15,0-4 0 0,1 0 0 0,0 2 0 16,2 0 0-16,-1-1 0 0,3 0 0 0,1 1 0 16,0-4 0-16,-2 4 0 0,-4 0 0 0,1-2 0 15,3-1 0-15,-3 2 0 0,-1-2 0 0,-2 3 0 16,0-2 0-16,-1 2 0 0,-1 2 0 0,1-2 0 15,-1 3 0-15,0 1 0 0,-1-2 0 0,-1 3 0 16,1 0 8-16,-2 1-8 0,2 0 0 0,-1 1 0 0,1-1 0 16,0 4 0-16,0-4 0 0,0 0 0 15,1 0 0-15,1-2 0 0,0 2 0 0,1-5 0 0,1 2 0 0,-1-3 8 16,1 0-8-16,0 0 0 0,0-4 8 0,0 2-8 16,-1-1 11-16,-1 2-11 0,0-3 17 0,0 2-3 15,-2-1-1-15,-2 2 0 0,0-1-1 0,1-2-1 16,0 1 0-16,1 1 0 0,0 1-11 0,1-4 12 15,2 0-12-15,-1-1 12 0,0 1-12 0,1-3 0 16,4 2 0-16,-1 0 8 0,0 0-8 0,0-3 0 16,1 3 0-16,-2-2 0 0,-1 5 0 0,-1-4 0 15,-1 3 0-15,-4 0 0 0,-1 0 0 0,-1 4 0 16,-2-2 0-16,1 2 0 0,-2 2 0 0,-2-1 0 16,2 2 0-16,-2-1 0 0,3 0 0 0,0 2 0 15,1-2 0-15,2 0 0 0,-1 2 0 0,2-2 0 16,-2 1 0-16,2 1 0 0,-3-3 0 0,1 1 0 0,-1 1 0 0,0 0 0 15,0 0 0-15,1-3 0 0,-4 4 0 0,1-4 0 16,-2 0 8-16,-1 0-8 0,-2 2 12 0,1-2-4 16,-1 0 1-16,-3 0 0 0,0 0 0 0,1-2 0 15,-2 2-1-15,-2-3 0 0,2 2 0 0,-2-2 0 16,-1-3-8-16,1-1 12 0,-1-2-12 0,0-3 12 16,-1-2-12-16,0-3 0 0,1 1 0 0,-1-1 0 15,1-5 0-15,1 3 0 0,-1 0 0 0,2 1 0 16,1-1 0-16,-1 3 0 0,0 2 0 0,0 2 0 15,-1 2-8-15,-1-2 8 0,0 3 0 0,-1 2 0 16,2 2 0-16,-3-1 0 0,1 2 0 0,-1-2 0 16,2 2 0-16,-1-2-11 0,0 2 11 0,0 2-8 15,2-2 8-15,-2 0-13 0,2 2 5 0,-1-1 8 0,2 3-14 16,-1 0 5-16,-2 3 1 0,0-2 0 0,1 4 8 0,-2-1 0 16,0-1-9-16,0 2 9 0,0 5 0 0,-1-4 0 15,1 0 0-15,2 1 0 0,-1-1 0 0,1-2 8 16,1 2-8-16,1-5 0 0,0 1 0 0,1 1 0 15,1-3 0-15,-1 0 0 0,1 0 0 0,1 0 0 16,-2 0-10-16,1-3 10 0,-1 3-20 0,0-2 1 16,0 1 1-16,0 1 0 0,0 0-1 0,0 0 0 15,0 0 0-15,0 0 0 0,10-19-8 0,-4 15-1 16,4-2-1-16,2 0 0 0,3-4 3 0,4 2 1 16,4-2 0-16,2 0 0 0,3 4 25 0,1-3 0 15,-2 6 0-15,-1 2 0 0,0 7 26 0,-3 1 1 16,0 0 0-16,-4 4 0 0,-4 3 14 0,-2-2 3 0,-5 2 1 15,-2 1 0-15,-1-3-26 0,-3 0-6 0,-4 4-1 0</inkml:trace>
  <inkml:trace contextRef="#ctx0" brushRef="#br0" timeOffset="-169947.15">23462 6047 1497 0,'-5'-3'133'15,"2"2"-106"-15,1 1-27 0,1 0 0 0,0 0 79 0,-2 0 10 16,0-2 3-16,-5-2 0 0,2 0-33 0,-2-4-7 15,-1-2 0-15,3-3-1 0,2-5-19 0,1-2-3 16,2-5-1-16,1-1 0 0,1-8-28 0,-1-5 8 16,2 2-8-16,-2-1 0 0,0 1 0 0,-3 2 0 15,0 3 0-15,-2 0 0 0,-2 3 0 0,0-2 0 16,-2-3 0-16,2 2 0 0,-2 0 0 0,3-2 0 16,-1 2 8-16,2 1-8 0,2 1 0 0,0 2 0 15,1 0 0-15,1 0 0 0,2 2 0 0,2 2 0 16,0 0 0-16,1-3 0 0,1 1 0 0,3-2 0 15,-2-5 0-15,0 0 0 0,0-2 0 0,2-1 0 16,-1-2 0-16,-1 1 0 0,0 1 0 0,-2 2 0 0,-2 3 0 0,-2 2 0 16,0 7 0-16,-2 0 0 15,0 3 0-15,-2 6 0 0,0 1 0 0,0 5 11 0,1 1-3 0,-2 2-8 16,2 2 11-16,1 2-11 0,-1 0 10 16,1 2-10-16,1-1 11 0,-1 2-11 0,0 1 12 0,-1 2-12 15,2 0 12-15,-1 3-12 0,1 0 12 0,-2 4-12 16,2 3 13-16,0-3-4 0,-1 4-1 0,1-3 0 15,2 2 1-15,1 1 0 0,0 1 0 0,3 1 0 16,-1-3-9-16,2 3 0 0,3 4 0 0,-1 1 0 16,1-1 0-16,-1 3 0 0,0 1 0 0,-2 3 0 15,-1 3 0-15,-4 5 0 0,-2 3 0 0,-4 1 0 16,-2 8 0-16,-4 0 0 0,-2 1 0 0,0 6 0 16,-2-3-32-16,2 2 0 0,2-8 1 0,4-3 0 15,1-2-53-15,4-8-12 0,2-7-1 0,2-4-1 16,0-3-98-16,2-5-20 0</inkml:trace>
  <inkml:trace contextRef="#ctx0" brushRef="#br0" timeOffset="-169696.19">23258 5872 1612 0,'-1'13'144'0,"2"-6"-116"15,2-1-28-15,0-2 0 0,2-1 64 0,0 3 6 16,5 2 2-16,5 8 0 0,5 1-36 0,3-1-6 0,2-3-2 16,-1-7 0-16,-2-1-3 0,-2-7-1 0,-4-1 0 15,-5 0 0-15,-4-1-2 0,-1-2-1 0,-2 3 0 0,-4 2 0 16,-1-1 6-16,-2 2 1 0,-3-3 0 0,1 3 0 16,-2 0 7-16,-1 0 1 0,0 0 1 0,-1-1 0 15,2-2-23-15,3 0-5 0,0-3-1 0,6-7 0 31,4-5-88-31,7-11-17 0,7-13-4 0</inkml:trace>
  <inkml:trace contextRef="#ctx0" brushRef="#br0" timeOffset="-150413.33">23477 11771 518 0,'-1'1'46'0,"0"-1"-37"0,-1 0-9 0,2 0 0 15,0 0 184-15,0 0 34 0,2-1 7 0,-1 1 2 16,0 0-137-16,0 0-27 0,1 0-6 0,-2 0-1 16,0 0 0-16,0 0-1 0,0 0 0 0,0 0 0 15,0 0-21-15,0 0-4 0,0 0-1 0,0 0 0 16,0 0 8-16,0 0 2 0,0 0 0 0,0 0 0 16,0 0 4-16,0 0 1 0,0 0 0 0,0 0 0 15,0 0-25-15,0 0-5 0,0 0-1 0,0 0 0 16,0 0-13-16,0 0 0 0,0 0 0 0,0 0 0 15,0 0 12-15,0 0-4 0,0 0-8 0,0 0 12 0,0 0 1 16,0 0 0-16,0 0 0 0,0 0 0 0,0 0 3 0,0 0 1 16,0 0 0-16,0 0 0 0,0 0 1 0,0 0 0 15,0 0 0-15,0 0 0 0,0 0-4 0,0 0-1 16,-23-5 0-16,18 8 0 0,2-1-5 0,-2 2-8 16,-3-3 11-16,0 4-11 0,-1-1 8 0,-1 2-8 15,1 2 0-15,0-1 0 0,-3 3 0 0,0-1 0 16,2 0 0-16,-1 1 0 0,-1 0 0 0,1-3 0 15,-1 2 0-15,0 0 0 0,2-3 0 0,0-1 0 16,0 1 0-16,-1-1 0 0,0 1 0 0,0 0 0 16,2 2 0-16,-1 0 0 0,1 0 0 0,-3 0 0 15,3 0 0-15,-1 0 0 0,2 1 0 0,1-4 0 16,1 1 0-16,1-1 0 0,2-1 0 0,1-2 0 0,1-2 0 16,-1 2-9-16,4 0 9 0,-1-2 0 15,0 0-9-15,1 3 9 0,1-3 0 0,1 3-11 0,1-2 11 16,1 2-8-16,1 1 8 0,-1 1 0 0,2 1 0 0,-2-3 0 15,0 4 0-15,-1-1-8 0,1 1 8 0,0 2 0 16,-1-3 0-16,0 0 0 0,-1 0 0 0,1-2 0 16,1 2 0-16,0-2 0 0,2 0 0 0,-1 1 0 15,2-2 0-15,0 0 0 0,2-2 0 0,0 2 0 16,0-1 0-16,-1-1 0 0,1 2 0 0,0-3 0 16,-1 2 0-16,0-4 0 0,0 4 0 0,0-2 0 15,-3 2 0-15,-1-2 0 0,2 2 0 0,-2-2 8 16,0 0-8-16,1 4 0 0,-2-4 0 0,3 2 0 15,-2-2 0-15,-1 1 0 0,0 2 0 0,0-3 0 16,1 2 0-16,1-2 0 0,-3 2 0 0,4 0 8 0,-2-2-8 0,1 0 0 16,-1 0 0-16,1 0 0 0,-1 0 0 0,-1-2 0 15,1 0 0-15,0 0 0 0,-1 2 0 0,0-3 0 16,-1 3 0-16,1-1 0 0,0 1 0 0,-2 0 0 16,1 0 0-16,-2 0 0 0,2 0 0 0,-1 0 8 15,-1 0-8-15,1 0 0 0,0 0 0 0,0 0 0 16,-1-2 0-16,1 2 0 0,-1 0 0 0,2-4 0 15,-2 4 0-15,1-2 0 0,1 0 0 0,-2 0 0 16,2-2 0-16,-2 2 8 0,2-1-8 0,-2-1 0 16,1 4 0-16,1-3 8 0,-1 0-8 0,0 3 0 15,-1-3 0-15,-1 3 8 0,2-4-8 0,-1 4 0 16,1 0 0-16,-2-3 0 0,2 3 0 0,-2-2 0 16,3 1 0-16,-3 1 8 0,-1 0-8 0,1 0 12 0,-1-3-4 15,-1 3 0-15,1 0 5 0,-1-2 2 0,1 2 0 0,-2-2 0 16,2 0-3-16,0 2 0 0,0-2 0 15,-1 0 0-15,1 2-12 0,0 0 9 0,0 0-9 0,0 0 8 16,0 0-8-16,0 0 8 0,0 0-8 0,-7-18 8 16,4 14 4-16,1-1 0 0,-2 1 0 0,0-2 0 15,-1 2-4-15,0-2-8 0,0 3 12 0,-2-4-4 16,1 1 2-16,-3 0 0 0,-1-3 0 0,0 2 0 16,-1-3-2-16,1-1 0 0,-1 1 0 0,0-4 0 15,0 0-8-15,2-2 0 0,1-1 0 0,-1-1 8 16,2-2-8-16,0-2 0 0,2-2-10 0,3 5 10 15,0-1-28-15,-3 1 0 0,-2 1 0 0,0 2 0 16,-2 0-78-16,-1-1-15 16,1 5-3-16,-3 2-583 0,1 2-116 0</inkml:trace>
  <inkml:trace contextRef="#ctx0" brushRef="#br0" timeOffset="-148163.72">8469 5942 57 0,'-7'0'0'0,"2"0"0"15,1 1 0-15,3-1 0 0,1 2 186 0,-1-2 32 16,-3 0 6-16,-1 0 2 0,-1 0-158 0,0 0-31 16,2-3-6-16,1-4-2 0,2-1-40 0,2-5-8 15,1 0-1-15,0-3-1 0,1-3 1 0,-3 1 1 16,0-1 0-16,-3 2 0 0,-1 2 19 0,-1 0 11 15,-1 4-2-15,0-1 0 0,0 3 32 0,0 2 7 16,-3-5 0-16,2 5 1 0,0-3 5 0,3 1 1 0,-3 0 0 0,2-1 0 16,3-3-39-16,2 1-8 0,1 0-8 0,3-2 11 15,1-1-42-15,0 2-8 0,3-6-1 0,0 3-1 32,-1-3-95-32,1 3-18 0,-2 0-4 0,-1-1-1 15,0 3 50-15,-3-2 9 0,1 4 3 0,-3-3 0 0,0 1 116 0,-2 2 23 0,0 0 5 0,-2-1 1 16,3 2 77-16,-1-1 16 0,-1 2 3 0,-1 1 1 15,3 1-51-15,0 1-10 0,1 3-3 0,0 1 0 16,1-1-68-16,0-1-13 0,1 2 0 0</inkml:trace>
  <inkml:trace contextRef="#ctx0" brushRef="#br0" timeOffset="-147775.93">8737 6104 878 0,'-1'3'39'0,"0"-3"8"0,1 3-38 0,-1-3-9 0,1 0 0 0,1 0 0 16,-1 0 52-16,1 0 9 0,-1-3 2 0,3 2 0 16,-2-1-47-16,-1 2-16 0,0 0 9 0,0 0-9 15,2-23-32-15,-2 17-12 0,0 0-3 0,-1-1 0 16,1-2-21-16,1 0-4 0,-2 2 0 0,0-3-1 15,0-1 73-15,-2 3 9 0,1-4 5 0,-1 0 1 16,1-1 69-16,-3 3 13 0,1-2 3 0,2 0 1 16,-2-1-40-16,2 2-8 0,-1-4-1 0</inkml:trace>
  <inkml:trace contextRef="#ctx0" brushRef="#br0" timeOffset="-146244.4">8592 5506 691 0,'-18'0'30'0,"6"-2"7"0,2 1-29 0,4 1-8 16,5 0 0-16,-1-3 0 0,1 2 156 0,-1-1 31 15,-2-2 5-15,0-1 2 0,0-3-117 0,1 2-23 16,0-4-5-16,1 2-1 0,1 0-15 0,-1 0-3 15,0 1-1-15,-1 1 0 0,0 0-9 0,0 2-3 16,1-2 0-16,-2 2 0 0,0 2 5 0,-1-2 1 16,-1-1 0-16,1 2 0 0,-2-1 5 0,-2 0 2 15,1 2 0-15,-2-2 0 0,-3 2 2 0,0 2 0 0,0 0 0 16,-2 0 0-16,-1 2-12 0,0 2-3 16,-1 2 0-16,-2 4 0 0,0-2 5 0,0 2 1 0,2 0 0 0,1 3 0 15,-2 0-7-15,2 2-2 0,0-1 0 0,0 1 0 16,1-2-14-16,-1 4 0 0,-3 1 8 0,-3 3-8 15,0-3 0-15,-1 2 0 0,-2 0 0 0,0 1 0 16,1-5-10-16,0 3 2 0,4-3 0 0,2-3 0 16,3 0-13-16,4-4-3 0,2 0 0 0,5-3 0 15,2-2-20-15,1-2-5 0,2-2-1 0,1-2 0 16,2 1-38-16,1-4-7 0,4 1-1 0</inkml:trace>
  <inkml:trace contextRef="#ctx0" brushRef="#br0" timeOffset="-145913.52">8632 5079 1162 0,'-10'7'52'0,"3"-1"10"0,0 0-50 0,0-2-12 16,4 1 0-16,0-4 0 0,0 3 126 0,-4 2 22 15,-4 5 5-15,-4 3 1 0,-2 1-34 0,-1 1-8 0,-1 2 0 16,2-2-1-16,-1 0-46 0,1 1-9 0,0-1-1 16,-1 0-1-16,1 2-33 0,-3 1-6 0,-2 3-2 0,-1 4 0 15,-3 2-13-15,-4 3 0 0,-2 8 0 0,1-2 0 16,5-5 8-16,-1 0-8 0,0 0 0 0,2-1 0 15,5-5 0-15,3-5-15 0,6-5 2 0,4-6 0 32,9-5-124-32,3-4-25 0,3-4-5 0,2-4-697 0</inkml:trace>
  <inkml:trace contextRef="#ctx0" brushRef="#br0" timeOffset="-145696.43">8298 5249 1324 0,'-3'-2'118'15,"-1"-2"-94"-15,3 2-24 0,1 2 0 0,1 0 152 0,0-3 27 16,-1 2 5-16,0-2 0 0,3-3-119 0,0 4-24 16,5 0-5-16,1 2 0 0,0 7-36 0,3 0 0 15,1 4 0-15,0 6 0 0,1 6 0 0,-2 4 0 16,-3 5 0-16,0 5 0 0,0 3 11 0,-2 1-11 16,1-1 10-16,-2 1-10 0,0 1 0 0,0-2 0 15,0-2-8-15,2-3 8 16,-1-3-152-16,-1-4-24 0,-1-2-5 0</inkml:trace>
  <inkml:trace contextRef="#ctx0" brushRef="#br0" timeOffset="-145514.68">8128 5547 1209 0,'-41'-10'53'0,"11"4"12"0,3 0-52 0,9 2-13 0,6 2 0 0,8 2 0 15,-1 0 211-15,-7-3 39 0,-4 0 8 0,-2-1 2 16,1 4-181-16,4 0-36 0,8 1-7 0,6 4-2 15,8 1-34-15,7 4 0 0,6 4 0 0,9 2-9 16,10 1 9-16,6-1 0 0,5-2 0 0,1-2 8 16,4-3-8-16,4-3-8 0,7-2 8 0,7-7-672 15,8 0-127-15</inkml:trace>
  <inkml:trace contextRef="#ctx0" brushRef="#br0" timeOffset="-144213.56">24270 5466 1036 0,'-3'-8'46'0,"1"6"10"0,-1-2-45 0,2 4-11 0,0 0 0 0,0-2 0 16,1 4 171-16,-3-2 32 0,1 0 6 0,-3 4 2 15,0-2-142-15,-3 4-28 0,1 2-5 0,-4 2-2 16,1 1 4-16,-1 6 1 0,-3 4 0 0,-1 1 0 15,2 7-3-15,-3 2 0 0,1 7 0 0,-1 3 0 16,-3-2 5-16,3 2 1 0,1 0 0 0,2-4 0 16,2-2-14-16,2-3-2 0,2-1-1 0,0-3 0 0,4-4-25 15,-2-3 0-15,2-1 0 0,0-2 0 0,-1-2-40 0,-2-1 0 16,-1-1 0-16,1-2 0 0,1-2-4 0,0-4-2 16,2-3 0-16,1-2 0 15,1-2-86-15,1-6-18 0,1-4-3 0</inkml:trace>
  <inkml:trace contextRef="#ctx0" brushRef="#br0" timeOffset="-143996.65">24039 5588 1152 0,'-7'0'102'0,"2"0"-82"16,3 0-20-16,2 0 0 0,1 0 99 0,-1 0 15 16,-2-2 3-16,-1 2 1 0,0 0-52 0,0 0-10 15,1 0-3-15,-1 0 0 0,3 2-13 0,1 2-2 0,3-1-1 16,1 6 0-16,1 3-16 0,4 1-3 0,1 4-1 0,3 4 0 15,3 1-5-15,-1 1-2 0,3-1 0 0,-1 0 0 16,5-1-10-16,-4-3 0 0,4-1 0 16,-2-4 0-16,0-3-41 0,-4-1-11 0,2-5-1 0,-5-2-1 31,1 2-44-31,-6-4-9 0,-2 0-1 0,-3 2-361 0,-3-2-72 0</inkml:trace>
  <inkml:trace contextRef="#ctx0" brushRef="#br0" timeOffset="-143847.28">24027 5891 576 0,'-30'-6'25'0,"7"-3"6"0,3 2-31 0,7 2 0 0,5 1 0 0,5 2 0 16,-2-2 245-16,-4-2 43 0,-3-4 9 0,-2-5 2 16,3 1-192-16,5 2-39 0,5 0-7 0,4 2-1 15,8 0-29-15,4 4-6 0,6-1-1 0,7 4 0 0,4 0-2 16,7 3-1-16,6 0 0 0,5 0 0 0,6 0-1 0,0 0 0 16,-2 0 0-16,-1-2 0 0,-2 1-20 0,1-6 0 15,1-2-10-15</inkml:trace>
  <inkml:trace contextRef="#ctx0" brushRef="#br0" timeOffset="-141147.68">25510 6789 982 0,'-7'0'44'0,"0"-3"8"0,4 3-41 0,0-2-11 16,3 1 0-16,0 1 0 0,0 0 79 0,0-3 13 15,0-1 4-15,-2 2 0 0,1-2-16 0,-2-2-4 16,1 2 0-16,-3 2 0 0,-2-2-36 0,-1-1-8 16,-2 4-2-16,-2-2 0 0,-2 6-21 0,-2-3-9 15,1 4 8-15,-2 2-8 0,-1 1 0 0,2 4 0 16,0 2 0-16,0-2 0 0,0 4-12 0,4-3-2 16,-1 0 0-16,4 2 0 0,-1-2 1 0,3-2 0 15,2 0 0-15,2-1 0 0,0-3 13 0,2 0 0 16,0 0-10-16,0 1 10 0,-1-1 0 0,2 0 10 15,0 4-1-15,0 0 0 0,0 2 10 0,2 0 1 16,-2 5 1-16,1-1 0 0,0 6-9 0,0 3-1 16,-1 1-1-16,2-2 0 0,0 5-10 0,0-1 0 15,2 4 0-15,0 3 8 0,2 0-8 0,-2 5 0 0,1 1 0 16,-2 7 0-16,0 1 0 0,-2 6 0 0,2 2 0 0,-1 4 0 16,-2 4 0-16,-2 2 0 0,-1 2 0 0,-1 2 0 15,0 2 0-15,-3 5 0 0,1 5 0 0,-1-2 0 16,-2 6-9-16,0-2 9 0,2-1 0 0,0 1 0 15,3 2-14-15,1 3 4 0,3 6 1 0,2-5 0 16,1 2-8-16,1 1-2 0,2 1 0 0,-1-1 0 16,1 1 5-16,-1 0 1 0,0 1 0 0,-2-2 0 15,-2 1-11-15,-1-4-3 0,-3 2 0 0,-3-1 0 16,-1-5-5-16,-3-1-2 0,-2-5 0 0,-3-4 0 16,-1-7 10-16,2-4 1 0,3-9 1 0,4-6 0 15,3-8 22-15,4-9 0 0,4-1 8 0,3-7-8 0,2-5 40 0,2 1 4 16,1-5 0-16,2 1 0 0,1 1-20 0,-2-3-3 15,2 3-1-15,0-3 0 0,-2-1-20 0,1-2 9 16,0 4-9-16,-1-3 0 0,1-1 0 0,-1-3 0 16,0 0 0-16,-1-7 0 15,2 1-138-15,-1-4-25 0</inkml:trace>
  <inkml:trace contextRef="#ctx0" brushRef="#br0" timeOffset="-139930.46">25781 6874 1576 0,'-8'5'70'0,"3"-3"14"0,3 1-67 0,1-2-17 0,1-1 0 0,1 0 0 0,1 0 28 0,2 3 1 15,2-3 1-15,6 0 0 0,1 0-11 0,4 0-3 16,2-3 0-16,1 2 0 0,3-2-8 0,3 3-8 16,3 0 9-16,0 0-9 0,7 3 0 0,3-2 0 15,5 2 0-15,6-3 0 0,5 0 0 0,2-4 0 16,4-5 0-16,-4-1 0 0,-8 1 0 0,7-4 0 16,4-2 0-16,7 2 0 0,2 3 0 0,0-1-12 15,-4 3 12-15,-1 0-13 0,-3 4 13 0,-2 0 0 16,-3 4-10-16,3 4 10 0,7 5 0 0,-3-2 0 15,-3 5 0-15,-4-2 0 0,-4 3 0 0,0 3 0 16,-2 2 0-16,1 1 0 0,0 1 0 0,1-2 8 16,2 1-8-16,2-6 0 0,-5-2 0 0,-1-6 8 15,0-5-8-15,-1-1 0 0,4-3 0 0,-2-1 0 16,-3-1 0-16,2 0 0 0,2 0 0 0,-7-2 0 0,-4 2 0 16,-6 3 0-16,-7 0 0 0,-5-1 0 0,-7 4 0 0,-3 0 0 15,-4 4 0-15,-5-1 0 0,-1 0 0 0,-2 3 0 16,-1-2 17-16,0 5 5 0,2-3 1 0,1 4 0 15,1 0-10-15,1-2-1 0,1 2-1 0,0 3 0 16,4-3-11-16,-2 0 0 0,-2 2 0 0,1-3 0 16,-2 0 0-16,0 4-12 0,-1-1 4 0,-2 2 8 15,0-1-9-15,-4 5 9 0,0 1 0 0,-2 4 0 16,-1 5 0-16,-2 1 0 0,-2 5 0 0,-2 7 9 16,1 6 6-16,-1 4 1 0,4 3 0 0,-1 9 0 15,2 8-8-15,1 4-8 0,3 3 11 0,2 5-11 16,0 2 0-16,1 7-9 0,1 0-1 0,0 2 0 15,3-6-6-15,-4-1-2 0,-1 3 0 0,0-3 0 0,0 0 18 0,-1-5 0 16,-3-2 0-16,-1 2 0 0,0 3 0 0,0 1 0 16,3-1 8-16,-2 2-8 0,1 0 20 0,2 2-1 15,2-1-1-15,3 4 0 0,6-1-3 0,1-4-1 16,3-6 0-16,2-3 0 0,4-1-24 0,-1-8-5 16,1-2-1-16,0-8 0 0,-4-4-7 0,0-8-1 15,-1 1-1-15,-3-1 0 0,-1 0 25 0,-2 0 0 16,-4 1 0-16,-1-1 0 0,-4-2 13 0,-3-1 2 15,-3-2 0-15,-4-1 0 0,-2-1 10 0,-1-2 3 16,1-2 0-16,0 1 0 0,-1-2-12 0,1-3-3 16,0-6 0-16,3-4 0 0,2-5-13 0,-1-7-12 15,3-2 3-15,0-3 0 0,-1-2 9 0,1 0-13 16,-1 0 5-16,1 0 8 0,-1-2 0 0,-2 2 13 0,1 0 0 16,-3 1 0-16,0 5 19 0,-2-3 4 0,-2 2 1 0,-3 2 0 15,1 0-1-15,-6 3-1 0,-3-1 0 0,-4 2 0 16,0-2-14-16,-2 0-2 0,-1-4-1 0,2-2 0 15,0-1-18-15,1-4 8 0,1-2-8 0,1 1 0 16,1-3 0-16,0-3 0 0,0 3 0 0,0-7-12 16,0-3 12-16,-2 1 0 0,-1 0 0 0,-1-5 0 15,-3 1 0-15,-2 2 13 0,-1 0-2 0,-3 4-1 16,2 4 12-16,-5 3 2 0,-4 3 1 0,-2 0 0 16,0 4-8-16,-5 5-1 0,-4-2-1 0,-5 4 0 15,0 5-15-15,-2 0 0 0,-2 4 0 0,5 1-10 16,2-1 10-16,8-1 0 0,2-6 0 0,5-2 0 15,1-3 0-15,2-5 0 0,2 0 0 0,2-6 0 0,4 0 0 0,0-1 0 16,0-2 0-16,0-4 0 0,5 0 0 0,-1-2 0 16,-3-1 0-16,1-1 11 0,0 0-11 0,-1-1 0 15,-1 1 9-15,-2 5-9 0,-3 0 0 0,-2 3 0 16,-4 2 0-16,0 5 0 0,-1 4 0 0,-4 3 0 16,-3 4 0-16,2 3-8 0,-1 5 8 0,0 1 0 15,-1-2 0-15,3 0-8 0,3 0 8 0,7-8 0 16,3 0 0-16,8-5 0 15,6-6-80-15,6-9-10 0,6-3-2 0,8-16-918 0</inkml:trace>
  <inkml:trace contextRef="#ctx0" brushRef="#br0" timeOffset="-127780.7">24605 7271 781 0,'-1'-1'34'0,"-2"1"8"0,2-3-34 0,0 2-8 15,-1 1 0-15,1 0 0 0,-1-2 112 0,-1 2 21 0,0-4 4 0,-2 1 1 16,-2 0-35-16,1 0-7 0,1 0-2 0,2-2 0 15,0 1-35-15,1 0-7 0,2 0-2 0,0-2 0 16,0 1-27-16,2 2-6 0,1-1-1 0,-1 1 0 16,1 3-16-16,-1 0 0 0,1 3 0 0,-1-2 0 15,-1 4 17-15,0 1 0 0,2 0 0 0,-3 2 0 16,0 2 27-16,0 2 4 0,-1 0 2 0,-2 1 0 16,1 0-15-16,-1 2-3 0,2-1-1 0,-1 1 0 15,0-3-18-15,1 0-3 0,0 0-1 0,-2-1 0 16,1 1-9-16,-2-1 0 0,0 0 0 0,0-1 8 15,-1 3-8-15,-2-1-11 0,0 4 3 0,-2-2 0 16,-1 4-92-16,2-2-17 0,-2 0-4 0,0 3-1 16,0-4-74-16,1-4-16 0</inkml:trace>
  <inkml:trace contextRef="#ctx0" brushRef="#br0" timeOffset="-127580.33">24610 7584 748 0,'-8'5'67'0,"2"1"-54"16,3-2-13-16,1-2 0 0,2-2 144 0,-1 4 25 16,-1 0 6-16,-5 4 1 0,-1 5-105 0,-2-3-21 15,0 2-4-15,1 1-1 0,1 0-1 0,0-1-1 16,0 1 0-16,-1 0 0 0,-2 2-19 0,1 1-4 16,-2 3-1-16,-2-3 0 0,2 2-19 0,-1 0 0 15,5 3 8-15,-1-5-8 0,3 0-29 0,3-4-10 0,3-2-1 0,1-4-708 16</inkml:trace>
  <inkml:trace contextRef="#ctx0" brushRef="#br0" timeOffset="-127396.96">24630 7795 57 0,'-12'13'0'0,"3"-3"0"0,0 1 0 0,0-1 0 0,2-4 0 0,1 1 0 15,-2 2 301-15,-5 4 55 0,-10 12 12 0,-7 7 1 16,-5 7-226-16,-2 0-46 0,6-4-9 0,4-3-1 0,4-7-75 0,6-5-12 16,5-4-9-16,4-4-740 15</inkml:trace>
  <inkml:trace contextRef="#ctx0" brushRef="#br0" timeOffset="-127229.72">24546 8101 1094 0,'-12'13'48'0,"4"-4"11"0,-1 2-47 0,3-2-12 16,2-3 0-16,1-2 0 0,0 2 128 0,-4 6 23 15,-5 4 5-15,-4 9 0 0,0 0-110 0,0 1-22 16,3 2-5-16,0-6-1 16,5 1-114-16,3-2-24 0</inkml:trace>
  <inkml:trace contextRef="#ctx0" brushRef="#br0" timeOffset="-126930.15">24518 8923 1612 0,'-5'4'144'0,"0"2"-116"16,2 0-28-16,0 0 0 0,1-3 78 0,-2 4 10 16,-1 2 1-16,-5 7 1 0,-3 6-55 0,-1 1-11 15,0 1-3-15,3-4 0 0,4-1-21 0,1-6-8 16,2-2 0-16,3-3 0 15,1-2-188-15,1-4-36 0</inkml:trace>
  <inkml:trace contextRef="#ctx0" brushRef="#br0" timeOffset="-126763.8">24529 9065 230 0,'0'7'20'0,"-2"-6"-20"16,0 4 0-16,0-4 0 0,1 1 230 0,0 1 42 15,0 1 8-15,-3-1 1 0,-1 6-165 0,-2 3-34 0,-5 6-6 16,0 0-2-16,-2 4-14 0,0 1-2 0,-1 1-1 15,0 1 0-15,1-3-21 0,1 1-4 0,0-1 0 0,1-2-1 16,2 1-31-16,1-1 0 0,3-4 0 0,1-2 0 16,2-4-17-16,1-3-10 0,6-1-1 0,0-6-756 15</inkml:trace>
  <inkml:trace contextRef="#ctx0" brushRef="#br0" timeOffset="-126596.83">24547 9315 345 0,'7'-4'31'0,"-1"2"-31"0,-3 2 0 0,-2 0 0 15,0 0 146-15,1 0 23 0,1 0 5 0,3-3 1 16,2 3-65-16,-1 3-13 0,-2-1-2 0,-4 2-1 16,-1 6 3-16,-3-1 1 0,-5 4 0 0,0 3 0 15,-5 3-25-15,-2 3-5 0,-1 3 0 0,-2 3-1 0,-2 2-46 16,0-2-9-16,3-3-1 0,2-6-1 0,3-3-47 16,3-4-10-16,3-4-1 0</inkml:trace>
  <inkml:trace contextRef="#ctx0" brushRef="#br0" timeOffset="-126480.59">24733 9471 1152 0,'-28'18'51'0,"7"-5"10"0,1-1-49 0,7-4-12 16</inkml:trace>
  <inkml:trace contextRef="#ctx0" brushRef="#br0" timeOffset="-126163.38">24063 8705 878 0,'3'-3'39'0,"-2"0"8"0,1 3-38 0,-2 3-9 15,0 0 0-15,2 4 0 0,-4 1 62 0,-1 6 10 16,-2 8 3-16,-5 13 0 0,-5 8-8 0,-5 11-2 15,-3 3 0-15,-2 1 0 0,-2 1-25 0,2-1-4 16,2-1-2-16,2-8 0 0,5-9-42 0,3-7-9 16,5-7-2-16</inkml:trace>
  <inkml:trace contextRef="#ctx0" brushRef="#br0" timeOffset="-125980.27">24060 8968 518 0,'-5'8'46'0,"0"2"-37"0,1-2-9 0,3-2 0 16,0 0 225-16,-3 3 43 0,-2 4 9 0,-3 9 2 16,-6 9-193-16,0 8-38 0,0-1-8 0,2-1-2 15,0 1-63-15,2-7-13 0,1 2-2 0,2-7-1 32,0 1-59-32,1-5-12 0,2-2-3 0,1-4-442 0</inkml:trace>
  <inkml:trace contextRef="#ctx0" brushRef="#br0" timeOffset="-125846.84">24013 9467 460 0,'-5'22'20'0,"0"-3"5"0,-1-3-25 0,1-4 0 0,1-4 0 0,0-3 0 16,0 2 191-16,-3 8 33 0,-5 7 6 0,-3 3 2 16,-1-3-190-16,1-2-42 0</inkml:trace>
  <inkml:trace contextRef="#ctx0" brushRef="#br0" timeOffset="-125562.5">23906 7804 921 0,'0'-2'82'0,"-1"-1"-66"0,0 3-16 0,1 0 0 15,0 3 104-15,0-1 18 0,1 2 3 0,0-2 1 16,0 6-91-16,-1 3-19 0,3 5-3 0,-2 1-636 15</inkml:trace>
  <inkml:trace contextRef="#ctx0" brushRef="#br0" timeOffset="-125413.3">24022 7755 1396 0,'-23'37'62'0,"3"-6"13"0,0 1-60 0,6-6-15 0,5-5 0 0,4-5 0 0,-5 6 25 0,-7 19 3 16,-10 22 0-16</inkml:trace>
  <inkml:trace contextRef="#ctx0" brushRef="#br0" timeOffset="-115512.59">28486 7826 288 0,'0'0'25'0,"0"0"-25"15,0 0 0-15,2 1 0 0,-2-1 208 0,0 0 37 16,0 2 7-16,0-2 2 0,0 1-141 0,1 1-28 16,-1-2-5-16,0 0-2 0,0 0-39 0,0 0-8 15,0 0-2-15,0 0 0 0,0 0 4 0,0 0 1 16,0 0 0-16,0 0 0 0,0 0 7 0,0 0 2 16,0 0 0-16,0 0 0 0,0 0 9 0,0 0 1 15,0 0 1-15,0 0 0 0,0 0-2 0,0 0 0 16,0 0 0-16,-30 0 0 0,20 7-21 0,-2 0-5 0,-3 2-1 0,-2 1 0 15,-2-1-10-15,1 1-3 0,-2 1 0 16,-1-1 0-16,0 0-12 0,1-1 0 0,-1-3 0 0,1 0 0 16,1 2 0-16,-1-5 0 0,1 4 0 0,2-1 0 15,1 0-8-15,-3 3 8 0,2-3-12 0,0 4 12 16,1-3-10-16,-2 2 10 0,2 1-8 0,-1 0 8 16,1 1 0-16,-2-4 0 0,1 3 0 0,0 1 0 15,1-1 0-15,0-3 0 0,0 2 0 0,0 0 0 16,-1-2-8-16,1 2 8 0,-2-2-8 0,-2 2 8 15,2 1-24-15,-2-2 1 0,0 4 0 0,-2-1 0 16,-2-1-2-16,-1 2-1 0,1 0 0 0,0-2 0 16,4 0-7-16,3-1-2 0,1-3 0 0,5-2 0 15,1-4-33-15,3 0-8 0,4-4 0 0</inkml:trace>
  <inkml:trace contextRef="#ctx0" brushRef="#br0" timeOffset="-114963.53">27882 7965 518 0,'-4'0'23'0,"2"0"5"0,0 0-28 0,1 0 0 16,0 0 0-16,1 0 0 0,0 0 173 0,-1 0 30 15,-1 0 5-15,0 0 2 0,1-3-141 0,-3 3-28 0,3 0-5 0,-2 0-2 16,1 0-2-16,-1 3 0 0,1-3 0 0,-2 3 0 16,0 1 4-16,1-1 0 15,-2 0 0-15,0 4 0 0,0-1-1 0,1 0 0 0,-2-2 0 16,1 2 0-16,1 0-16 0,1 0-3 0,-1 0-1 0,1-2 0 16,0 0-1-16,0 1 0 0,1-2 0 0,-2 0 0 15,2 1 13-15,-1-1 2 0,-1 1 1 0,-1-2 0 16,1 1 0-16,-1 1 0 0,-2 2 0 0,-1-4 0 15,-1 5-10-15,-2 0-1 0,-1-1-1 0,-2 0 0 16,-2 3-10-16,0-4-8 0,2 4 12 0,1-1-12 16,2-3 0-16,2 1 0 0,-1-1 0 0,4-1 0 15,2-2 0-15,0 2 0 0,3-4 0 0,1 3 0 0,0-3 0 0,3 0 0 16,-3 0 0-16,3-3 0 0,1 3 0 16,0 0 0-16,-4 0 0 0,0 0-9 0,0 0 9 0,0 0 0 15,23 0 0-15,-20 3 0 0,0-2 0 0,0 1 0 16,1 5 0-16,-2-4 0 0,-1 3 0 0,1 1 0 15,-1-1 0-15,1-2 0 0,-1 2 9 0,2 0-9 16,-1-2 12-16,2 1-12 0,1-2 8 0,0 1-8 16,1 0 0-16,3 1 0 0,2-4 0 0,1 1 0 15,4-2 0-15,2-3 0 0,2 0 0 0,-1-1 0 16,4-2-12-16,-1 0 12 0,1 0-8 0,1 0 8 16,-1 0 0-16,-3 2-9 15,-1-2-68-15,-3 3-14 0,-1 2-2 0</inkml:trace>
  <inkml:trace contextRef="#ctx0" brushRef="#br0" timeOffset="-105213.83">27158 7437 957 0,'-5'1'42'0,"2"-1"10"0,-1 2-42 0,2-2-10 0,0 0 0 0,2 0 0 16,0-2 77-16,0 2 14 0,-1-1 2 0,0-1 1 15,1 1-26-15,0 1-6 0,0 0-1 0,0 0 0 16,12-21-29-16,-7 15-7 0,3-1-1 0,-2 0 0 15,1 1-6-15,-2-1-2 0,0 1 0 0,0 1 0 16,-3 1 8-16,0 0 2 0,-1 2 0 0,-2-1 0 16,1 2 18-16,-2-3 3 0,0 2 1 0,1-1 0 15,0 0-12-15,1-1-3 0,1-1 0 0,1 1 0 16,1-2-24-16,0 0-9 0,2 0 0 0,-1 0 9 16,1-1-9-16,0 3 0 0,-1-3 0 0,-2-1 0 15,1 1 0-15,-2 1 0 0,-1 3 0 0,-1-4 0 16,-2 4 11-16,2 0 0 0,-3 0 0 0,2-4 0 0,-1 4 5 0,1-2 0 15,-1 1 1-15,2-5 0 0,1 2-17 0,1 1 0 16,2-4 0-16,0-3 0 0,1 4 0 0,0-3-14 16,1 1 2-16,0 3 1 0,0-2 3 0,-2 0 0 15,1 4 0-15,-3-1 0 0,1 1 8 0,-2 0 0 16,-2 2 0-16,0 2 0 0,1-2 0 0,-3-1 9 16,2 4-1-16,-3-1-8 0,0-2 16 0,1 1-3 15,3 1-1-15,-2-2 0 0,2 3-12 0,0-4 0 16,1 4 8-16,0-4-8 0,0 1 0 0,0-2 0 15,1 2 0-15,0-2 0 0,-1 0-8 0,1 0 8 16,-1 2 0-16,3-2 0 0,-3 0 0 0,0-1 0 16,1-1 0-16,2 0 0 0,-1 0-8 0,2-2 8 15,0 0 0-15,-1 1 0 0,1-1-12 0,2 0 12 0,-1 1-12 0,0-3 12 16,-1 3-13-16,-1-1 4 0,0 0 1 0,-1-3 0 16,-2 7 8-16,-2-2 0 0,1 0 0 0,-4 2 0 15,1-3 0-15,-3 3 0 0,-1 1 10 0,0-1-10 16,-2 0 19-16,0 0-3 0,0 1 0 0,0-3 0 15,1 2-16-15,1-4 0 0,0 4 0 0,2-4 0 16,0-2 0-16,2-1 0 0,-1 1 0 0,1-4-12 16,3 4-2-16,0-1 0 0,0 0 0 0,0 0 0 15,-1-2 14-15,2 2-12 0,0 0 12 0,0-1-12 16,0 2 12-16,0-2 0 0,2-2 0 0,-4-1 0 16,5-1 0-16,-2-1 0 0,0 2 0 0,2-1 0 15,-2-1 0-15,1 3 0 0,2-3 0 0,-1 0 0 16,-1-2 0-16,1 1 0 0,-1 1 0 0,-2 1 0 15,0 2 0-15,-2-3 0 0,-2 3 0 0,-2 0 0 16,-1 0 10-16,-1 1-10 0,-2 1 8 0,-4 2-8 0,-2-4 18 0,-2 1-2 16,-2 1 0-16,-1 0 0 0,-1 0-8 0,-1-2-8 15,1 0 9-15,0 1-9 0,2-4 0 0,2 2 8 16,-1-4-8-16,3 1 0 0,2-1 0 0,1 2 0 16,2-4 0-16,-1 1 0 0,1 0-10 0,3 1 10 15,-1 1-8-15,-1 1 8 0,0 0 0 0,2 0-8 16,-1 1 8-16,-1 1 0 0,-1 1 0 0,0 0 0 15,-3-1 0-15,1 0 0 0,-2 4 0 0,0-2 8 16,-1 6-8-16,-2-4 8 0,1 1-8 0,0 1 0 16,0 0 0-16,-1 1 8 0,1 0-8 0,1 0 0 15,1 1 0-15,-1-1 0 0,2 2 0 0,-2 0 0 16,0 0 0-16,-2 0 0 0,2 2 0 0,-3-3 0 16,3 3 0-16,-1 0 0 0,-1 0 0 0,0 2 0 0,0-3 0 15,1 4 0-15,1-3 0 0,-1 2 0 0,2-1 0 0,1 2 0 16,1-3 0-16,-1 2 0 0,-1-2 0 0,2 2 0 15,0-1 0-15,1-1 0 0,0 2 0 0,-1 0 0 16,-2 1 0-16,2-2 0 0,-2 1 0 0,0 4 0 16,2-2 0-16,-2 0 0 0,0 4 0 0,-1-2-8 15,-2 2 0-15,2 0 0 0,2 0 0 0,-3 0 0 16,4 1-2-16,-1-2 0 0,2 1 0 0,1 0 0 16,1 0 10-16,-1 1 0 0,1 0-9 0,0 0 9 15,-1 0 0-15,0 0 0 0,0 1 0 0,-2 2 0 16,2-2 0-16,-1 2 0 0,-1-3 0 0,0 2 0 15,0 2-12-15,1-3 12 0,-2 3-10 0,2-2 10 16,-2 1-14-16,1 0 3 0,0-2 1 0,0-1 0 0,0 0 10 16,1 3 0-16,0-5-9 0,1 4 9 0,-3-4 0 0,0 4 0 15,-2 0 0-15,-1 2 0 0,1-1 0 0,-3 2 0 16,1 2 0-16,-3-1 0 0,0 1 0 0,-1-3 0 16,1 4 0-16,-2-3 0 0,5 0 0 0,-1 0 0 15,2-2 0-15,1 0 0 0,1 0 0 0,1 1 0 16,1-1 0-16,-1-4 0 0,3 2 0 0,1 0 0 15,-1 1 0-15,0-2 0 0,1 1 0 0,-2-1 0 16,0 3 0-16,-1-3 0 0,-2 4 0 0,-1-1 0 16,0 0 0-16,0 0 0 0,-1 0 0 0,-1 1 0 15,1 0 0-15,0 2 0 0,2-3 0 0,1-1 0 16,1 3 0-16,-1-4 0 0,3 1 0 0,-2 2 0 16,-1-2 0-16,-1 0 0 0,1 2 0 0,2-1 0 0,-1 2 0 15,1-1 0-15,1-1 0 0,-1 1 0 0,2-1 0 16,-1 3 0-16,1-5 0 0,1 2 0 0,0-4 0 0,2 2 0 15,-2-1 0-15,3-2 0 0,0 1 0 0,0-2 0 16,1 0 0-16,0 0 0 0,1-2 0 0,0 4 0 16,1-4 0-16,0 1 0 0,0 1 0 0,-1 0 0 15,-1 0 0-15,-1 0 0 0,-1-3 0 0,0 3 0 16,-2 3 0-16,-2-3 0 0,0 0 0 0,-2 1 0 16,-2-1 0-16,0 2 0 0,1-2 0 0,-2 0 0 15,4-2 0-15,-2 1 0 0,1 1 0 0,2-3 0 16,1 3 0-16,0 0 0 0,2 0 0 0,2 0 0 15,0 0 0-15,1-2-9 0,0 4 9 0,-1-2 0 16,2-2-8-16,0 2 8 0,2 2 0 0,-2-2 0 0,1 0 0 0,0 0 0 16,-2 3 0-16,3-3 0 0,-1 0 0 0,2 0 0 15,0 0 0-15,-1 0 0 0,2 0 0 0,0 0 9 16,0 0-9-16,2 0 8 0,-2 0-8 0,-2 0 0 16,2 0 0-16,0 0 0 0,0 0 0 0,0 0 0 15,0 0 0-15,0 0 0 0,0 0 0 0,0 0 0 16,0 0 0-16,0 0 0 0,0 0 0 0,2 19 0 15,-4-16 0-15,2 1 0 0,-1-1 0 0,0 0 0 16,1 3 0-16,-1-2 0 0,1 2 0 0,0 0 0 16,0 1 0-16,0 4 0 0,1-1 0 0,0 6 8 15,0-1-8-15,-1 5 0 0,2 0 0 0,-1 7 0 16,1 2 0-16,0-1 0 0,-1 4 0 0,0 0 0 16,0-1 0-16,1 0 0 0,-1-2 0 0,0-1 0 15,0 2 0-15,1-3 0 0,-1 1 0 0,0-4 0 16,0 1 0-16,2-3 0 0,-1-2 0 0,2 1 0 0,-2-3 0 0,2-1 0 15,0 4 0-15,-2-4 0 0,1-4 0 0,-2 2-11 16,-1-5 3-16,0 2 0 0,-1-3 0 0,0 1 0 16,-2-3 0-16,2 2 0 0,-2-3 0 0,1-2 0 15,1-1 8-15,-1 2 0 0,1-3-9 0,0 0 9 16,0-2-28-16,-1 0 0 0,1 3-1 0,0-6 0 31,0 3-95-31,-2 0-20 0,1 0-3 0,-3-2-525 0</inkml:trace>
  <inkml:trace contextRef="#ctx0" brushRef="#br0" timeOffset="-104829.75">24359 6486 576 0,'-9'1'51'0,"3"1"-41"0,2 1-10 0,3 1 0 0,0-4 200 0,-2 2 37 16,0 2 8-16,-4 0 2 0,0 4-149 0,1-2-30 15,1 1-5-15,5-1-2 0,2-1-37 0,5 0-8 16,1 1-2-16,3-2 0 0,3-2-14 0,1-1 11 16,1 2-11-16,1-1 10 0,2 2-10 0,-1 2 12 15,2 0-12-15,-3 0 12 0,-1 1-4 0,-1 3 0 16,-1-4 0-16,-3 4 0 0,0-3 27 0,-3 2 5 16,0-1 0-16,1 0 1 0,-3 0-1 0,-1 0 0 15,0-2 0-15,0 0 0 0,-1 0-13 0,1 1-3 16,-2-4-1-16,1 0 0 0,-2 0-23 0,2 0 9 0,1-3-9 0,1 0 0 15,0 0 0-15,1-3 0 16,-1 2 0-16,0-1 0 0,0-2 11 0,0 2-11 0,-2-2 10 16,1 0-10-16,-3 2 12 0,1-2-3 0,-2-1-1 0,0 1 0 15,-1 4 11-15,-1-3 1 0,0 0 1 16,1-1 0-16,-1-1 0 0,2 1 0 0,1-3 0 0,3-1 0 16,4-2-21-16,2-5 0 0,5-2 0 0,4-4 0 15,1-4-32-15,4-1-7 0,1-3-1 0,3-3-642 16,1-5-128-16</inkml:trace>
  <inkml:trace contextRef="#ctx0" brushRef="#br0" timeOffset="-100846.91">20367 8013 748 0,'-12'2'67'0,"3"0"-54"0,6 0-13 0,3-4 0 16,1 2 33-16,-1 0 4 0,-4 0 1 0,-2 0 0 15,-2 0-26-15,0 0-4 0,0-2-8 0,1 0 11 16,0 2 9-16,0-4 3 0,2 2 0 0,0 2 0 16,2 0 43-16,0 0 9 0,2 0 1 0,0 0 1 15,2 0 2-15,0-3 0 0,2 3 0 0,2-1 0 16,1 1-35-16,4 0-8 0,1 1 0 0,2 2-1 15,2-1-25-15,1 0-10 0,2 2 8 0,0-2-8 0,0 3 0 16,-2-2 0-16,0 1 0 0,0 2 0 0,-1 0 0 0,-2-2-9 16,1 1 9-16,-3-1-10 0,-1-1 10 0,0 1-13 15,-3-1 5-15,-1-1 8 0,-1-2-9 0,0 0 9 16,-2 0 0-16,-1 0 0 0,-1 0-12 0,1-2 4 16,-2 2 8-16,-3 0-726 15</inkml:trace>
  <inkml:trace contextRef="#ctx0" brushRef="#br0" timeOffset="-100596.68">20380 8013 1882 0,'-9'4'84'0,"4"-2"16"0,4 1-80 0,1 0-20 0,2-1 0 15,1 0 0-15,2 1 12 0,3 0-3 0,6 0 0 0,6 3 0 16,4 0 1-16,2 1 0 0,2-3 0 0,-2 1 0 15,-3-1-10-15,-4-2 0 0,-1-2 9 0,-4 4-9 16,-1-1 0-16,-4-2-12 0,-3 1 2 0,-1 2 0 16,-2-2-14-16,-3 2-2 0,-2 2-1 0,-1 0 0 15,-4 1 3-15,0 0 0 0,-2 2 0 0,-2-3 0 16,1 1 8-16,-1 2 1 0,1-3 1 0,0 0 0 16,1 1-32-16,0-1-6 0,2 0-2 0,-1 0-644 15</inkml:trace>
  <inkml:trace contextRef="#ctx0" brushRef="#br0" timeOffset="-100196.86">20436 9319 806 0,'0'-4'36'0,"2"4"7"0,-1-2-35 0,0 0-8 0,2 2 0 0,-1 0 0 0,3 0 147 0,3-2 27 0,5 2 6 0,7-4 0 15,7 2-145-15,2-1-35 0,-2 2 0 0,2-1 0 16,2-1-20-16,-1 2-7 0,-5-2-1 0,-4 1 0 16,-4 1-12-16,-2-3-2 0,-4-2-1 0,-1-3 0 15,-3 3 18-15,-2-4 3 0,0 0 1 0,-1-2-321 16,-3 2-64-16</inkml:trace>
  <inkml:trace contextRef="#ctx0" brushRef="#br0" timeOffset="-100014.18">20573 9141 115 0,'0'-3'0'0,"0"1"10"0,0 1-10 0,-2 1 0 16,2 0 0-16,0 0 0 0,0 0 384 0,2 0 76 15,-1 0 14-15,0 1 3 0,1 4-324 0,-2-5-65 16,0 0-12-16,14 20-4 0,-8-8-48 0,2 0-9 15,0 2-3-15,0 1 0 0,2-2-12 0,-2 0 0 16,0-1 0-16,-2-2 0 0,-1-1 0 0,0-6-8 16,0 1 8-16,-4-2 0 0,0 1-20 0,-1-3-1 15,-1 0 0-15,-3 0-903 0</inkml:trace>
  <inkml:trace contextRef="#ctx0" brushRef="#br0" timeOffset="-80346.5">26551 11759 680 0,'4'-5'30'0,"-2"1"6"0,1 0-28 0,-2 1-8 0,0 3 0 0,-1-3 0 31,0 1-76-31,2 0-17 0</inkml:trace>
  <inkml:trace contextRef="#ctx0" brushRef="#br0" timeOffset="-80279.98">26552 11683 115 0,'-6'-2'10'0,"4"2"-10"0,1 2 0 0,-1-2 0 16,1 0 136-16,0 0 26 0,-2 0 5 0,-2 3 1 16,-2 0-124-16,0 0-25 0</inkml:trace>
  <inkml:trace contextRef="#ctx0" brushRef="#br0" timeOffset="-79763.26">26559 11607 172 0,'3'-3'16'15,"-1"3"-16"-15,-2-2 0 0,-2 2 0 0,2-2 228 0,2 2 42 16,1-2 9-16,1-2 1 0,0 2-142 15,-1 2-29-15,0-3-5 0,-2 3-2 0,0-1-20 0,-2 1-4 16,1 0-1-16,-2 0 0 0,-2 1-21 0,-1 2-5 16,-1-1-1-16,-2 2 0 0,1-2-21 0,-2 2-4 15,1 2-1-15,-1 0 0 0,-1 1-15 0,0-1-9 16,0 4 10-16,0-3-10 0,1 4 0 0,-1-3 0 16,1 0 0-16,0 0 0 0,1 0 0 0,0 2 0 15,2-4 0-15,0 1 0 0,1-1 0 0,1-2 0 16,2-1 0-16,-1 0 0 0,3-1 0 0,0-2 0 15,0 0 0-15,0 1 0 0,2-1 11 0,-2 0-11 0,1 0 12 16,0 0-12-16,-1 0 16 0,0 0-4 0,0 0-1 16,0 0 0-16,0 0-11 0,22 9 0 15,-14-6 0-15,0 0 0 0,2 3 0 0,1-2 0 0,2 2 0 0,-1 1 0 16,0 0 0-16,0 2 0 0,-1-3 0 0,1 2 0 16,2-1 0-16,-1 0 0 0,0-3 0 0,-1 1 0 15,0-4 0-15,1-1 0 0,-2 0 0 0,-1-1 0 16,1-2 9-16,-1 0 0 0,-2 0 0 0,1-1 0 15,0 1 7-15,-3 0 0 0,1-3 1 0,-2 2 0 16,0 2 0-16,-1-2 0 0,-2-1 0 0,1 1 0 16,-2 1 7-16,-1-1 2 0,1-2 0 0,-1 3 0 15,2-3 3-15,-4 2 1 0,1-2 0 0,-3 0 0 16,2 0-11-16,-2 0-3 0,-2 2 0 0,1-2 0 16,-1 0 4-16,-1 2 1 0,0-2 0 0,0 0 0 0,1 2-9 15,0-2-1-15,-1 1-1 0,2 1 0 0,2 0-2 0,-3-2 0 16,2 2 0-16,-2 2 0 0,1-2-8 0,-1-1 10 15,1 2-10-15,-2 0 10 0,1-1-10 0,-2 1 0 16,-1-1 0-16,0 1 0 0,-1 0-10 0,0 0-4 16,-1 0-1-16,1 0 0 0,-1-1-29 0,0-1-5 15,1 1-2-15,0-1-716 16,1-3-143-16</inkml:trace>
  <inkml:trace contextRef="#ctx0" brushRef="#br0" timeOffset="-69846.31">22798 15916 979 0,'-2'10'43'0,"-2"-1"9"0,2-2-41 0,-1-2-11 0,1-1 0 0,-1-3 0 16,1 0 166-16,-3 3 31 0,-4 2 7 0,-3 0 0 15,-3-2-119-15,-4-8-24 0,-2-4-5 0,2-12 0 16,-2-7-36-16,1-6-8 0,2-9 0 0,4-1-1 15,1-5-11-15,3-3 0 0,4 4 9 0,2 3-9 16,2-1 12-16,1 6-1 0,0 3-1 0,1 2 0 16,0 5 13-16,-2 0 2 0,1 4 1 0,0 0 0 15,0 0-5-15,-2-1-1 0,2-1 0 0,1-3 0 0,0-5-11 16,1-3-9-16,2 1 12 0,0-5-12 0,2-1 0 16,0-4 0-16,1 0 0 0,1 1 0 0,0-1 0 0,-1 0 0 15,2 2-10-15,-2 2 10 0,2 3 0 0,0 0 0 16,0 1 0-16,0 5 0 0,1 3 0 0,-3 9 0 15,0 2 0-15,-2 5 0 0,-3 3 9 0,0 4-9 16,-1 2 10-16,-1 0-10 0,-2 3 12 0,1 0-3 16,-1 3-1-16,0 0 0 0,-1 0 1 0,0 0 0 15,2 0 0-15,-2 1 0 0,0 1 1 0,2 1 0 16,-2 0 0-16,1 4 0 0,-1-1 2 0,0-2 0 16,0 2 0-16,1 2 0 0,-1-1 1 0,-1 0 1 15,1 3 0-15,-1 1 0 0,-1 3 1 0,0 0 0 16,-1 0 0-16,-2 1 0 0,-1 2-15 0,-4 2 0 15,1-1 0-15,-3 5 0 0,-3-5-15 0,-1 2-5 0,-1-2-2 16,2 1 0-16,-1-3-23 0,3-4-5 0,3-2-1 0,2-3 0 16,3-4-3-16,2-4-1 0,2-1 0 0,2-8 0 15,3-5-1-15,1-5-1 0,4-5 0 0,1-3 0 16,2-1 14-16,2-2 3 0,0 5 1 0,1-2 0 16,0 3 39-16,1 3 18 0,1 5-2 0,-2-2 0 15,0 7 11-15,-2 2 1 0,0 1 1 0,0 6 0 16,1 0 11-16,-1 3 3 0,1 4 0 0,1 1 0 15,1 5 1-15,3-2 1 0,1 6 0 0,3 2 0 16,0 5-1-16,4-1-1 0,1 2 0 0,2 0 0 16,3 1-15-16,-1-2-2 0,2-2-1 0,-3-4 0 15,-1-4-14-15,-3-2-3 0,-2 0-8 0,-2-6 12 16,-2 1-12-16,1 0 8 0,-4-2-8 0,-2 1 0 16,-2 0 0-16,-4-3-20 0,-3 0 4 0,-1 0-684 15,-4 0-137-15</inkml:trace>
  <inkml:trace contextRef="#ctx0" brushRef="#br0" timeOffset="-68827">18402 15833 57 0,'-3'10'0'0,"-1"-6"0"15,0 2 0-15,1-4 0 0,1-2 399 0,1 0 74 16,1 0 15-16,-1 0 4 0,-2 0-324 0,0 0-64 0,0-2-12 0,3-4-4 16,-2-2-35-16,2 0-7 0,-2-5-2 0,1 0 0 15,-1-2-18-15,0-4-4 0,0 2-1 0,0-6 0 16,-2 3-10-16,-1-6-3 0,-1-1 0 0,0-3 0 16,-3-7 1-16,0-1 0 0,-1-3 0 0,-1-4 0 15,0-2 3-15,-1-1 0 0,-2-2 0 0,2-4 0 16,-1 0-12-16,3-6 0 0,3 10 0 0,1-4 8 15,3 1-8-15,1 5-9 0,2 4 9 0,0 5-13 16,1 11 5-16,-1 3 8 0,0 6-13 0,1 6 5 16,-2 3 8-16,1 1 0 0,0 3 0 0,0 2-8 15,0-1 8-15,-1 4 0 0,1-2 0 0,0 3 0 16,0-3 0-16,0 3 9 0,0 0-9 0,0-2 0 16,0 0 8-16,0 0-8 0,0-2 0 0,0-1 0 15,-1 0 0-15,2-1 0 0,-1 0 0 0,1-3 0 0,-1 1 0 0,0 0 0 16,-1 0 0-16,0 0 0 0,-1 2 0 0,0 2 0 15,-2 2 0-15,1-1 0 0,0 3 9 0,-1 3-9 16,1-1 0-16,-4 2 9 0,1 2-9 0,-4 4 8 16,2 2-8-16,-3 4 8 0,-2 3-8 0,0 1 0 15,0 1 9-15,1 1-9 0,-3 2 0 0,3 0 0 16,-2 1 0-16,1 0 0 0,0-3 0 0,1-2 0 16,2-2-12-16,0-4 4 0,3-3-20 0,0-4-4 15,2-4-1-15,3-2 0 0,1-2-23 0,1-4-5 16,2-6-1-16,4-6 0 0,4-7 1 0,5-11 0 15,7-5 0-15,7-9 0 0,8-7 3 0,4-4 1 16,4 0 0-16,1 3 0 0,1 7 30 0,-6 8 7 16,-4 4 0-16,-5 9 1 0,-2 11 35 0,-4 2 8 0,-1 10 0 15,-3 3 1-15,-1 3 48 0,-3 6 10 0,-3 3 1 0,-1 5 1 16,0 0-2-16,-5 9-1 0,3 5 0 0,-3 4 0 16,1 0-28-16,1 7-6 0,3 4 0 0,2-2-1 15,4-3-29-15,1-3-6 0,2-6 0 0,6-5-1 31,3-8-174-31,3-6-34 0</inkml:trace>
  <inkml:trace contextRef="#ctx0" brushRef="#br0" timeOffset="-67479.96">18496 16032 230 0,'-5'4'10'0,"2"0"2"0,-1-2-12 0,1 2 0 0,1-4 0 0,1 2 0 0,0 0 392 0,-1 0 75 0,-3 4 15 0,2 0 3 15,-1 4-325-15,0-1-66 0,1-2-13 0,-2 2-2 16,1-2-20-16,1 0-4 0,1-1-1 0,-1 0 0 15,2 0-28-15,-2-2-6 0,1 1 0 0,2-1-1 16,0-2-19-16,0-1 0 0,2 2 0 0,-2-3 0 16,2 1 0-16,-1-1-11 0,2 2 2 0,-1-2 0 15,1 3 0-15,2-2 0 0,0 2 0 0,-1-1 0 16,3-1 9-16,0 2 0 0,-1-1 0 0,4 0 0 16,0 3 0-16,0-4 0 0,4 1 0 0,-2-1 0 0,3 2 0 15,0-3 12-15,-1 2 0 0,2-2-1 0,3 0 2 16,1 0 1-16,0 0 0 0,1 0 0 0,-2 2-4 0,0-2-1 15,0 0 0-15,0 2 0 0,1-2-9 0,1 3 0 16,0-3 0-16,1 0 8 0,1 0-8 0,-1 0 0 16,1-3 0-16,0 1 0 0,1 0 0 0,1-3 0 15,1 1 0-15,0-3 0 0,2 1 0 0,0 0 0 16,0-4 0-16,-2 4 0 0,3-3 0 0,-3 3 0 16,-3 0 0-16,-1 0 8 0,-1 2-8 0,-1 0 10 15,0-1-10-15,0 4 10 0,-1 1-10 0,-1-2 12 16,0 2-12-16,-2 0 12 0,2 0-12 0,0 2 0 15,2-1 0-15,1 2 0 0,3-1 0 0,-2-2 8 16,3 0-8-16,0-2 0 0,1-2 0 0,4-1 0 16,4-2 0-16,0-3 0 0,2-3 0 0,0 1 0 15,0 0-9-15,-4 2 9 0,0-3 0 0,0 4 0 0,-1-1 0 16,-2 1 0-16,-1 0 0 0,-2 4-8 0,0 0 8 16,-1 4 0-16,-1-1 0 0,1 4 0 0,0 2 0 0,1-2 0 15,0 6 0-15,1-6 0 0,0 2 0 0,-1 2 0 16,3-2 0-16,-1 1 0 0,3-1 0 0,-1-1 0 15,-2 0 0-15,2-6 0 0,3 3 0 0,3-6 0 16,0 2 0-16,0-2 0 0,-3 2 0 0,2 2 0 16,-2-2 0-16,-1-2 0 0,-2 4 0 0,-2 0 0 15,1 2 0-15,-4 0 0 0,-3 2 9 0,-1 0-9 16,1 4 8-16,-1-2-8 0,-1 0 8 0,0 1-8 16,1 2 12-16,-2-1-4 0,2 0 0 0,0 1 0 15,3-4-8-15,-1 0 0 0,2-1 0 0,1-2 0 0,0 0 0 16,1-2 0-16,1-1 0 0,-2 2 0 0,-2-1 0 0,0-1 0 15,-1 2 0-15,-3-2 0 0,1 3 0 0,-1 0 0 16,-2 0 0-16,1 3 0 0,1-3 8 0,0 4-8 16,-1-2 0-16,2 2 8 0,0-2 0 0,2 2 0 15,-1 0 0-15,0-1 0 0,0 0-8 0,2-1 10 16,1 2-10-16,-2-4 10 0,3 3-10 0,-2 0 0 16,-1 0 0-16,-2-3 0 0,1 3 0 0,-2-3 0 15,-1 2 0-15,-2 0 8 0,-1 1-8 0,0-2 0 16,-2 1 0-16,-1-2 0 0,3 3 0 0,0 1 0 15,2-2 0-15,-2 2 0 0,1-1 0 0,-1 4 8 16,0-5-8-16,-1 2 0 0,0-1 8 0,-1 2-8 16,0 2 8-16,0-4-8 0,-2 1 0 0,0-1 8 15,0-2-8-15,-1 1 0 0,3-2 0 0,-1 0 0 16,1 0 0-16,-1-2 0 0,4 1 0 0,-3 1 8 16,-1-3-8-16,-1 1 0 0,0 0 16 0,0-1-3 0,0 0 0 0,-2 1 0 15,1 0-1-15,0-3 0 0,-2 4 0 0,-2-1 0 16,1-2-3-16,-2 2-1 0,-1 2 0 0,0-3 0 15,0 2 0-15,-2-2 0 0,1 2 0 0,-1 1 0 16,-1 0-8-16,-1 0 12 0,2 0-12 0,-2 0 12 16,0 0-12-16,0 0 12 0,3 0-12 0,-1 0 12 15,2 0-12-15,-1 1 0 0,3-1 0 0,1 0 8 16,1 0-8-16,1 0 0 0,1-1 0 0,0 1 0 16,1-2 0-16,1 2 0 0,0-4 0 0,1 4 0 15,0-2 0-15,-2-2 0 0,0 4 0 0,0-3 0 16,-1 3 0-16,-3 0 0 0,1 0 0 0,-3 0 0 15,0 0 0-15,-1 0 0 0,-1 3 0 0,0-3 0 0,-2 1 9 0,1-1 0 16,-3 3 0-16,1-3 0 0,-1 0 11 0,0 0 1 16,-1 0 1-16,1 0 0 0,-2 0 1 0,1-4 0 15,-1 1 0-15,0-3 0 0,0-4-23 0,0-2 9 16,-2-10-9-16,-1-7 0 0,0-5-48 0,-3-11-17 16,0-8-3-16,-2-10-836 15,-1-10-166-15</inkml:trace>
  <inkml:trace contextRef="#ctx0" brushRef="#br0" timeOffset="-66246.95">20563 15895 288 0,'-4'3'25'0,"0"-1"-25"16,0 2 0-16,2-2 0 0,1-1 163 0,-3 2 27 16,-1 3 6-16,-4 0 0 0,0 2-167 0,-4 0-29 15,3 1-15-15,2-5 2 16,1-2-67-16,3-2-14 0,0-1-2 0</inkml:trace>
  <inkml:trace contextRef="#ctx0" brushRef="#br0" timeOffset="-66197.26">20460 15869 57 0,'-1'-4'0'0,"0"2"0"0,-1 2 0 0,2 0 0 0</inkml:trace>
  <inkml:trace contextRef="#ctx0" brushRef="#br0" timeOffset="-65946.95">20453 15900 230 0,'1'12'20'0,"-1"-5"-20"0,0-4 0 0,0 0 0 15,-1-2 210-15,2 1 38 0,-1 0 7 0,-1 4 1 16,-1 3-92-16,0 0-20 0,1 1-3 0,-3 1-1 16,0-1-44-16,0 3-10 0,1-2-2 0,-2 4 0 15,1-3-19-15,2 4-4 0,-2 0-1 0,0 3 0 16,3-1-21-16,0 5-5 0,1-1-1 0,2 4 0 15,2 1-22-15,0 0-11 0,2 4 10 0,0 1-10 16,1 2 0-16,0 1 0 0,0 6 0 0,0 0 0 16,2 6 0-16,-1 0 0 0,0 1 0 0,-2 3 0 0,2-3-17 0,-3 2 3 15,-2-6 1-15,-1-3 0 0,-1 0-9 0,-2-3-2 16,-1-6 0-16,1-3 0 0,-1-5 4 0,0-4 0 16,1-4 0-16,0-1 0 0,-1-7-16 0,-1-2-4 15,1-4 0-15,-1-2 0 16,-1-2-35-16,1-6-7 0,-1-2-2 0,-1-7-444 15,-1-6-88-15</inkml:trace>
  <inkml:trace contextRef="#ctx0" brushRef="#br0" timeOffset="-65597">20440 16074 1152 0,'-2'3'102'0,"-1"1"-82"15,1-4-20-15,1 2 0 0,-1-2 160 0,0 4 28 0,-2-1 6 0,-1 6 1 16,-2 1-75-16,-3 2-16 0,-1 4-2 0,1-3-1 15,-1 3-43-15,0 0-9 0,-1 2-1 0,1-1-1 16,-1 2-31-16,-2 2-7 0,-2 2-1 0,3-4 0 16,-2 4-16-16,2-2-4 0,1-2-1 0,1 0 0 15,-1 0-3-15,2-6 0 0,0 0 0 0,2-4 0 16,1 0-12-16,1-9-4 0,1 3 0 0,2-6 0 31,2-3-44-31,0-4-8 0,3-2-3 0,5-4 0 0,0-5-1 0,3-3-1 0,2-4 0 0,1 0 0 16,0 2 71-16,1 0 18 0,1 4 0 0,-1 4 0 15,3 2 46-15,-1 3 13 0,1 3 2 0,-2 4 1 16,0 4 14-16,-1 2 4 0,4 2 0 0,-2-1 0 16,0 4-3-16,0 2 0 0,-1 0 0 0,2-1 0 15,2 6-18-15,-2 1-4 0,2-1-1 0,-3 4 0 0,-3 0-15 0,0 0-3 16,-2 3-1-16,-1 1 0 0,-2-2-35 0,-3-2 0 16,-1-1-10-16,-2-5-1171 15</inkml:trace>
  <inkml:trace contextRef="#ctx0" brushRef="#br0" timeOffset="53826.74">27992 9148 1429 0,'-3'-2'63'0,"1"2"13"0,-1 2-60 0,1-2-16 0,1 0 0 0,-1 0 0 0,0 0 103 0,-1 0 17 16,0 0 4-16,-3 3 1 0,-1-6-56 15,2 3-11-15,1 0-2 0,-1-2-1 0,0 0-34 0,1-1-6 16,1 0-2-16,0 0 0 0,-1 0-5 0,-1 1-8 15,-1 0 11-15,0 0-11 0,0 2 18 0,-2-4-3 16,1 4-1-16,-2 0 0 0,0-2 10 0,-2 2 1 16,-1 0 1-16,0-3 0 0,0 2-6 0,0 1 0 15,0 0-1-15,-1-2 0 0,1 0-19 0,0 0 8 16,-1 2-8-16,0-3 0 0,-2 2 8 0,-3 1-8 16,1 0 0-16,0 1 0 0,0 2 0 0,-2-1 0 15,-1 3 0-15,-1 0 0 0,-1 1-15 0,1 1 3 16,0-1 1-16,1-3 0 0,3 1-25 0,-1-4-6 15,5 0-1-15,3-4 0 16,3-2-52-16,4-4-10 0,4-2-3 0,4-4-747 0</inkml:trace>
  <inkml:trace contextRef="#ctx0" brushRef="#br0" timeOffset="54153.71">27803 8876 1054 0,'-9'9'47'0,"2"-6"9"0,0 4-44 0,4-4-12 0,-1 0 0 0,3-3 0 15,-1 0 58-15,0 4 10 0,-3-2 1 0,-1 4 1 16,0-2 20-16,-2 0 4 0,2-2 1 0,-1-1 0 16,2 2-19-16,-3-1-3 0,2-2-1 0,-1 0 0 15,-2 0-13-15,-1 4-3 0,-3-2-1 0,-1 2 0 16,0 2-19-16,-3 1-4 0,-2 2-1 0,0 1 0 0,0 3-18 0,-3 3-3 16,1 0-1-16,-1 2 0 0,-1 3-9 0,1-1 0 15,4-4 0-15,3-1 0 0,4-1 0 0,4-4 0 16,2-2 0-16,5-5-11 0,0 0 11 0,3-3 0 15,1 4-9-15,-1-1 9 0,2-2 0 0,0 1 0 16,0 2-9-16,1 1 9 0,1-1 0 0,0 2 0 16,0 1 0-16,2 2 0 0,-2 0 15 0,1-2-3 15,-1 2-1-15,2 1 0 0,1 2-11 0,1-5 0 16,-1 2 9-16,3 1-9 0,4-1 0 0,2 0 0 16,5-1 0-16,6 1-12 15,5-3-111-15,6 0-22 0,2-2-5 0</inkml:trace>
  <inkml:trace contextRef="#ctx0" brushRef="#br0" timeOffset="-28176.09">27537 7257 1033 0,'-5'3'45'0,"1"-2"11"0,2 2-45 0,0-3-11 0,1 2 0 0,1-2 0 16,-1 0 83-16,0 0 14 0,-1 1 3 0,-1 2 1 16,-1-2-7-16,2 1-2 0,-2-2 0 0,1 3 0 15,1-3-21-15,-1 0-5 0,1 0-1 0,-1 0 0 16,1 0-16-16,0 0-3 0,-1 0-1 0,-1-3 0 15,3 3-19-15,-1 0-4 0,-1 0-1 0,-1 0 0 16,2 0-13-16,-3 0-8 0,0 0 8 0,-1 0-8 0,-2 0 0 0,1 0 0 16,0-2 0-16,-1 1 0 0,1 1 0 0,-1-3 9 15,2 2-9-15,-1-1 0 0,1-2 0 0,-2 1 0 16,0 0 0-16,0 0 0 0,1 0 0 0,-3-2 0 16,2 3 0-16,-3 0 0 0,-1 1 8 0,0-2-8 15,-3 3 0-15,0-2 0 0,0 2 0 0,0 0 0 16,-2 0 0-16,-2 2 0 0,2-2 0 0,-3 3 0 15,0-3-12-15,3 0 12 0,1 3-16 0,1-5 4 16,2 4 0-16,0-2 0 0,3 0 12 0,2 0-11 16,-1 0 11-16,2 0-10 0,3 0 10 0,-1 0 0 15,1 0 0-15,1 0-8 0,0 0 8 0,-1 0 0 16,2 0 0-16,-1 0 0 0,0 0 0 0,0 2 0 0,1-2 0 16,-3 0 0-16,2 2 0 0,0-2 0 0,-1 3 0 0,0-3 0 15,0 1 0-15,1 1 0 0,0 1 0 0,0-3 0 16,-1 3 0-16,1-3 0 0,0 3 0 0,-1 1 0 15,-1-4 0-15,-1 3-8 0,3 3 8 0,-3-2 0 16,1 2 0-16,0 3 0 0,2-3 0 0,-2 2 0 16,1 0 0-16,0-2 0 0,2 4 0 0,-2-1-8 15,2 2 8-15,-2 2 0 0,0-1 0 0,0 0-8 16,1 3 8-16,-2-1 0 0,1 1 0 0,0 1 0 16,-2 0 0-16,-1 2 0 0,2 2 0 0,-1-1 0 15,-1 0 0-15,1 2 0 0,1-1 10 0,2-4-10 16,0 3 0-16,3-4 0 0,0 1 0 0,1-4 0 15,3 4 0-15,-1-2 0 0,2 2 0 0,-3 0 0 0,2-1 0 0,-2 3 0 16,2-2 0-16,0 0 0 16,-1-1 0-16,0 3 0 0,-2 0 0 0,-1 1 0 0,0 0 0 0,-2 2 0 15,0 3 0-15,-3 1 0 0,2-1 0 0,-4 2 0 16,3 5 0-16,-1-1 0 0,1 1 0 0,3-3 0 16,-1 3 0-16,5-5 0 0,-1 0 0 0,3-2 0 15,1-2 0-15,3 0-10 0,-1-2-5 0,1-1-1 16,0 0 0-16,1 0 0 0,-1 1 3 0,-1 1 0 15,1-3 0-15,-3 2 0 0,0-1 13 0,-2 3 0 16,0 0 0-16,-3 0 0 0,-1 3 0 0,-4-1 0 16,-1 0 0-16,-1 1 0 0,0 0 0 0,-1-3 8 15,-1-3 0-15,1 0-8 0,2-3 9 0,-1 1-9 16,3-3 0-16,-1-1 9 0,2 0-9 0,1 0 0 16,-1-3 0-16,1-2 0 0,1 5 0 0,-1-3 0 0,2 2 0 15,-1-2 0-15,0 3 0 0,0 0 0 0,1-1 0 0,-1 0 0 16,2 2 0-16,-2 1 0 0,1-1 0 0,-2 0 0 15,-1 2 0-15,1-1 0 0,0 3 0 0,-2-2 0 16,1 1 0-16,-2 3 0 0,1-4 0 0,0 0 0 16,1-1 0-16,-1-2 0 0,1 0 0 0,0-1 0 15,1 0 0-15,0-2 0 0,0 0 0 0,1 3 0 16,0-5 0-16,0 0 0 0,0 0 0 0,1 0 0 16,1 0 0-16,2-1 0 0,0-1 0 0,1 1 0 15,0-1 0-15,1 1 0 0,1-2 0 0,1-1 8 16,-1 1-8-16,2-1 0 0,0-1 0 0,-1-2 0 15,1 1 0-15,-2 1 8 0,2-2-8 0,-2 1 0 16,1-2 0-16,-2 3 8 0,-5-2-8 0,2 2 0 0,-1-3 8 16,-2 1-8-16,0-1 0 0,0 2 8 0,0-2-8 15,-1 3 8-15,1-3-8 0,0 0 8 0,0 0-8 0,0 0 0 16,0 0 0-16,0 0 8 0,0 0-8 0,0 0 0 16,0 0 0-16,0 0 0 0,25 4 0 0,-18-4 0 15,2 0 0-15,-2-3 0 0,-1 2 0 0,2 1 0 16,2 0 0-16,-2-3 8 0,3 3-8 0,-1 0 12 15,0 0-12-15,0 0 12 0,0 3-12 0,-1-2 0 16,1 2 0-16,-1-3 0 0,5 2 0 0,-2-1 0 16,2 2 0-16,0-1 0 0,0 2 0 0,1-2 0 15,-2 2 0-15,-1 0 0 0,0 0 0 0,1 0 0 16,-2-2 0-16,0 0 0 0,0 2 0 0,1-2 0 16,2 2 0-16,-2-1 0 0,2-2 0 0,0-1 0 15,-2 0 0-15,2 0 0 0,-2-1 8 0,0-2-8 0,1-1 8 16,-1 1-8-16,3 0 8 0,-4-1-8 0,1 2 0 0,-2-2 8 15,0 2-8-15,-1 2 0 0,0-3 0 0,-2 3 0 16,0 0 0-16,2 0 0 0,0 0 0 0,1 3 0 16,2-3 0-16,2 0 0 0,0 2 0 0,1 0 0 15,0 0 0-15,1-2 0 0,3 2 0 0,-2-2 0 16,0 0 0-16,-1 4 0 0,-1-4 0 0,0 0 0 16,-5 0 0-16,0 0 0 0,-2 0 0 0,-1-2 0 15,-1 2 0-15,-1-2 12 0,-3 2-12 0,-1 0 12 16,1 0 6-16,-2-2 2 0,1 2 0 0,-1-2 0 15,0 0-8-15,1 0-2 0,0-2 0 0,1-2 0 16,-1 0-10-16,0 0 0 0,0-1 0 0,1-3 0 16,-2 1 0-16,0 0-9 0,0 2 9 0,-2-5-13 0,1 5 13 0,-3-3 0 15,2 1 0-15,-3 1 0 0,1 0 0 0,-1-2 0 16,0 2 0-16,0-2 0 0,2 0 10 0,-1 1-10 16,2-4 8-16,-2 0-8 0,1-3 0 0,2 1 8 15,-1-4-8-15,0 0 0 0,2-3 8 0,0 0-8 16,-2-1 8-16,-2-1-8 0,-1 1 11 0,0 1-3 15,-2 0-8-15,-3 0 12 0,0-1-4 0,-2-1-8 16,-2 1 11-16,3-1-11 0,-1 1 9 0,2-5-9 16,-1-1 0-16,3-3 9 0,3-2-9 0,2-1 0 15,0-3 0-15,-1-1 0 0,2 0 0 0,-1 0-9 16,1 4 9-16,0 0-10 0,-2 0 10 0,-1 4 0 16,-1 3-9-16,-2 0 9 0,2 2 0 0,-3-2 0 15,3 2 0-15,0 2 0 0,-1 0 0 0,0 2 0 0,0-2 0 0,1 2 0 16,0 5 0-16,-3-4 12 0,0 2-12 0,1 2 12 15,0 0-12-15,0 1 8 0,0 2-8 0,0-2 8 16,-1 4-8-16,1-5 0 0,2 3 0 0,1 0 0 16,2-2 0-16,-1-3 0 0,3 3 0 0,-1 0 0 15,2 1 0-15,0-1 0 0,-1 0 0 0,2 0 0 16,1-1 0-16,0 1 0 0,1 0 0 0,0 0 0 16,2 0 0-16,-1 3 0 0,0-3 0 0,1 4 0 15,0-1-11-15,-2 4 11 0,0-1-8 0,-1 0 8 16,0 4-9-16,-1-3 9 0,0 0-10 0,-1 2 10 15,0 1-12-15,-1-1 12 0,1 4-13 0,0-2 5 16,0 1 8-16,-1 3-13 0,2-4 5 0,0 1 8 16,1-2-10-16,1 0 10 0,1 0 0 0,1-2-9 0,1 2 9 15,2-5 0-15,1 4 0 0,2-6-8 0,-1 3 8 16,0-2 0-16,1 2-9 0,-1 0 9 0,0 1 0 0,-4 3 0 16,-1-1 0-16,-1 2 0 0,-3 1 0 0,-2 2 0 15,-2 0 0-15,0 2 0 0,-1-2 10 0,-2 2 0 16,-2 0 0-16,0 0 0 0,0 2-10 0,1-2 12 15,-1 4-12-15,1-4 12 0,2 3-12 0,1-3 0 16,2 0 0-16,-1 0 0 0,3 0 0 0,0-3 0 16,2 1 0-16,0-2 0 0,-1 2 0 0,2-2 0 15,-1 0 0-15,1 0 0 0,-2 2 0 0,0-2 0 16,0 2 0-16,-1-2 0 0,0 2 0 0,-2 2 0 16,-1-4 0-16,-1 1 0 0,-1 3 0 0,-4-3 8 15,-3 3-8-15,-3 0 8 0,-3 0-8 0,0 1 0 0,1 1 9 16,-1-2-9-16,1 0 0 0,2-2 0 0,1-2 0 0,6-6-462 31,4-5-94-31,8-2-20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29:27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288 319 1840 0 0,'11'-7'321'0'0,"-7"3"1515"0"0,0-1 1 0 0,0 1 0 0 0,5-10-1 0 0,-2 4-1374 0 0,-1 0 124 0 0,0 1 0 0 0,0-1 1 0 0,-1-1-1 0 0,0 1 0 0 0,-1-1 0 0 0,0 1 0 0 0,2-14 1 0 0,-2 4 59 0 0,-1 1 0 0 0,-1-1 0 0 0,0-25 1 0 0,-2 41-583 0 0,-1 0 0 0 0,1 1-1 0 0,-1-1 1 0 0,1 0 0 0 0,-1 1 0 0 0,0-1 0 0 0,-1 1 0 0 0,1-1 0 0 0,-3-3 0 0 0,3 5-24 0 0,0 0 1 0 0,0 0-1 0 0,-1 0 0 0 0,1 0 1 0 0,-1 0-1 0 0,1 0 1 0 0,-1 1-1 0 0,0-1 0 0 0,0 1 1 0 0,1-1-1 0 0,-1 1 1 0 0,0 0-1 0 0,0 0 0 0 0,0 0 1 0 0,-4-2-1 0 0,-1 1 15 0 0,0 0 0 0 0,0 1-1 0 0,0-1 1 0 0,0 2 0 0 0,-1-1-1 0 0,1 1 1 0 0,0 0 0 0 0,-10 1 0 0 0,12 0-46 0 0,0 0 0 0 0,-1 1 0 0 0,1-1 0 0 0,0 1 1 0 0,0 0-1 0 0,1 1 0 0 0,-1-1 0 0 0,0 1 0 0 0,1 0 1 0 0,-1 0-1 0 0,-6 7 0 0 0,-2 3 16 0 0,0 1-1 0 0,1 1 1 0 0,1-1 0 0 0,0 2-1 0 0,-12 24 1 0 0,-34 87 99 0 0,47-102-120 0 0,-25 74 57 0 0,31-86-51 0 0,1 1 0 0 0,0-1 0 0 0,1 1 0 0 0,1-1 0 0 0,0 21 1 0 0,1-31-2 0 0,0 0 0 0 0,0-1 1 0 0,1 1-1 0 0,0 0 1 0 0,-1 0-1 0 0,1 0 1 0 0,0 0-1 0 0,0-1 1 0 0,0 1-1 0 0,1 0 1 0 0,-1-1-1 0 0,1 1 0 0 0,-1-1 1 0 0,1 1-1 0 0,0-1 1 0 0,4 4-1 0 0,-2-3 2 0 0,-1-1 0 0 0,1 1 0 0 0,0-1 1 0 0,0 0-1 0 0,0 0 0 0 0,0 0 0 0 0,0-1 0 0 0,0 1 0 0 0,0-1 0 0 0,6 1 0 0 0,0-1 15 0 0,0 0 1 0 0,0 0-1 0 0,-1-1 1 0 0,1 0-1 0 0,0-1 1 0 0,-1 0-1 0 0,1-1 0 0 0,0 0 1 0 0,14-5-1 0 0,-10 1-4 0 0,0-1 0 0 0,0-1 0 0 0,-1 0-1 0 0,0 0 1 0 0,-1-2 0 0 0,0 1 0 0 0,0-2-1 0 0,-1 1 1 0 0,0-2 0 0 0,-1 1 0 0 0,0-2-1 0 0,9-14 1 0 0,-13 16-20 0 0,0-1 0 0 0,0 1 0 0 0,-2-1 0 0 0,1 0 0 0 0,-1 0 0 0 0,-1 0 0 0 0,0 0 0 0 0,1-14 0 0 0,-2 10-20 0 0,-1-1 1 0 0,-1-1-1 0 0,0 1 1 0 0,-1 0 0 0 0,-5-23-1 0 0,6 39 16 0 0,0 1 0 0 0,0 0 0 0 0,0-1 0 0 0,0 1 0 0 0,0 0-1 0 0,0-1 1 0 0,0 1 0 0 0,0 0 0 0 0,0-1 0 0 0,0 1 0 0 0,-1-1-1 0 0,1 1 1 0 0,0 0 0 0 0,0-1 0 0 0,0 1 0 0 0,-1 0 0 0 0,1 0-1 0 0,0-1 1 0 0,0 1 0 0 0,-1 0 0 0 0,1 0 0 0 0,0-1 0 0 0,0 1-1 0 0,-1 0 1 0 0,1 0 0 0 0,0 0 0 0 0,-1-1 0 0 0,1 1 0 0 0,0 0-1 0 0,-1 0 1 0 0,0 0 0 0 0,1 0-1 0 0,-1 0 0 0 0,0 0 0 0 0,0 1 0 0 0,1-1-1 0 0,-1 0 1 0 0,0 1 0 0 0,1-1 0 0 0,-1 0 0 0 0,0 1 0 0 0,1-1 0 0 0,-1 1-1 0 0,1-1 1 0 0,-1 1 0 0 0,0 0 0 0 0,-15 22-25 0 0,6 1 14 0 0,1 0-1 0 0,1 0 0 0 0,-6 34 1 0 0,10-41 12 0 0,-20 105-85 0 0,13-57 41 0 0,2-17 45 0 0,3 1-1 0 0,2 0 1 0 0,2 0 0 0 0,2 1-1 0 0,2-1 1 0 0,3 0 0 0 0,17 79-1 0 0,-17-103 7 0 0,0-2 10 0 0,1 0 0 0 0,1-1-1 0 0,13 32 1 0 0,-20-53-13 0 0,0-1 0 0 0,1 1 0 0 0,-1 0 0 0 0,0-1 0 0 0,0 1 0 0 0,1-1 0 0 0,-1 1-1 0 0,0-1 1 0 0,1 1 0 0 0,-1 0 0 0 0,1-1 0 0 0,-1 0 0 0 0,1 1 0 0 0,-1-1 0 0 0,1 1 0 0 0,-1-1-1 0 0,1 1 1 0 0,-1-1 0 0 0,1 0 0 0 0,-1 0 0 0 0,1 1 0 0 0,0-1 0 0 0,-1 0 0 0 0,1 0 0 0 0,0 0 0 0 0,-1 1-1 0 0,1-1 1 0 0,0 0 0 0 0,-1 0 0 0 0,1 0 0 0 0,0 0 0 0 0,-1 0 0 0 0,1 0 0 0 0,0 0 0 0 0,-1-1-1 0 0,1 1 1 0 0,-1 0 0 0 0,1 0 0 0 0,0 0 0 0 0,-1-1 0 0 0,1 1 0 0 0,-1 0 0 0 0,1-1 0 0 0,0 1 0 0 0,-1 0-1 0 0,1-1 1 0 0,-1 1 0 0 0,1-1 0 0 0,0 0 0 0 0,3-3 25 0 0,0-1 0 0 0,0 0 0 0 0,0 1 0 0 0,4-8 1 0 0,-5 6-15 0 0,17-22 37 0 0,36-57 60 0 0,-47 70-98 0 0,-1 0 0 0 0,-1-1-1 0 0,10-31 1 0 0,-16 43-6 0 0,0 0 0 0 0,0 0 0 0 0,0 0 0 0 0,-1 0 0 0 0,0 0 0 0 0,0 0 0 0 0,0 0-1 0 0,0 0 1 0 0,0 0 0 0 0,-1 0 0 0 0,0 0 0 0 0,0 0 0 0 0,0 0 0 0 0,0 0 0 0 0,-1 0 0 0 0,1 1 0 0 0,-1-1 0 0 0,0 0 0 0 0,0 1 0 0 0,-3-4 0 0 0,1 2-7 0 0,-1 0 0 0 0,0 0 1 0 0,0 1-1 0 0,0 0 1 0 0,0 0-1 0 0,0 0 0 0 0,-1 1 1 0 0,0 0-1 0 0,0 0 1 0 0,0 0-1 0 0,-11-3 0 0 0,6 2-6 0 0,0 1 1 0 0,0 1-1 0 0,0 0 0 0 0,0 0 0 0 0,-1 1 0 0 0,1 0 0 0 0,-1 1 0 0 0,1 0 0 0 0,-1 1 0 0 0,-19 4 0 0 0,21-2-12 0 0,15-4-1 0 0,19-4-1 0 0,-7-3 21 0 0,1 0 0 0 0,27-19 0 0 0,-28 16 0 0 0,38-17 0 0 0,-53 28-73 0 0,-1 0 0 0 0,1 0 0 0 0,-1-1 0 0 0,1 1-1 0 0,-1 0 1 0 0,1 1 0 0 0,-1-1 0 0 0,0 0 0 0 0,1 0-1 0 0,-1 1 1 0 0,1-1 0 0 0,-1 0 0 0 0,1 1-1 0 0,-1 0 1 0 0,0-1 0 0 0,0 1 0 0 0,1 0 0 0 0,1 1-1 0 0,-3-2-84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29:32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52 1376 0 0,'-2'-2'737'0'0,"1"-1"1"0"0,0 1-1 0 0,-1 0 0 0 0,1-1 0 0 0,0 1 0 0 0,0-1 0 0 0,0 1 0 0 0,1-1 0 0 0,-1 0 1 0 0,0-4-1 0 0,1 6-651 0 0,0 1 1 0 0,1-1-1 0 0,-1 1 0 0 0,0-1 1 0 0,0 1-1 0 0,1-1 1 0 0,-1 1-1 0 0,0 0 0 0 0,1-1 1 0 0,-1 1-1 0 0,0-1 1 0 0,1 1-1 0 0,-1 0 0 0 0,0-1 1 0 0,1 1-1 0 0,-1 0 1 0 0,1 0-1 0 0,-1-1 1 0 0,1 1-1 0 0,-1 0 0 0 0,1 0 1 0 0,-1 0-1 0 0,1 0 1 0 0,-1-1-1 0 0,1 1 0 0 0,17-4 231 0 0,-11 3-132 0 0,10-1-29 0 0,1 0-1 0 0,0 0 0 0 0,-1 2 1 0 0,1 0-1 0 0,22 4 0 0 0,-17-2-37 0 0,15 1 158 0 0,0-1 1 0 0,62-7-1 0 0,-99 5-268 0 0,0 0 0 0 0,0 0 0 0 0,0 0 0 0 0,0 0 0 0 0,0 0 0 0 0,0 0 0 0 0,0 0 0 0 0,0 0 0 0 0,1 0 0 0 0,-1 0 0 0 0,0 1 0 0 0,0-1 0 0 0,0 0 0 0 0,0 1 0 0 0,0-1 0 0 0,0 1 0 0 0,0-1 0 0 0,-1 1 0 0 0,1-1 0 0 0,0 1 0 0 0,0 0 0 0 0,0 0 0 0 0,0-1 0 0 0,-1 1 0 0 0,1 0 0 0 0,0 0 0 0 0,-1 0 0 0 0,1 0 0 0 0,-1-1 0 0 0,1 1 0 0 0,-1 0 0 0 0,1 0 0 0 0,-1 0 0 0 0,1 2 0 0 0,-1-1 0 0 0,0 0 0 0 0,1 0 0 0 0,-1 0 0 0 0,0 0 0 0 0,0-1 0 0 0,0 1 0 0 0,-1 0 0 0 0,1 0 0 0 0,0 0 0 0 0,-1 0 0 0 0,1 0 0 0 0,-1 0 0 0 0,0 0 0 0 0,1 0 0 0 0,-1-1 0 0 0,0 1 0 0 0,-2 3 0 0 0,-2 1-242 0 0,0 0 0 0 0,-1-1 0 0 0,1 0 0 0 0,-1 0-1 0 0,0 0 1 0 0,0-1 0 0 0,0 1 0 0 0,-1-1-1 0 0,-10 4 1 0 0,13-6-28 0 0,1-1-1 0 0,-1 0 1 0 0,0 1-1 0 0,1-2 1 0 0,-1 1-1 0 0,0 0 1 0 0,0-1 0 0 0,0 1-1 0 0,1-1 1 0 0,-1 0-1 0 0,0-1 1 0 0,0 1-1 0 0,0-1 1 0 0,1 1-1 0 0,-1-1 1 0 0,0 0 0 0 0,0 0-1 0 0,1-1 1 0 0,-1 1-1 0 0,-4-4 1 0 0,7 4 187 0 0,-36-24-745 0 0,35 23 921 0 0,-1 0-1 0 0,1 0 1 0 0,0 0-1 0 0,0-1 1 0 0,0 1-1 0 0,0-1 1 0 0,0 1 0 0 0,0-1-1 0 0,0 0 1 0 0,1 1-1 0 0,-2-6 1 0 0,3 5 736 0 0,4 6-48 0 0,2 7 835 0 0,-12 70 368 0 0,0 11-1086 0 0,6-81-942 0 0,0-1-1 0 0,1 1 1 0 0,1-1-1 0 0,0 0 0 0 0,0 1 1 0 0,0-1-1 0 0,6 11 1 0 0,0-4-716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29:33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47 1840 0 0,'-1'-2'887'0'0,"0"0"0"0"0,-1 0-1 0 0,1 0 1 0 0,-1 0 0 0 0,0 0 0 0 0,0 0-1 0 0,1 0 1 0 0,-4-1 0 0 0,5 2-808 0 0,0 1 0 0 0,-1 0 0 0 0,1-1 1 0 0,-1 1-1 0 0,1 0 0 0 0,-1-1 0 0 0,1 1 0 0 0,-1 0 1 0 0,1-1-1 0 0,-1 1 0 0 0,1 0 0 0 0,-1 0 0 0 0,1 0 1 0 0,-1 0-1 0 0,1-1 0 0 0,-1 1 0 0 0,1 0 1 0 0,-1 0-1 0 0,0 0 0 0 0,1 0 0 0 0,-1 0 0 0 0,1 0 1 0 0,-1 1-1 0 0,1-1 0 0 0,-1 0 0 0 0,0 0 0 0 0,1 0 1 0 0,-1 0-1 0 0,1 1 0 0 0,-1-1 0 0 0,1 0 0 0 0,-1 0 1 0 0,1 1-1 0 0,0-1 0 0 0,-1 0 0 0 0,1 1 1 0 0,-1 0-1 0 0,0-1-55 0 0,1 0-1 0 0,0 1 1 0 0,0-1 0 0 0,0 0 0 0 0,-1 0-1 0 0,1 0 1 0 0,0 1 0 0 0,0-1 0 0 0,0 0 0 0 0,0 0-1 0 0,0 1 1 0 0,-1-1 0 0 0,1 0 0 0 0,0 1 0 0 0,0-1-1 0 0,0 0 1 0 0,0 0 0 0 0,0 1 0 0 0,0-1 0 0 0,0 0-1 0 0,0 0 1 0 0,0 1 0 0 0,0-1 0 0 0,0 0 0 0 0,0 1-1 0 0,0-1 1 0 0,0 0 0 0 0,1 0 0 0 0,-1 1-1 0 0,0-1 1 0 0,0 0 0 0 0,0 0 0 0 0,0 1 0 0 0,0-1-1 0 0,1 0 1 0 0,-1 0 0 0 0,0 1 0 0 0,0-1 0 0 0,0 0-1 0 0,1 0 1 0 0,-1 0 0 0 0,0 0 0 0 0,0 1 0 0 0,0-1-1 0 0,1 0 1 0 0,-1 0 0 0 0,0 0 0 0 0,0 0 0 0 0,1 0-1 0 0,-1 0 1 0 0,0 0 0 0 0,1 0 0 0 0,-1 1-1 0 0,0-1 1 0 0,1 0 0 0 0,0 0-1 0 0,0 0 235 0 0,3-1-155 0 0,-3 1-96 0 0,26-7 165 0 0,-25 6-159 0 0,-1 1 1 0 0,1-1 0 0 0,-1 0-1 0 0,1 1 1 0 0,-1-1 0 0 0,1 0-1 0 0,-1 0 1 0 0,0 0-1 0 0,0 0 1 0 0,1 0 0 0 0,-1 0-1 0 0,0-1 1 0 0,0 1 0 0 0,0 0-1 0 0,0-1 1 0 0,0 1 0 0 0,1-2-1 0 0,-2 2-5 0 0,-1 1 0 0 0,1-1 0 0 0,0 1 0 0 0,0-1 0 0 0,0 1 0 0 0,0-1 0 0 0,-1 1 0 0 0,1 0-1 0 0,0-1 1 0 0,0 1 0 0 0,-1 0 0 0 0,1-1 0 0 0,0 1 0 0 0,-1 0 0 0 0,1-1 0 0 0,0 1 0 0 0,-1 0 0 0 0,1-1 0 0 0,-1 1 0 0 0,1 0-1 0 0,0 0 1 0 0,-1 0 0 0 0,1-1 0 0 0,-1 1 0 0 0,1 0 0 0 0,-1 0 0 0 0,1 0 0 0 0,-1 0 0 0 0,1 0 0 0 0,0 0 0 0 0,-1 0 0 0 0,1 0-1 0 0,-2 0 1 0 0,-16-2 73 0 0,-65 2 129 0 0,83 0-210 0 0,0 0 0 0 0,0 0 0 0 0,0 0-1 0 0,-1 0 1 0 0,1 0 0 0 0,0 0 0 0 0,0 0 0 0 0,0 0-1 0 0,0 0 1 0 0,-1 0 0 0 0,1 0 0 0 0,0 0-1 0 0,0 0 1 0 0,0 0 0 0 0,0 0 0 0 0,0 0 0 0 0,-1 0-1 0 0,1 0 1 0 0,0 0 0 0 0,0 0 0 0 0,0 1-1 0 0,0-1 1 0 0,0 0 0 0 0,-1 0 0 0 0,1 0-1 0 0,0 0 1 0 0,0 0 0 0 0,0 0 0 0 0,0 0 0 0 0,0 1-1 0 0,0-1 1 0 0,0 0 0 0 0,0 0 0 0 0,0 0-1 0 0,-1 0 1 0 0,1 0 0 0 0,0 1 0 0 0,0-1 0 0 0,0 0-1 0 0,0 0 1 0 0,0 0 0 0 0,0 0 0 0 0,0 1-1 0 0,0-1 1 0 0,0 0 0 0 0,0 0 0 0 0,0 0 0 0 0,0 0-1 0 0,0 1 1 0 0,0-1 0 0 0,1 0 0 0 0,6 12-38 0 0,14 9 5 0 0,-11-11-21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29:33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2 1376 0 0,'-5'-1'6415'0'0,"3"7"-5889"0"0,0-1-1 0 0,0 1 1 0 0,0 1 0 0 0,1-1-1 0 0,0 0 1 0 0,-1 8 0 0 0,0 44-247 0 0,1-16 206 0 0,-11 91 794 0 0,-40 179-1 0 0,43-276-1138 0 0,-11 61 230 0 0,18-77-273 0 0,-1-1 0 0 0,2 1 0 0 0,1 19 0 0 0,0-37-91 0 0,0-1-1 0 0,1 1 1 0 0,-1 0-1 0 0,0 0 1 0 0,0-1-1 0 0,1 1 1 0 0,-1 0-1 0 0,1 0 1 0 0,0-1 0 0 0,-1 1-1 0 0,1-1 1 0 0,0 1-1 0 0,0-1 1 0 0,0 1-1 0 0,0-1 1 0 0,2 3-1 0 0,-2-4 4 0 0,0 1 1 0 0,0 0-1 0 0,0-1 0 0 0,0 1 0 0 0,1-1 0 0 0,-1 1 0 0 0,0-1 0 0 0,0 1 0 0 0,0-1 0 0 0,1 0 0 0 0,-1 0 0 0 0,0 1 0 0 0,0-1 0 0 0,1 0 1 0 0,-1 0-1 0 0,0 0 0 0 0,3-1 0 0 0,1 0 13 0 0,0-1 0 0 0,0 1 1 0 0,0-1-1 0 0,0 0 1 0 0,0-1-1 0 0,-1 1 0 0 0,1-1 1 0 0,-1 0-1 0 0,6-4 0 0 0,31-32-1034 0 0,-26 24 448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29:34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442 65 1376 0 0,'8'-13'471'0'0,"-7"11"167"0"0,-1-1 1 0 0,1 1-1 0 0,0 0 0 0 0,-1 0 0 0 0,1-1 1 0 0,-1 1-1 0 0,0 0 0 0 0,0-3 1 0 0,0 3-346 0 0,0 1 1 0 0,0 0 0 0 0,0 0 0 0 0,0 0-1 0 0,-1 0 1 0 0,1 0 0 0 0,0 0 0 0 0,-1 0-1 0 0,1 0 1 0 0,-1 0 0 0 0,1 0 0 0 0,-1 0-1 0 0,0 0 1 0 0,1 0 0 0 0,-1 0 0 0 0,0 0-1 0 0,-1-1 1 0 0,1 1-325 0 0,0 1 0 0 0,0-1 0 0 0,0 0 0 0 0,-1 0 0 0 0,1 1 0 0 0,0-1 0 0 0,0 1 0 0 0,-1 0-1 0 0,1-1 1 0 0,-3 1 0 0 0,-5-1 243 0 0,0 0-1 0 0,-1 1 0 0 0,1 0 1 0 0,-1 1-1 0 0,-10 2 1 0 0,-49 12 245 0 0,32-6-237 0 0,6-2-49 0 0,-1 2 0 0 0,-48 19 0 0 0,71-24-115 0 0,0 0-1 0 0,0 1 1 0 0,0 0-1 0 0,1 1 1 0 0,-1 0-1 0 0,1 0 1 0 0,1 1-1 0 0,-1 0 1 0 0,1 0-1 0 0,0 1 1 0 0,1 0 0 0 0,-9 13-1 0 0,15-20-48 0 0,-1 0 0 0 0,1-1 0 0 0,0 1-1 0 0,0 0 1 0 0,0-1 0 0 0,-1 1 0 0 0,1 0 0 0 0,0 0 0 0 0,0-1 0 0 0,0 1 0 0 0,0 0-1 0 0,0-1 1 0 0,0 1 0 0 0,0 0 0 0 0,1 0 0 0 0,-1-1 0 0 0,0 1 0 0 0,0 0-1 0 0,1-1 1 0 0,-1 1 0 0 0,0 0 0 0 0,1-1 0 0 0,-1 1 0 0 0,0 0 0 0 0,1-1-1 0 0,-1 1 1 0 0,1-1 0 0 0,-1 1 0 0 0,1-1 0 0 0,-1 1 0 0 0,1-1 0 0 0,0 1-1 0 0,-1-1 1 0 0,1 0 0 0 0,-1 1 0 0 0,1-1 0 0 0,0 0 0 0 0,0 1 0 0 0,5 2 47 0 0,0-1 1 0 0,0 1 0 0 0,9 1 0 0 0,-10-2-15 0 0,253 70 1706 0 0,-230-64-1594 0 0,-24-7-155 0 0,-1 0 0 0 0,1 0 1 0 0,-1 1-1 0 0,1-1 0 0 0,-1 1 1 0 0,0 0-1 0 0,0 0 0 0 0,0 0 1 0 0,0 0-1 0 0,0 1 0 0 0,-1-1 1 0 0,1 1-1 0 0,4 5 0 0 0,0 1-282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29:52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19 122 1840 0 0,'-1'-4'444'0'0,"-14"-47"6618"0"0,14 46-6680 0 0,1 0 0 0 0,-1 0-1 0 0,1 0 1 0 0,0 0 0 0 0,0 0 0 0 0,0 0 0 0 0,1 0 0 0 0,1-8 0 0 0,-2 12-342 0 0,0 0-1 0 0,0 0 1 0 0,0 1 0 0 0,1-1 0 0 0,-1 0 0 0 0,0 1 0 0 0,0-1-1 0 0,1 0 1 0 0,-1 1 0 0 0,0-1 0 0 0,1 0 0 0 0,-1 1 0 0 0,1-1-1 0 0,-1 1 1 0 0,1-1 0 0 0,-1 0 0 0 0,1 1 0 0 0,-1 0 0 0 0,2-2 0 0 0,-2 2-24 0 0,1 1 1 0 0,-1-1-1 0 0,0 0 0 0 0,1 0 1 0 0,-1 0-1 0 0,1 0 1 0 0,-1 0-1 0 0,0 0 1 0 0,1 1-1 0 0,-1-1 1 0 0,0 0-1 0 0,1 0 1 0 0,-1 1-1 0 0,0-1 1 0 0,1 0-1 0 0,-1 0 1 0 0,0 1-1 0 0,0-1 1 0 0,1 0-1 0 0,-1 1 1 0 0,0-1-1 0 0,0 0 1 0 0,0 1-1 0 0,1 0 1 0 0,10 30 106 0 0,-5 2-50 0 0,-1 1 0 0 0,-2 0 1 0 0,-1 59-1 0 0,-2-75-50 0 0,-1 31 13 0 0,0 21 55 0 0,3 1 1 0 0,15 91 0 0 0,-16-156-73 0 0,1 1 1 0 0,0 0-1 0 0,0 0 0 0 0,0-1 1 0 0,1 1-1 0 0,0-1 1 0 0,0 0-1 0 0,1 0 0 0 0,-1 0 1 0 0,1 0-1 0 0,8 8 0 0 0,-9-11 2 0 0,0-1-1 0 0,0 1 0 0 0,0-1 0 0 0,0 0 0 0 0,0 0 1 0 0,0 0-1 0 0,0-1 0 0 0,1 1 0 0 0,-1-1 0 0 0,0 0 1 0 0,1 0-1 0 0,0 0 0 0 0,-1 0 0 0 0,1 0 0 0 0,-1-1 1 0 0,1 0-1 0 0,0 0 0 0 0,-1 0 0 0 0,1 0 1 0 0,0 0-1 0 0,-1-1 0 0 0,1 1 0 0 0,6-3 0 0 0,0-1 27 0 0,0 0-1 0 0,0 0 0 0 0,-1-1 1 0 0,1-1-1 0 0,-1 0 0 0 0,0 0 1 0 0,0 0-1 0 0,-1-1 1 0 0,0-1-1 0 0,0 1 0 0 0,9-13 1 0 0,-2 0-1 0 0,0 0 0 0 0,-2-1 0 0 0,21-42-1 0 0,-22 34-43 0 0,-1 0-1 0 0,-2-1 1 0 0,0 0-1 0 0,-2-1 1 0 0,-1 1-1 0 0,-2-1 1 0 0,1-42-1 0 0,-3 51-38 0 0,1 1 0 0 0,7-25 0 0 0,-3 13-1 0 0,-7 33 34 0 0,0 0 0 0 0,0-1 0 0 0,0 1 1 0 0,0 0-1 0 0,0-1 0 0 0,0 1 0 0 0,0 0 0 0 0,0-1 0 0 0,0 1 0 0 0,0-1 0 0 0,1 1 1 0 0,-1 0-1 0 0,0-1 0 0 0,0 1 0 0 0,0 0 0 0 0,0 0 0 0 0,1-1 0 0 0,-1 1 1 0 0,0 0-1 0 0,0-1 0 0 0,1 1 0 0 0,-1 0 0 0 0,0 0 0 0 0,1 0 0 0 0,-1-1 0 0 0,0 1 1 0 0,1 0-1 0 0,-1 0 0 0 0,0 0 0 0 0,1-1 0 0 0,0 2-4 0 0,-1-1 0 0 0,1 0 1 0 0,-1 0-1 0 0,1 1 0 0 0,0-1 0 0 0,-1 0 0 0 0,1 1 0 0 0,-1-1 1 0 0,1 0-1 0 0,-1 1 0 0 0,1-1 0 0 0,-1 1 0 0 0,1-1 1 0 0,-1 0-1 0 0,1 2 0 0 0,13 21-142 0 0,7 38-13 0 0,13 63 0 0 0,8 25 57 0 0,-38-137 106 0 0,1-1 0 0 0,1 0 0 0 0,0 0 0 0 0,0 0 0 0 0,15 18 0 0 0,-17-23 0 0 0,1-1 0 0 0,-1 0 0 0 0,1 0 0 0 0,0-1 0 0 0,1 1 0 0 0,-1-1 0 0 0,1 0 0 0 0,0-1 0 0 0,0 1 0 0 0,0-1 0 0 0,0 0 0 0 0,7 2 0 0 0,-8-4 12 0 0,1-1 0 0 0,-1 1 0 0 0,0-1 0 0 0,0 0 1 0 0,0 0-1 0 0,1-1 0 0 0,-1 0 0 0 0,0 0 0 0 0,0 0 0 0 0,0 0 0 0 0,0-1 0 0 0,0 1 0 0 0,-1-2 0 0 0,1 1 0 0 0,0 0 0 0 0,6-6 0 0 0,-1 2 39 0 0,0-2 0 0 0,0 0 0 0 0,-1 0 0 0 0,0 0 0 0 0,15-19 0 0 0,-18 17-1 0 0,1-1 0 0 0,-1 1-1 0 0,-1-1 1 0 0,0 0 0 0 0,-1-1 0 0 0,0 1-1 0 0,0-1 1 0 0,-1 0 0 0 0,-1 1 0 0 0,0-1 0 0 0,-1 0-1 0 0,0-13 1 0 0,-1-19 110 0 0,-12-86-1 0 0,8 98-102 0 0,-9-63 18 0 0,13 95-262 0 0,-1 0 1 0 0,1-1 0 0 0,0 1-1 0 0,0-1 1 0 0,0 1 0 0 0,0 0-1 0 0,0-1 1 0 0,0 1 0 0 0,0-1-1 0 0,1 1 1 0 0,-1 0 0 0 0,0-1-1 0 0,0 1 1 0 0,0-1 0 0 0,0 1-1 0 0,0 0 1 0 0,1-1 0 0 0,-1 1-1 0 0,0 0 1 0 0,0-1 0 0 0,1 1-1 0 0,-1 0 1 0 0,0-1 0 0 0,1 1-1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10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428 308 2304 0 0,'7'-12'1757'0'0,"0"1"-1"0"0,1-1 0 0 0,14-16 0 0 0,31-29 896 0 0,-37 42-2119 0 0,0 0 0 0 0,-2-1 0 0 0,0-1 0 0 0,21-34 0 0 0,-34 48-411 0 0,1-1 0 0 0,-1 1 0 0 0,1 0 0 0 0,-1-1 0 0 0,0 1 0 0 0,0-1 0 0 0,-1 0 0 0 0,1 1 0 0 0,-1-1 0 0 0,0 1 0 0 0,0-6 0 0 0,0 7-68 0 0,0 1-1 0 0,0 0 1 0 0,-1 0 0 0 0,1-1-1 0 0,-1 1 1 0 0,1 0-1 0 0,-1 0 1 0 0,1 0-1 0 0,-1-1 1 0 0,0 1 0 0 0,1 0-1 0 0,-1 0 1 0 0,0 0-1 0 0,0 0 1 0 0,0 0-1 0 0,0 1 1 0 0,0-1-1 0 0,0 0 1 0 0,0 0 0 0 0,0 0-1 0 0,0 1 1 0 0,0-1-1 0 0,0 1 1 0 0,-1-1-1 0 0,1 1 1 0 0,0-1 0 0 0,0 1-1 0 0,-1 0 1 0 0,1 0-1 0 0,0-1 1 0 0,-1 1-1 0 0,1 0 1 0 0,0 0 0 0 0,-3 1-1 0 0,-9-1 22 0 0,0 2 0 0 0,0 0 0 0 0,0 0 0 0 0,0 1 0 0 0,0 1 0 0 0,0 0 0 0 0,1 1 0 0 0,0 0 0 0 0,-16 10 0 0 0,-6 5 10 0 0,-58 47 0 0 0,69-48-76 0 0,-31 23 110 0 0,-70 73 0 0 0,110-100-100 0 0,0 1 0 0 0,1 0 0 0 0,1 1-1 0 0,1 1 1 0 0,0 0 0 0 0,1 0 0 0 0,1 1 0 0 0,1 0-1 0 0,-7 26 1 0 0,12-32-4 0 0,1 0 0 0 0,0 1 1 0 0,1-1-1 0 0,1 0 0 0 0,0 0 0 0 0,0 0 0 0 0,2 1 0 0 0,-1-1 1 0 0,2 0-1 0 0,0 0 0 0 0,0-1 0 0 0,1 1 0 0 0,1-1 0 0 0,11 21 1 0 0,-10-21 2 0 0,0-1 0 0 0,1 0 0 0 0,1 0 0 0 0,0-1 0 0 0,0 0 0 0 0,1 0 0 0 0,0-1 0 0 0,1 0 0 0 0,0-1 0 0 0,0 0 1 0 0,1-1-1 0 0,0 0 0 0 0,1 0 0 0 0,22 9 0 0 0,-21-12 13 0 0,0-1 1 0 0,0 0 0 0 0,0 0-1 0 0,0-1 1 0 0,1-1-1 0 0,-1 0 1 0 0,1-1-1 0 0,-1-1 1 0 0,27-4-1 0 0,-15 0 11 0 0,0-2 0 0 0,-1 0 0 0 0,0-2 0 0 0,30-15 0 0 0,-41 19-151 0 0,0-1-1 0 0,0 2 0 0 0,16-4 1 0 0,1 3-5894 0 0,-22 4 10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10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0 516 1840 0 0,'8'11'166'0'0,"-7"-8"885"0"0,1-1 0 0 0,0 1 1 0 0,0-1-1 0 0,0 1 0 0 0,0-1 0 0 0,0 0 0 0 0,4 3 0 0 0,-5-5-728 0 0,0 1-1 0 0,0-1 1 0 0,0 1 0 0 0,0-1-1 0 0,1 1 1 0 0,-1-1 0 0 0,0 0-1 0 0,0 0 1 0 0,0 1 0 0 0,1-1-1 0 0,1 0 1 0 0,12-3-1040 0 0,-10 1 939 0 0,0 0 1 0 0,-1-1 0 0 0,1 0-1 0 0,-1 1 1 0 0,1-1 0 0 0,-1-1 0 0 0,6-5-1 0 0,26-31 538 0 0,-25 28-516 0 0,19-22 39 0 0,6-5 1 0 0,36-54 1 0 0,-63 79-254 0 0,0 1 0 0 0,-1-1 0 0 0,-1-1 0 0 0,0 1 0 0 0,-1-1 0 0 0,-1 0 0 0 0,-1-1 0 0 0,5-23 0 0 0,-7 27-22 0 0,1-7 18 0 0,0-29 0 0 0,-3 43-24 0 0,0 0-1 0 0,0 0 1 0 0,-1 0 0 0 0,0 0 0 0 0,0 0 0 0 0,0 0-1 0 0,-1 0 1 0 0,1 0 0 0 0,-1 0 0 0 0,-4-7 0 0 0,6 12-4 0 0,-1-1 0 0 0,1 1 1 0 0,0-1-1 0 0,0 1 0 0 0,-1-1 1 0 0,1 1-1 0 0,0 0 0 0 0,-1-1 0 0 0,1 1 1 0 0,-1-1-1 0 0,1 1 0 0 0,-1 0 1 0 0,1-1-1 0 0,0 1 0 0 0,-1 0 1 0 0,1 0-1 0 0,-1-1 0 0 0,0 1 0 0 0,1 0 1 0 0,-1 0-1 0 0,1 0 0 0 0,-1 0 1 0 0,1 0-1 0 0,-1 0 0 0 0,1 0 0 0 0,-1 0 1 0 0,1 0-1 0 0,-1 0 0 0 0,0 0 1 0 0,-1 0-4 0 0,1 1 0 0 0,0 0 0 0 0,-1-1 0 0 0,1 1 0 0 0,0 0 0 0 0,0 0 0 0 0,0 0 0 0 0,-1 0 0 0 0,1 0 0 0 0,0 0 0 0 0,-1 1 0 0 0,-3 5-21 0 0,0 0 0 0 0,-7 14 0 0 0,11-19 25 0 0,-9 19-9 0 0,1 0 0 0 0,1 0 0 0 0,-8 35 0 0 0,-6 69-27 0 0,20-104 65 0 0,1 1 1 0 0,1-1 0 0 0,1 1 0 0 0,1 0-1 0 0,1-1 1 0 0,1 0 0 0 0,1 0 0 0 0,1 0-1 0 0,13 32 1 0 0,-18-49-16 0 0,1-1 0 0 0,0 1 0 0 0,0-1 0 0 0,0 1 0 0 0,0-1 0 0 0,1 0-1 0 0,-1 0 1 0 0,1 0 0 0 0,0 0 0 0 0,0 0 0 0 0,0-1 0 0 0,0 1 0 0 0,0-1 0 0 0,0 0 0 0 0,6 3 0 0 0,-6-4 3 0 0,0 0 1 0 0,-1 0 0 0 0,1 0-1 0 0,0 0 1 0 0,0-1 0 0 0,0 0 0 0 0,0 1-1 0 0,0-1 1 0 0,0 0 0 0 0,0 0 0 0 0,0-1-1 0 0,0 1 1 0 0,0 0 0 0 0,0-1 0 0 0,0 0-1 0 0,0 0 1 0 0,0 0 0 0 0,0 0-1 0 0,-1 0 1 0 0,6-4 0 0 0,-1 1 31 0 0,1-1 1 0 0,-2-1-1 0 0,1 1 0 0 0,-1-1 1 0 0,0 0-1 0 0,0-1 0 0 0,8-10 1 0 0,-13 15-72 0 0,1 0 0 0 0,-1 0 0 0 0,1-1 0 0 0,-1 1 0 0 0,0 0 0 0 0,0-1 0 0 0,0 1 0 0 0,0-1 0 0 0,0 1 0 0 0,-1-1 0 0 0,1 0 0 0 0,-1 1 0 0 0,0-1 0 0 0,1 0 0 0 0,-1 1 0 0 0,-1-1 0 0 0,1 0 0 0 0,0 1 1 0 0,-1-1-1 0 0,1 0 0 0 0,-1 1 0 0 0,0-1 0 0 0,1 1 0 0 0,-1-1 0 0 0,-1 1 0 0 0,1-1 0 0 0,-3-3 0 0 0,-8-8-1146 0 0,-2 1-361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10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54 150 920 0 0,'-14'-6'1003'0'0,"10"5"24"0"0,-1-1 0 0 0,1 0 0 0 0,0 0 0 0 0,1 0 0 0 0,-1 0 0 0 0,-7-6 0 0 0,11 7-851 0 0,-1 1 0 0 0,1-1 0 0 0,0 1 0 0 0,-1-1 0 0 0,1 1 0 0 0,-1-1 0 0 0,1 0 0 0 0,0 1 0 0 0,0-1 0 0 0,-1 0 0 0 0,1 1-1 0 0,0-1 1 0 0,0 0 0 0 0,0 1 0 0 0,0-1 0 0 0,0 0 0 0 0,0 1 0 0 0,0-1 0 0 0,0-1 0 0 0,0 0-48 0 0,1 1-1 0 0,-1 0 0 0 0,1-1 1 0 0,0 1-1 0 0,-1 0 0 0 0,1-1 1 0 0,0 1-1 0 0,0 0 1 0 0,0 0-1 0 0,0-1 0 0 0,0 1 1 0 0,2-2-1 0 0,7-3 223 0 0,0 0 0 0 0,0 0-1 0 0,0 0 1 0 0,0 1 0 0 0,1 1 0 0 0,0 0 0 0 0,18-4-1 0 0,-4 0-30 0 0,10-2 64 0 0,0 1-1 0 0,42-6 1 0 0,-55 13-250 0 0,1 0 0 0 0,0 1 0 0 0,-1 1 0 0 0,37 5 0 0 0,-56-4-130 0 0,0-1-1 0 0,-1 0 0 0 0,1 1 1 0 0,-1-1-1 0 0,1 1 0 0 0,-1 0 1 0 0,1 0-1 0 0,-1 0 0 0 0,0 0 0 0 0,1 0 1 0 0,-1 1-1 0 0,0-1 0 0 0,0 1 1 0 0,0-1-1 0 0,0 1 0 0 0,0 0 0 0 0,0 0 1 0 0,-1 0-1 0 0,1 0 0 0 0,0 0 1 0 0,-1 0-1 0 0,0 0 0 0 0,1 0 1 0 0,-1 1-1 0 0,0-1 0 0 0,0 1 0 0 0,0-1 1 0 0,-1 1-1 0 0,1-1 0 0 0,-1 1 1 0 0,1-1-1 0 0,-1 1 0 0 0,0-1 1 0 0,0 1-1 0 0,0 4 0 0 0,-3 20-2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13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 5065 0 0,'-1'-3'866'0'0,"6"-7"7150"0"0,85 21-6668 0 0,-63-10-1081 0 0,-1 1 0 0 0,0 1-1 0 0,31 8 1 0 0,158 49 535 0 0,-198-56-725 0 0,0-1 1 0 0,0 0 0 0 0,1-1 0 0 0,-1-1-1 0 0,0 0 1 0 0,28-3 0 0 0,-44 2-79 0 0,18 0 14 0 0,-19 0-34 0 0,1 0-1 0 0,-1 0 0 0 0,0 0 1 0 0,0 0-1 0 0,0 0 0 0 0,0 0 1 0 0,0 0-1 0 0,0 0 0 0 0,1 0 1 0 0,-1 0-1 0 0,0 0 0 0 0,0 0 1 0 0,0 0-1 0 0,0 0 0 0 0,0 0 1 0 0,0 1-1 0 0,0-1 1 0 0,1 0-1 0 0,-1 0 0 0 0,0 0 1 0 0,0 0-1 0 0,0 0 0 0 0,0 0 1 0 0,0 1-1 0 0,0-1 0 0 0,0 0 1 0 0,0 0-1 0 0,0 0 0 0 0,0 0 1 0 0,0 0-1 0 0,0 1 1 0 0,0-1-1 0 0,0 0 0 0 0,0 0 1 0 0,0 0-1 0 0,0 0 0 0 0,-7 9-2056 0 0,-3-1 424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13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3681 0 0,'0'-1'6105'0'0,"8"-2"-3896"0"0,15-2-1305 0 0,128 1 935 0 0,-38 3-1054 0 0,95-17 793 0 0,-154 13-1395 0 0,-53 4-177 0 0,0 1 1 0 0,-1 0 0 0 0,1 0 0 0 0,0 0-1 0 0,0 0 1 0 0,-1 0 0 0 0,1 0 0 0 0,0 0-1 0 0,-1 0 1 0 0,1 0 0 0 0,0 0-1 0 0,0 0 1 0 0,-1 0 0 0 0,1 1 0 0 0,0-1-1 0 0,-1 0 1 0 0,1 0 0 0 0,0 1 0 0 0,-1-1-1 0 0,1 1 1 0 0,0-1 0 0 0,0 1-1 0 0,-1 0 4 0 0,1 0 0 0 0,-1 1 0 0 0,0-1 0 0 0,0 0-1 0 0,0 0 1 0 0,0 0 0 0 0,0 1 0 0 0,0-1 0 0 0,0 0-1 0 0,0 0 1 0 0,0 2 0 0 0,0-1-18 0 0,-2 7-263 0 0,0 1-122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14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69 920 0 0,'-8'-20'2090'0'0,"7"18"-1096"0"0,-1-1-1 0 0,1 0 1 0 0,0 0 0 0 0,0 1-1 0 0,0-1 1 0 0,0 0 0 0 0,0-4 0 0 0,3 7-873 0 0,-1-1 0 0 0,0 0 0 0 0,0 1 0 0 0,1-1 0 0 0,-1 1 0 0 0,1 0 0 0 0,-1-1 0 0 0,0 1 0 0 0,1 0 0 0 0,-1 0 0 0 0,1 0 0 0 0,1 0 0 0 0,-1 0 21 0 0,74-8 507 0 0,-44 3-538 0 0,0 2-1 0 0,1 1 0 0 0,-1 1 0 0 0,37 5 0 0 0,-49-1-71 0 0,-1 1 0 0 0,1 0 0 0 0,-1 2 0 0 0,0 0-1 0 0,0 1 1 0 0,-1 1 0 0 0,24 13 0 0 0,-35-16-15 0 0,1 1 1 0 0,-1-1-1 0 0,0 1 0 0 0,0 0 0 0 0,-1 1 0 0 0,0-1 1 0 0,11 16-1 0 0,-14-16-3 0 0,1 0 1 0 0,-1 0 0 0 0,0 1-1 0 0,-1-1 1 0 0,1 1-1 0 0,-1 0 1 0 0,-1 0 0 0 0,1 0-1 0 0,-1 0 1 0 0,0 0 0 0 0,-1 9-1 0 0,0-8 15 0 0,-1 0-1 0 0,0 0 1 0 0,0-1-1 0 0,0 1 1 0 0,-1 0-1 0 0,-1-1 0 0 0,1 0 1 0 0,-1 1-1 0 0,0-1 1 0 0,-1 0-1 0 0,0 0 1 0 0,0-1-1 0 0,0 1 1 0 0,-1-1-1 0 0,0 0 1 0 0,0 0-1 0 0,-1 0 1 0 0,1-1-1 0 0,-1 0 1 0 0,-10 6-1 0 0,-10 6 171 0 0,0-1 0 0 0,-2-2 0 0 0,-53 20-1 0 0,50-22-75 0 0,4 0-25 0 0,7-3-21 0 0,-1-1-1 0 0,0 0 1 0 0,0-2-1 0 0,-30 6 1 0 0,51-12-82 0 0,-1 0 1 0 0,1 0 0 0 0,0 0 0 0 0,-1 0 0 0 0,1 0 0 0 0,0 0 0 0 0,0 0 0 0 0,-1 0-1 0 0,1 0 1 0 0,0 0 0 0 0,0 0 0 0 0,-1 0 0 0 0,1 0 0 0 0,0 0 0 0 0,-1 0-1 0 0,1 0 1 0 0,0 0 0 0 0,0 0 0 0 0,-1-1 0 0 0,1 1 0 0 0,0 0 0 0 0,0 0 0 0 0,-1 0-1 0 0,1 0 1 0 0,0-1 0 0 0,0 1 0 0 0,0 0 0 0 0,-1 0 0 0 0,1 0 0 0 0,0-1-1 0 0,2-8 136 0 0,12-10-690 0 0,-12 17 231 0 0,12-14-3621 0 0,4-1-1336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14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36 5065 0 0,'1'-2'117'0'0,"0"1"1"0"0,-1 0-1 0 0,1 0 0 0 0,0-1 0 0 0,-1 1 0 0 0,0-1 1 0 0,1 1-1 0 0,-1 0 0 0 0,0-1 0 0 0,1 1 1 0 0,-1-1-1 0 0,0 1 0 0 0,0-1 0 0 0,0 1 0 0 0,-1-3 1 0 0,1 3 48 0 0,-1 1 1 0 0,1-1 0 0 0,-1 0 0 0 0,0 0 0 0 0,1 1 0 0 0,-1-1 0 0 0,0 1 0 0 0,1-1 0 0 0,-1 0-1 0 0,0 1 1 0 0,0-1 0 0 0,1 1 0 0 0,-1 0 0 0 0,0-1 0 0 0,0 1 0 0 0,0 0 0 0 0,0-1 0 0 0,0 1-1 0 0,1 0 1 0 0,-1 0 0 0 0,0 0 0 0 0,0 0 0 0 0,0 0 0 0 0,0 0 0 0 0,0 0 0 0 0,-2 0-1 0 0,-1 0-14 0 0,-1 1 0 0 0,1 0 0 0 0,-1 0 0 0 0,1 0 0 0 0,-1 0 0 0 0,1 1 0 0 0,0 0-1 0 0,0 0 1 0 0,-5 2 0 0 0,-37 27 298 0 0,32-21-287 0 0,-27 18 261 0 0,-60 55 1 0 0,87-69-318 0 0,0 0 0 0 0,1 0-1 0 0,1 2 1 0 0,0-1 0 0 0,1 1 0 0 0,1 1 0 0 0,-11 22 0 0 0,19-33-60 0 0,-1 1-1 0 0,1-1 1 0 0,1 1 0 0 0,-1 0 0 0 0,1-1 0 0 0,0 1-1 0 0,1 0 1 0 0,-1 0 0 0 0,1 0 0 0 0,1 0-1 0 0,-1 0 1 0 0,1-1 0 0 0,2 9 0 0 0,-1-9-32 0 0,0-1 1 0 0,0 1-1 0 0,0-1 0 0 0,1 0 1 0 0,-1 0-1 0 0,1 0 0 0 0,1 0 1 0 0,-1 0-1 0 0,1-1 1 0 0,0 1-1 0 0,0-1 0 0 0,0 0 1 0 0,0 0-1 0 0,1-1 0 0 0,-1 1 1 0 0,6 2-1 0 0,-1-1 3 0 0,1-1 0 0 0,-1 0 0 0 0,1 0-1 0 0,-1-1 1 0 0,1 0 0 0 0,0-1 0 0 0,13 2 0 0 0,73-1 119 0 0,-56-2-63 0 0,-4-2 241 0 0,69-11 1 0 0,-8 0-5428 0 0,-75 10-86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15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82 920 0 0,'-10'-15'1433'0'0,"5"7"1281"0"0,1 1 1 0 0,0-1-1 0 0,-4-12 0 0 0,5 5-2884 0 0,3 15 208 0 0,0 0-1 0 0,0-1 1 0 0,0 1 0 0 0,0 0-1 0 0,0-1 1 0 0,0 1 0 0 0,0-1-1 0 0,0 1 1 0 0,0 0 0 0 0,0-1-1 0 0,0 1 1 0 0,0 0 0 0 0,0 0-1 0 0,1-1 1 0 0,-1 1 0 0 0,0 0-1 0 0,0-1 1 0 0,0 1 0 0 0,1 0-1 0 0,-1 0 1 0 0,0-1 0 0 0,0 1-1 0 0,1 0 1 0 0,-1 0 0 0 0,0 0-1 0 0,1-1 1 0 0,-1 1 0 0 0,0 0-1 0 0,1 0 1 0 0,-1 0 0 0 0,0 0-1 0 0,1 0 1 0 0,-1-1 0 0 0,0 1-1 0 0,1 0 1 0 0,-1 0 0 0 0,0 0-1 0 0,1 0 1 0 0,-1 0 0 0 0,0 0-1 0 0,1 0 1 0 0,-1 0 0 0 0,0 1-1 0 0,1-1 1 0 0,-1 0 0 0 0,0 0-1 0 0,1 0 1 0 0,-1 0 0 0 0,20 6 623 0 0,-19-6-621 0 0,121 40 1289 0 0,-104-36-1217 0 0,0 0 0 0 0,1-2 0 0 0,-1 0 0 0 0,0-1 0 0 0,20-1 0 0 0,-15-3-20 0 0,0-1 0 0 0,0 0 0 0 0,27-11 0 0 0,4 0 188 0 0,-70 50-168 0 0,11-26-638 0 0,-1 0 0 0 0,0 0 0 0 0,-1 0-1 0 0,0-1 1 0 0,0 0 0 0 0,-1 0 0 0 0,-10 7 0 0 0,-4-1-4763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15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20 6705 0 0,'1'-14'361'0'0,"0"8"3529"0"0,2 17-3440 0 0,-2-1 0 0 0,1 1 0 0 0,-1 0 0 0 0,-1 0 0 0 0,-1 13 0 0 0,-10 56 1067 0 0,6-54-806 0 0,-2 49 1 0 0,9-25-1571 0 0,1-26-4740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17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4 2304 0 0,'-5'-4'6719'0'0,"5"4"-6375"0"0,-1 2-322 0 0,2 3 2918 0 0,-1-3-2925 0 0,0 0-2 0 0,1-1 1 0 0,-1 1 0 0 0,0-1 0 0 0,1 0 0 0 0,-1 1-1 0 0,1-1 1 0 0,-1 1 0 0 0,1-1 0 0 0,0 0 0 0 0,0 0-1 0 0,-1 1 1 0 0,1-1 0 0 0,0 0 0 0 0,0 0 0 0 0,0 0-1 0 0,0 0 1 0 0,0 0 0 0 0,1 0 0 0 0,-1 0 0 0 0,0 0-1 0 0,0 0 1 0 0,1-1 0 0 0,2 2 0 0 0,-2-1 15 0 0,1-1 0 0 0,0 1-1 0 0,0-1 1 0 0,-1 0 0 0 0,1 0 0 0 0,0 0 0 0 0,0 0 0 0 0,0 0 0 0 0,4-2 0 0 0,-6 2-10 0 0,1 0 0 0 0,0-1 0 0 0,-1 1 0 0 0,1-1 0 0 0,-1 0 0 0 0,1 1 0 0 0,-1-1 0 0 0,1 0 0 0 0,-1 0 0 0 0,1 0 0 0 0,-1 0 0 0 0,0 0 1 0 0,1 0-1 0 0,-1 0 0 0 0,0-1 0 0 0,0 1 0 0 0,2-2 0 0 0,-3 3-16 0 0,0-1 1 0 0,0 1-1 0 0,0 0 1 0 0,0 0-1 0 0,0 0 1 0 0,0-1-1 0 0,0 1 1 0 0,0 0-1 0 0,0 0 1 0 0,0 0-1 0 0,0-1 1 0 0,0 1-1 0 0,0 0 1 0 0,0 0-1 0 0,0 0 1 0 0,0 0-1 0 0,0-1 1 0 0,0 1-1 0 0,0 0 1 0 0,0 0-1 0 0,0 0 1 0 0,0-1-1 0 0,0 1 1 0 0,0 0-1 0 0,-1 0 1 0 0,1 0-1 0 0,0 0 1 0 0,0-1-1 0 0,0 1 1 0 0,0 0-1 0 0,-1 0 1 0 0,0-1 5 0 0,0 1 0 0 0,-1-1 0 0 0,1 1 0 0 0,0 0 0 0 0,-1-1 0 0 0,1 1 0 0 0,-1 0 0 0 0,1 0-1 0 0,-1 0 1 0 0,1 0 0 0 0,0 0 0 0 0,-1 0 0 0 0,-1 1 0 0 0,-117 19 130 0 0,111-17-138 0 0,10-2-3 0 0,14 0 10 0 0,-13-1-4 0 0,-1 0 50 0 0,4 0 5 0 0,28 0 246 0 0,-34-1-499 0 0,-1 0 917 0 0,0 7-4627 0 0,-2 22-704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19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76 283 1840 0 0,'-1'-4'823'0'0,"0"-1"-1"0"0,0 0 1 0 0,0 1-1 0 0,-1-1 0 0 0,0 1 1 0 0,0-1-1 0 0,0 1 0 0 0,-1 0 1 0 0,1-1-1 0 0,-5-4 0 0 0,-1-4 112 0 0,6 10-738 0 0,1 1 0 0 0,-1 0 0 0 0,0-1 0 0 0,0 1 0 0 0,0 0 0 0 0,0 0 0 0 0,-2-2 0 0 0,3 4-171 0 0,1 0 0 0 0,0-1-1 0 0,-1 1 1 0 0,1 0 0 0 0,0 0 0 0 0,-1-1-1 0 0,1 1 1 0 0,-1 0 0 0 0,1 0 0 0 0,0 0 0 0 0,-1 0-1 0 0,1 0 1 0 0,-1-1 0 0 0,1 1 0 0 0,-1 0-1 0 0,1 0 1 0 0,0 0 0 0 0,-1 0 0 0 0,1 0-1 0 0,-1 0 1 0 0,1 0 0 0 0,-1 1 0 0 0,1-1 0 0 0,0 0-1 0 0,-1 0 1 0 0,1 0 0 0 0,-1 0 0 0 0,1 0-1 0 0,0 1 1 0 0,-1-1 0 0 0,1 0 0 0 0,0 0 0 0 0,-1 1-1 0 0,1-1 1 0 0,0 0 0 0 0,-1 1 0 0 0,1-1-1 0 0,0 0 1 0 0,0 1 0 0 0,-1-1 0 0 0,1 0 0 0 0,0 1-1 0 0,0-1 1 0 0,0 0 0 0 0,-1 1 0 0 0,1-1-1 0 0,0 1 1 0 0,0-1 0 0 0,0 1 0 0 0,0-1-1 0 0,0 0 1 0 0,0 1 0 0 0,0 0 0 0 0,-4 22 76 0 0,1 0-1 0 0,1 0 1 0 0,2 39 0 0 0,0-34-77 0 0,0 9 53 0 0,2 0 0 0 0,9 51 1 0 0,-8-72-53 0 0,0-1 1 0 0,2 0 0 0 0,0 0-1 0 0,0-1 1 0 0,2 0 0 0 0,-1 0-1 0 0,2 0 1 0 0,12 18-1 0 0,-9-18 5 0 0,0 0 0 0 0,0-1 1 0 0,17 14-1 0 0,-24-23-19 0 0,-1-1 0 0 0,1 0 1 0 0,1 0-1 0 0,-1-1 0 0 0,0 1 1 0 0,1-1-1 0 0,-1 0 1 0 0,1 0-1 0 0,0 0 0 0 0,0-1 1 0 0,0 0-1 0 0,0 0 0 0 0,0 0 1 0 0,0 0-1 0 0,0-1 0 0 0,6 0 1 0 0,-9 0 8 0 0,1-1 1 0 0,0 0 0 0 0,0 0 0 0 0,-1 0-1 0 0,1 0 1 0 0,0-1 0 0 0,-1 1-1 0 0,1-1 1 0 0,-1 1 0 0 0,0-1-1 0 0,0 0 1 0 0,1 0 0 0 0,-1 0 0 0 0,0 0-1 0 0,0 0 1 0 0,-1 0 0 0 0,1-1-1 0 0,0 1 1 0 0,-1-1 0 0 0,0 1 0 0 0,1-1-1 0 0,0-4 1 0 0,3-5 45 0 0,-1 0 0 0 0,0 0 0 0 0,4-23 0 0 0,-3-1-39 0 0,1-69 0 0 0,-12-36 6 0 0,6 140-33 0 0,0-6-11 0 0,0 0 0 0 0,0-1 1 0 0,1 1-1 0 0,-1 0 0 0 0,2 0 1 0 0,-1 0-1 0 0,4-9 0 0 0,-5 15 7 0 0,0 1 0 0 0,0 0 0 0 0,0-1 0 0 0,0 1-1 0 0,0 0 1 0 0,1-1 0 0 0,-1 1 0 0 0,0 0 0 0 0,0-1-1 0 0,0 1 1 0 0,1 0 0 0 0,-1 0 0 0 0,0-1 0 0 0,0 1 0 0 0,1 0-1 0 0,-1 0 1 0 0,0 0 0 0 0,1 0 0 0 0,-1-1 0 0 0,0 1 0 0 0,0 0-1 0 0,1 0 1 0 0,-1 0 0 0 0,0 0 0 0 0,1 0 0 0 0,-1 0-1 0 0,1 0 1 0 0,-1 0 0 0 0,0 0 0 0 0,1 0 0 0 0,-1 0 0 0 0,0 0-1 0 0,1 0 1 0 0,-1 0 0 0 0,0 0 0 0 0,1 0 0 0 0,-1 0-1 0 0,0 0 1 0 0,1 0 0 0 0,-1 0 0 0 0,0 1 0 0 0,0-1 0 0 0,1 0-1 0 0,-1 0 1 0 0,0 0 0 0 0,1 1 0 0 0,-1-1 0 0 0,0 0 0 0 0,0 0-1 0 0,1 1 1 0 0,-1-1 0 0 0,0 0 0 0 0,0 0 0 0 0,0 1-1 0 0,1 0 1 0 0,11 18-125 0 0,19 67 44 0 0,5 13-54 0 0,-29-83 121 0 0,1 0 0 0 0,1 0 0 0 0,19 26 0 0 0,-27-40 24 0 0,1 0-1 0 0,0 0 0 0 0,-1 0 0 0 0,1 0 1 0 0,0-1-1 0 0,0 1 0 0 0,0 0 0 0 0,0-1 1 0 0,0 0-1 0 0,0 1 0 0 0,1-1 0 0 0,-1 0 1 0 0,0 0-1 0 0,1 0 0 0 0,-1 0 1 0 0,1-1-1 0 0,-1 1 0 0 0,1-1 0 0 0,-1 0 1 0 0,6 1-1 0 0,-5-2 4 0 0,0 1 1 0 0,1-1 0 0 0,-1 0-1 0 0,0 0 1 0 0,1 0 0 0 0,-1 0-1 0 0,0-1 1 0 0,0 1-1 0 0,0-1 1 0 0,0 0 0 0 0,0 0-1 0 0,0 0 1 0 0,-1 0 0 0 0,5-5-1 0 0,2-2 63 0 0,-1-1 1 0 0,0 0-1 0 0,-1 0 0 0 0,9-18 1 0 0,20-50 245 0 0,-28 61-292 0 0,5-12 40 0 0,6-14 64 0 0,18-55 0 0 0,-33 82-111 0 0,0 0 0 0 0,-1 0 0 0 0,-1 0 1 0 0,0 0-1 0 0,-1 0 0 0 0,-1 0 0 0 0,-2-24 1 0 0,0 26-31 0 0,1-2-17 0 0,-2-1 0 0 0,0 1 0 0 0,-8-26 0 0 0,6 33-6 0 0,5 9 2 0 0,0 0 0 0 0,0 0 0 0 0,0 0 0 0 0,0 0 0 0 0,0-1 0 0 0,0 1 0 0 0,0 0 0 0 0,-1 0 0 0 0,1 0 0 0 0,0 0 0 0 0,0-1 0 0 0,0 1 0 0 0,0 0 0 0 0,0 0 0 0 0,-1 0 0 0 0,1 0 0 0 0,0 0 0 0 0,0 0 0 0 0,0 0 0 0 0,0 0 0 0 0,-1 0 0 0 0,1 0 0 0 0,0 0 0 0 0,0-1 0 0 0,0 1 0 0 0,-1 0-1 0 0,1 0 1 0 0,0 0 0 0 0,0 0 0 0 0,0 0 0 0 0,-1 0 0 0 0,1 1 0 0 0,0-1 0 0 0,0 0 0 0 0,0 0 0 0 0,0 0 0 0 0,-1 0 0 0 0,1 0 0 0 0,0 0 0 0 0,0 0 0 0 0,0 0 0 0 0,0 0 0 0 0,-1 1 0 0 0,-2 3-1371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29:36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27 1376 0 0,'-3'1'6835'0'0,"9"1"-4845"0"0,-1-1-1693 0 0,11-1 246 0 0,33-4 1 0 0,-8 1-166 0 0,145-16 422 0 0,-177 17-765 0 0,-5 1 4 0 0,0 0 0 0 0,-1 1 0 0 0,1 0 0 0 0,0-1 0 0 0,-1 1 0 0 0,6 1 0 0 0,-8-1-34 0 0,0 0 0 0 0,-1 1 1 0 0,1-1-1 0 0,0 0 0 0 0,0 1 0 0 0,-1-1 0 0 0,1 0 0 0 0,0 1 0 0 0,-1-1 0 0 0,1 1 0 0 0,-1-1 0 0 0,1 1 0 0 0,-1-1 0 0 0,1 1 0 0 0,-1 0 0 0 0,1-1 0 0 0,-1 1 1 0 0,1-1-1 0 0,-1 1 0 0 0,0 0 0 0 0,1 0 0 0 0,-1-1 0 0 0,0 1 0 0 0,0 0 0 0 0,1 0 0 0 0,-1-1 0 0 0,0 1 0 0 0,0 0 0 0 0,0 0 0 0 0,0-1 0 0 0,0 1 1 0 0,0 0-1 0 0,0 0 0 0 0,0-1 0 0 0,0 1 0 0 0,-1 1 0 0 0,-4 25-5 0 0,4-12 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29:36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 1376 0 0,'17'0'7775'0'0,"-13"-1"-7495"0"0,-1-1 0 0 0,1 1 0 0 0,-1 0 0 0 0,1-1 0 0 0,4-2 0 0 0,12-6 290 0 0,97-36 844 0 0,-41 14-890 0 0,-72 31-487 0 0,0 0 0 0 0,-1 1 1 0 0,1-1-1 0 0,0 1 0 0 0,0-1 1 0 0,7 2-1 0 0,-3-1 65 0 0,-4 37-769 0 0,-4-27-3974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29:41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27 243 4521 0 0,'-3'-7'624'0'0,"0"0"0"0"0,0 0 0 0 0,1 0 0 0 0,0 0 1 0 0,0 0-1 0 0,1 0 0 0 0,-1-13 0 0 0,1 4 320 0 0,1 12-636 0 0,0 0-1 0 0,0 0 0 0 0,-1 1 1 0 0,1-1-1 0 0,-1 0 0 0 0,-2-7 0 0 0,0 1 512 0 0,3 10-810 0 0,0 0 0 0 0,0 0-1 0 0,0 0 1 0 0,0 0 0 0 0,0 0-1 0 0,0 0 1 0 0,0 0 0 0 0,0 0-1 0 0,0 0 1 0 0,0 0 0 0 0,0 0-1 0 0,0 0 1 0 0,0 0 0 0 0,0 0-1 0 0,0 0 1 0 0,0 0 0 0 0,0 0-1 0 0,0 0 1 0 0,0-1 0 0 0,0 1-1 0 0,0 0 1 0 0,0 0 0 0 0,1 0-1 0 0,-1 0 1 0 0,0 0 0 0 0,0 0-1 0 0,0 0 1 0 0,0 0 0 0 0,0 0-1 0 0,0 0 1 0 0,0 0 0 0 0,0 0-1 0 0,0 0 1 0 0,0 0 0 0 0,0 0-1 0 0,0 0 1 0 0,0 0 0 0 0,0 0-1 0 0,0 0 1 0 0,0 0 0 0 0,0 0-1 0 0,0 0 1 0 0,0 0 0 0 0,0 0-1 0 0,0 0 1 0 0,0 0 0 0 0,0 0-1 0 0,1 0 1 0 0,-1 0 0 0 0,0 0-1 0 0,0 0 1 0 0,0 0 0 0 0,0 0-1 0 0,0 0 1 0 0,0 0 0 0 0,0 0-1 0 0,0 0 1 0 0,0 0 0 0 0,0 0-1 0 0,0 0 1 0 0,0 0 0 0 0,0 0-1 0 0,0 0 1 0 0,0 0 0 0 0,0 0-1 0 0,0 0 1 0 0,9 14 277 0 0,-7-10-262 0 0,4 6 4 0 0,-1 0 1 0 0,0 0-1 0 0,0 1 1 0 0,-1-1-1 0 0,0 1 0 0 0,2 16 1 0 0,8 69 173 0 0,-9-55-118 0 0,10 77 520 0 0,41 160-1 0 0,-52-265-540 0 0,0 1 0 0 0,7 13 0 0 0,-9-24-44 0 0,-1 0 0 0 0,0 0 0 0 0,1 0 0 0 0,0-1 0 0 0,-1 1 0 0 0,1-1 0 0 0,0 1 0 0 0,0-1 0 0 0,0 0 0 0 0,1 0 0 0 0,-1 0 0 0 0,1 0 0 0 0,-1 0 0 0 0,1 0 0 0 0,-1 0 0 0 0,4 1 1 0 0,-4-3-4 0 0,0 0 1 0 0,-1 0-1 0 0,1 0 1 0 0,-1 0-1 0 0,1 0 1 0 0,0 0-1 0 0,-1 0 1 0 0,1 0 0 0 0,-1-1-1 0 0,1 1 1 0 0,0-1-1 0 0,-1 1 1 0 0,1-1-1 0 0,-1 1 1 0 0,0-1 0 0 0,1 0-1 0 0,-1 0 1 0 0,1 0-1 0 0,-1 0 1 0 0,0 0-1 0 0,0 0 1 0 0,0 0 0 0 0,0 0-1 0 0,1 0 1 0 0,-1-1-1 0 0,0 0 1 0 0,6-7 68 0 0,-2 0 0 0 0,1 0 0 0 0,3-10 0 0 0,-1 5 18 0 0,2-7-24 0 0,0 0 0 0 0,-2-1 0 0 0,0 0 0 0 0,8-38 0 0 0,6-95 30 0 0,-15 75-101 0 0,6-59-17 0 0,-9 116 7 0 0,0 0 0 0 0,2 1-1 0 0,16-43 1 0 0,-20 62-14 0 0,-1 0 0 0 0,1 0 0 0 0,-1 0 0 0 0,1 0 0 0 0,0 0 0 0 0,3-2 0 0 0,-5 4 13 0 0,0 1 0 0 0,1-1-1 0 0,-1 1 1 0 0,0 0 0 0 0,1-1 0 0 0,-1 1 0 0 0,1 0 0 0 0,-1 0 0 0 0,1-1 0 0 0,-1 1-1 0 0,1 0 1 0 0,-1 0 0 0 0,1-1 0 0 0,-1 1 0 0 0,1 0 0 0 0,-1 0 0 0 0,1 0-1 0 0,-1 0 1 0 0,1 0 0 0 0,-1 0 0 0 0,1 0 0 0 0,-1 0 0 0 0,1 0 0 0 0,-1 0 0 0 0,1 0-1 0 0,-1 0 1 0 0,1 1 0 0 0,-1-1 0 0 0,1 0 0 0 0,-1 0 0 0 0,1 0 0 0 0,-1 1-1 0 0,1-1 1 0 0,-1 0 0 0 0,0 0 0 0 0,1 1 0 0 0,-1-1 0 0 0,1 0 0 0 0,-1 1 0 0 0,0-1-1 0 0,1 1 1 0 0,-1-1 0 0 0,0 1 0 0 0,1-1 0 0 0,-1 1 0 0 0,5 6-30 0 0,-1 0 0 0 0,0 1 1 0 0,-1-1-1 0 0,0 1 1 0 0,0-1-1 0 0,2 10 0 0 0,10 53-53 0 0,-10-39 51 0 0,8 49 15 0 0,11 51-12 0 0,-19-115 30 0 0,-1 0-1 0 0,2-1 1 0 0,0 1-1 0 0,1-2 1 0 0,16 29 0 0 0,-17-36 7 0 0,0 1 1 0 0,0-1 0 0 0,0 0 0 0 0,14 11-1 0 0,-17-16-2 0 0,-1 0-1 0 0,0 0 1 0 0,0-1-1 0 0,1 1 1 0 0,-1-1-1 0 0,1 1 0 0 0,0-1 1 0 0,-1 0-1 0 0,1 0 1 0 0,0 0-1 0 0,0 0 1 0 0,0-1-1 0 0,0 1 0 0 0,-1-1 1 0 0,1 0-1 0 0,0 0 1 0 0,0 0-1 0 0,0 0 1 0 0,5-1-1 0 0,-5 0 20 0 0,-1 0 0 0 0,1-1 0 0 0,-1 0-1 0 0,1 1 1 0 0,-1-1 0 0 0,1 0 0 0 0,-1 0 0 0 0,0 0 0 0 0,0 0 0 0 0,0-1-1 0 0,0 1 1 0 0,0-1 0 0 0,-1 1 0 0 0,3-5 0 0 0,2-5 98 0 0,9-22 1 0 0,-15 33-119 0 0,10-29 92 0 0,-1-1 0 0 0,9-53 0 0 0,-2-64 152 0 0,-12 102-234 0 0,0 4 29 0 0,-2 0 1 0 0,-6-80-1 0 0,4 120-45 0 0,0 0-1 0 0,-1 0 1 0 0,1 0-1 0 0,-1 0 1 0 0,1 0 0 0 0,-1 1-1 0 0,0-1 1 0 0,0 0-1 0 0,0 0 1 0 0,0 1 0 0 0,-1-3-1 0 0,2 4 5 0 0,-1 0-1 0 0,1-1 1 0 0,-1 1-1 0 0,1 0 0 0 0,-1-1 1 0 0,1 1-1 0 0,-1 0 1 0 0,1-1-1 0 0,-1 1 1 0 0,1 0-1 0 0,-1 0 0 0 0,1 0 1 0 0,-1 0-1 0 0,0-1 1 0 0,1 1-1 0 0,-1 0 1 0 0,1 0-1 0 0,-1 0 0 0 0,1 0 1 0 0,-1 0-1 0 0,1 0 1 0 0,-1 0-1 0 0,0 1 1 0 0,1-1-1 0 0,-1 0 0 0 0,1 0 1 0 0,-1 0-1 0 0,1 1 1 0 0,-1-1-1 0 0,1 0 1 0 0,-1 0-1 0 0,1 1 0 0 0,-1-1 1 0 0,1 0-1 0 0,-1 1 1 0 0,1-1-1 0 0,0 1 1 0 0,-1-1-1 0 0,1 0 0 0 0,-1 2 1 0 0,0-1-10 0 0,0 1-1 0 0,0 0 1 0 0,0 0 0 0 0,1 0-1 0 0,-1-1 1 0 0,1 1-1 0 0,-1 0 1 0 0,1 0 0 0 0,-1 0-1 0 0,1 0 1 0 0,0 0 0 0 0,0 0-1 0 0,0 0 1 0 0,0 0 0 0 0,0 0-1 0 0,1 0 1 0 0,0 4 0 0 0,0 4-47 0 0,-1 6-24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29:42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2304 0 0,'0'0'164'0'0,"0"-1"-1"0"0,0 1 1 0 0,0 0-1 0 0,0 0 1 0 0,0 0-1 0 0,0-1 1 0 0,0 1-1 0 0,0 0 1 0 0,0 0-1 0 0,0-1 0 0 0,0 1 1 0 0,0 0-1 0 0,0 0 1 0 0,0 0-1 0 0,0-1 1 0 0,0 1-1 0 0,0 0 1 0 0,1 0-1 0 0,-1 0 0 0 0,0-1 1 0 0,0 1-1 0 0,0 0 1 0 0,0 0-1 0 0,0 0 1 0 0,1 0-1 0 0,-1-1 1 0 0,0 1-1 0 0,0 0 1 0 0,0 0-1 0 0,0 0 0 0 0,1 0 1 0 0,-1 0-1 0 0,0 0 1 0 0,0 0-1 0 0,1-1 1 0 0,-1 1-1 0 0,1 1 47 0 0,0-1 0 0 0,0 0 0 0 0,0 0 0 0 0,0 1 0 0 0,0-1 0 0 0,-1 1 0 0 0,1-1 0 0 0,0 1 0 0 0,0-1 0 0 0,0 1 0 0 0,-1-1 0 0 0,2 2 0 0 0,4 3-173 0 0,19 18 389 0 0,-23-22-380 0 0,1 1-1 0 0,-1-1 1 0 0,0 0-1 0 0,0 1 0 0 0,0-1 1 0 0,1 0-1 0 0,-1 0 1 0 0,0-1-1 0 0,1 1 1 0 0,-1 0-1 0 0,4 0 1 0 0,-5-1-37 0 0,-1 0-1 0 0,1 0 1 0 0,-1 0 0 0 0,1 0 0 0 0,-1 0 0 0 0,1 0 0 0 0,-1 0 0 0 0,1 0 0 0 0,-1 0 0 0 0,1 0 0 0 0,-1-1 0 0 0,1 1 0 0 0,-1 0 0 0 0,1 0 0 0 0,-1 0 0 0 0,1-1 0 0 0,-1 1 0 0 0,0 0 0 0 0,1 0 0 0 0,-1-1 0 0 0,0 1 0 0 0,1 0 0 0 0,-1-1 0 0 0,0 1 0 0 0,1-1-1 0 0,-1 1 1 0 0,0 0 0 0 0,1-1 0 0 0,-1 1 0 0 0,0-1 0 0 0,0 1 0 0 0,0-1 0 0 0,1 1 0 0 0,-1-1 0 0 0,0 1 0 0 0,0-1 0 0 0,0 1 0 0 0,0-1 0 0 0,0 1 0 0 0,0-1 0 0 0,0 1 0 0 0,0-1 0 0 0,0 1 0 0 0,0 0 0 0 0,0-1 0 0 0,0 1 0 0 0,-1-1 0 0 0,1 1 0 0 0,0-1-1 0 0,-1-1 12 0 0,1 1-1 0 0,-1-1 0 0 0,1 1 0 0 0,-1-1 1 0 0,0 1-1 0 0,0-1 0 0 0,0 1 0 0 0,0 0 0 0 0,0 0 1 0 0,0-1-1 0 0,0 1 0 0 0,0 0 0 0 0,-1 0 1 0 0,-1-1-1 0 0,-2 0 19 0 0,0 0 0 0 0,0 0 1 0 0,0 1-1 0 0,-7-2 1 0 0,7 3-15 0 0,0-1 1 0 0,0-1-1 0 0,0 1 1 0 0,-6-3-1 0 0,9 2 7 0 0,1 1-10 0 0,1 1-1 0 0,-1-1 0 0 0,1 1 0 0 0,0-1 1 0 0,-1 1-1 0 0,1-1 0 0 0,-1 1 0 0 0,1 0 0 0 0,-1-1 1 0 0,0 1-1 0 0,1 0 0 0 0,-1 0 0 0 0,1-1 1 0 0,-1 1-1 0 0,0 0 0 0 0,0 0 50 0 0,6 2 7 0 0,13 8-973 0 0,-17-9 642 0 0,-1-1 1 0 0,0 0 0 0 0,1 0-1 0 0,-1 1 1 0 0,1-1-1 0 0,-1 0 1 0 0,0 1 0 0 0,1-1-1 0 0,-1 1 1 0 0,0-1-1 0 0,1 0 1 0 0,-1 1 0 0 0,0-1-1 0 0,0 1 1 0 0,0-1 0 0 0,1 1-1 0 0,-1 0 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29:43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79 2304 0 0,'-6'-20'6605'0'0,"6"-4"-3907"0"0,0 22-2634 0 0,0 1 0 0 0,0-1 0 0 0,0 1 0 0 0,1 0 0 0 0,-1-1 0 0 0,1 1 0 0 0,-1-1 0 0 0,1 1 0 0 0,-1 0 0 0 0,1-1 0 0 0,0 1 0 0 0,0 0 0 0 0,0 0 0 0 0,-1 0 0 0 0,1 0 0 0 0,0-1 0 0 0,0 1 0 0 0,1 0 0 0 0,-1 1 0 0 0,0-1 0 0 0,0 0 0 0 0,0 0 0 0 0,1 0 0 0 0,-1 1 0 0 0,0-1 0 0 0,1 1 0 0 0,-1-1 0 0 0,0 1 0 0 0,3-1 0 0 0,8 0-6 0 0,0 0 1 0 0,1 1-1 0 0,-1 0 0 0 0,22 4 1 0 0,51 13-57 0 0,-57-11 4 0 0,-4 0 2 0 0,7 0 6 0 0,0 2 0 0 0,0 0 0 0 0,30 15 0 0 0,-58-22-9 0 0,1 1 1 0 0,-1 0-1 0 0,0 0 1 0 0,0 0-1 0 0,0 0 1 0 0,0 0-1 0 0,0 1 0 0 0,0-1 1 0 0,0 1-1 0 0,-1 0 1 0 0,0-1-1 0 0,1 1 1 0 0,-1 0-1 0 0,0 1 1 0 0,0-1-1 0 0,-1 0 0 0 0,1 1 1 0 0,-1-1-1 0 0,1 1 1 0 0,-1-1-1 0 0,0 1 1 0 0,-1-1-1 0 0,1 1 0 0 0,-1 0 1 0 0,1 0-1 0 0,-1-1 1 0 0,0 6-1 0 0,-2 0 32 0 0,1-1 1 0 0,-1 1-1 0 0,0-1 0 0 0,-1 0 0 0 0,0 0 0 0 0,0 0 1 0 0,0 0-1 0 0,-1 0 0 0 0,-1-1 0 0 0,-9 14 0 0 0,-10 8 217 0 0,-42 39 0 0 0,38-41-75 0 0,-33 30 218 0 0,-80 55 0 0 0,123-99-320 0 0,-1-1 0 0 0,-1 0 1 0 0,-22 8-1 0 0,41-19-61 0 0,-1 0-1 0 0,1 0 0 0 0,0 0 1 0 0,-1 0-1 0 0,1 1 1 0 0,0-1-1 0 0,0 0 1 0 0,-2 3-1 0 0,3-4-13 0 0,0 0 1 0 0,0 0-1 0 0,0 0 0 0 0,-1 1 0 0 0,1-1 1 0 0,0 0-1 0 0,0 0 0 0 0,0 0 0 0 0,0 1 1 0 0,0-1-1 0 0,0 0 0 0 0,0 0 0 0 0,-1 0 1 0 0,1 1-1 0 0,0-1 0 0 0,0 0 1 0 0,0 0-1 0 0,0 0 0 0 0,0 1 0 0 0,0-1 1 0 0,0 0-1 0 0,0 0 0 0 0,0 1 0 0 0,0-1 1 0 0,0 0-1 0 0,0 0 0 0 0,0 1 0 0 0,0-1 1 0 0,1 0-1 0 0,-1 0 0 0 0,0 0 0 0 0,0 1 1 0 0,0-1-1 0 0,0 0 0 0 0,0 0 1 0 0,0 0-1 0 0,0 1 0 0 0,1-1 0 0 0,-1 0 1 0 0,0 0-1 0 0,0 0 0 0 0,0 0 0 0 0,1 0 1 0 0,-1 1-1 0 0,0-1 0 0 0,0 0 0 0 0,0 0 1 0 0,1 0-1 0 0,-1 0 0 0 0,0 0 0 0 0,0 0 1 0 0,0 0-1 0 0,1 0 0 0 0,-1 0 1 0 0,0 0-1 0 0,0 0 0 0 0,1 0 0 0 0,-1 0 1 0 0,0 0-1 0 0,0 0 0 0 0,1 0 0 0 0,-1 0 1 0 0,0 0-1 0 0,0 0 0 0 0,0 0 0 0 0,1 0 1 0 0,-1 0-1 0 0,0 0 0 0 0,0-1 1 0 0,9 0-126 0 0,-1 0 0 0 0,0-1 1 0 0,0-1-1 0 0,0 1 1 0 0,0-1-1 0 0,0-1 1 0 0,14-8-1 0 0,9-10-513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29:43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96 2304 0 0,'7'-6'2675'0'0,"-1"-2"0"0"0,11-14 0 0 0,-16 20-2503 0 0,1 0 0 0 0,-1 0 0 0 0,0 0 0 0 0,0 0 0 0 0,0 0 0 0 0,0-1-1 0 0,0 1 1 0 0,0-1 0 0 0,-1 1 0 0 0,1 0 0 0 0,-1-1 0 0 0,0 1-1 0 0,0-1 1 0 0,1 1 0 0 0,-1-1 0 0 0,-1-3 0 0 0,1 5-110 0 0,-1 0 1 0 0,1 0-1 0 0,0 0 1 0 0,-1 1-1 0 0,1-1 0 0 0,0 0 1 0 0,-1 0-1 0 0,1 0 1 0 0,-1 1-1 0 0,1-1 1 0 0,-1 0-1 0 0,1 1 0 0 0,-1-1 1 0 0,0 1-1 0 0,1-1 1 0 0,-1 0-1 0 0,0 1 1 0 0,0 0-1 0 0,1-1 0 0 0,-1 1 1 0 0,0-1-1 0 0,0 1 1 0 0,-1-1-1 0 0,0 1 20 0 0,0 0 0 0 0,0 0-1 0 0,0 0 1 0 0,1 0 0 0 0,-1 0 0 0 0,0 0-1 0 0,0 0 1 0 0,0 0 0 0 0,-4 2 0 0 0,-2 1 96 0 0,0 0 0 0 0,0 0 0 0 0,-12 9 0 0 0,11-6-121 0 0,0 0-1 0 0,1 1 1 0 0,0 0-1 0 0,0 1 1 0 0,0 0-1 0 0,1 0 1 0 0,0 1-1 0 0,-5 9 1 0 0,-42 80 3 0 0,48-87-40 0 0,3-5-14 0 0,-23 47 58 0 0,-25 69 1 0 0,45-106-32 0 0,1 1 1 0 0,1 0-1 0 0,1-1 1 0 0,0 1-1 0 0,1 0 1 0 0,1 1 0 0 0,0-1-1 0 0,1 0 1 0 0,3 18-1 0 0,-2-30-8 0 0,0 0-1 0 0,1 1 1 0 0,-1-1-1 0 0,1 0 1 0 0,0 0-1 0 0,1 0 1 0 0,-1 0-1 0 0,1 0 1 0 0,0 0-1 0 0,0-1 1 0 0,1 0-1 0 0,-1 1 1 0 0,1-1-1 0 0,0 0 1 0 0,0-1-1 0 0,0 1 1 0 0,1-1 0 0 0,-1 0-1 0 0,1 0 1 0 0,5 3-1 0 0,2-1 38 0 0,-1 0 0 0 0,1-1 0 0 0,0 0-1 0 0,0-1 1 0 0,0-1 0 0 0,1 1 0 0 0,22 0 0 0 0,61 9-1080 0 0,-80-11-5158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29:45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361 16 1376 0 0,'-1'-1'448'0'0,"-1"-1"0"0"0,1 1 0 0 0,-1 0 0 0 0,1-1 0 0 0,-1 1 0 0 0,0 0 0 0 0,1 0 0 0 0,-1 0 0 0 0,0 0 0 0 0,0 0 0 0 0,0 1 0 0 0,1-1 0 0 0,-1 1 0 0 0,0-1 0 0 0,-4 0 0 0 0,5 1-351 0 0,-1 1 1 0 0,0-1 0 0 0,1 0 0 0 0,-1 1 0 0 0,0-1-1 0 0,1 1 1 0 0,-1-1 0 0 0,1 1 0 0 0,-1 0 0 0 0,1 0 0 0 0,-1 0-1 0 0,1 0 1 0 0,-1 0 0 0 0,1 0 0 0 0,0 0 0 0 0,0 0 0 0 0,-1 0-1 0 0,0 2 1 0 0,-46 44 1273 0 0,32-33-845 0 0,-24 28-1 0 0,18-13-435 0 0,1 2 0 0 0,1 0 0 0 0,2 2 0 0 0,-26 60 0 0 0,28-50 0 0 0,2 0 0 0 0,2 0 1 0 0,-10 71-1 0 0,19-93-70 0 0,0 0 0 0 0,2 0 0 0 0,1 0-1 0 0,2 23 1 0 0,-1-37-12 0 0,0 0-1 0 0,1 0 1 0 0,-1 0-1 0 0,1 0 1 0 0,1 0-1 0 0,-1 0 0 0 0,1-1 1 0 0,0 1-1 0 0,1-1 1 0 0,0 1-1 0 0,0-1 1 0 0,0-1-1 0 0,0 1 1 0 0,1 0-1 0 0,8 6 1 0 0,17 10 60 0 0,1-2-1 0 0,0-1 1 0 0,56 24 0 0 0,-37-19 26 0 0,61 33-3951 0 0,-44-22-592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29:46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2761 0 0,'0'0'44'0'0,"0"0"0"0"0,0 0 0 0 0,0 1 0 0 0,0-1 0 0 0,1 0 0 0 0,-1 0 0 0 0,0 0 0 0 0,0 0 0 0 0,0 0 0 0 0,0 0 1 0 0,1 0-1 0 0,-1 0 0 0 0,0-1 0 0 0,0 1 0 0 0,0 0 0 0 0,0 0 0 0 0,1 0 0 0 0,-1 0 0 0 0,0 0 0 0 0,0 0 0 0 0,0 0 0 0 0,0 0 1 0 0,0 0-1 0 0,0 0 0 0 0,1 0 0 0 0,-1-1 0 0 0,0 1 0 0 0,0 0 0 0 0,0 0 0 0 0,0 0 0 0 0,0 0 0 0 0,0 0 0 0 0,0 0 0 0 0,0-1 1 0 0,0 1-1 0 0,0 0 0 0 0,1 0 0 0 0,-1 0 0 0 0,0 0 0 0 0,0-1 0 0 0,0 1 0 0 0,0 0 0 0 0,0 0 0 0 0,0 0 0 0 0,0 0 0 0 0,0 0 1 0 0,0-1-1 0 0,0 1 0 0 0,0 0 0 0 0,0 0 0 0 0,-1 0 0 0 0,1 0 0 0 0,0-1 0 0 0,0 1 0 0 0,0 0 0 0 0,0 0 0 0 0,0 0 0 0 0,0 0 1 0 0,0 0-1 0 0,0 0 0 0 0,0-1 0 0 0,0 1 0 0 0,-1 0 0 0 0,1 0 0 0 0,0 0 0 0 0,0 0 0 0 0,0 0 0 0 0,14 2 2879 0 0,7 8-2792 0 0,-1 1 0 0 0,0 1 0 0 0,-1 1 0 0 0,0 1 0 0 0,19 18 0 0 0,-17-14-36 0 0,10 7 55 0 0,0 3 0 0 0,-2 0 1 0 0,-2 2-1 0 0,29 39 0 0 0,-49-60-128 0 0,-2 1 1 0 0,1 0-1 0 0,-1 0 1 0 0,-1 0-1 0 0,0 1 0 0 0,0-1 1 0 0,-1 1-1 0 0,0 0 1 0 0,-1 0-1 0 0,-1 1 1 0 0,1-1-1 0 0,-2 0 1 0 0,0 20-1 0 0,-1-21 2 0 0,-1 0 1 0 0,1 0-1 0 0,-2 0 1 0 0,1 0-1 0 0,-1 0 1 0 0,-1-1-1 0 0,0 1 1 0 0,0-1-1 0 0,-1 0 1 0 0,0 0-1 0 0,0-1 1 0 0,-1 1-1 0 0,-1-1 0 0 0,1 0 1 0 0,-10 8-1 0 0,-7 4 56 0 0,-1-2-1 0 0,-1 0 0 0 0,0-2 1 0 0,-2-1-1 0 0,-41 19 0 0 0,25-23-724 0 0,38-12-3219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29:46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14 1376 0 0,'-17'-4'4171'0'0,"5"1"735"0"0,4 0-4477 0 0,8 3-402 0 0,0 0-1 0 0,0 0 0 0 0,0 0 1 0 0,0 0-1 0 0,0 0 0 0 0,0 0 1 0 0,-1 0-1 0 0,1 0 0 0 0,0 0 1 0 0,0 0-1 0 0,0 0 1 0 0,0 0-1 0 0,0 0 0 0 0,0 0 1 0 0,0-1-1 0 0,0 1 0 0 0,0 0 1 0 0,0 0-1 0 0,0 0 0 0 0,0 0 1 0 0,0 0-1 0 0,0 0 0 0 0,-1 0 1 0 0,1 0-1 0 0,0 0 0 0 0,0 0 1 0 0,0 0-1 0 0,0 0 0 0 0,0 0 1 0 0,0 0-1 0 0,0 0 1 0 0,0 0-1 0 0,0 0 0 0 0,0-1 1 0 0,0 1-1 0 0,0 0 0 0 0,0 0 1 0 0,0 0-1 0 0,0 0 0 0 0,0 0 1 0 0,0 0-1 0 0,0 0 0 0 0,0 0 1 0 0,0 0-1 0 0,0 0 0 0 0,0 0 1 0 0,0 0-1 0 0,0-1 0 0 0,0 1 1 0 0,0 0-1 0 0,0 0 1 0 0,0 0-1 0 0,0 0 0 0 0,0 0 1 0 0,0 0-1 0 0,0 0 0 0 0,0 0 1 0 0,0 0-1 0 0,1 0 0 0 0,-1 0 1 0 0,0 0-1 0 0,0 0 0 0 0,0 0 1 0 0,0 0-1 0 0,7-1 674 0 0,9 3-312 0 0,66 12 360 0 0,82 10-64 0 0,-138-24-589 0 0,17 3 146 0 0,-43-3-224 0 0,1 0 0 0 0,-1 0 0 0 0,1 0-1 0 0,-1 0 1 0 0,1 0 0 0 0,0 0 0 0 0,-1 0 0 0 0,1 1-1 0 0,-1-1 1 0 0,1 0 0 0 0,-1 0 0 0 0,1 0 0 0 0,-1 1-1 0 0,1-1 1 0 0,-1 0 0 0 0,1 1 0 0 0,-1-1 0 0 0,0 0-1 0 0,1 1 1 0 0,-1-1 0 0 0,1 1 0 0 0,-1-1-1 0 0,0 1 1 0 0,1-1 0 0 0,-1 0 0 0 0,0 1 0 0 0,0-1-1 0 0,1 1 1 0 0,-1 0 0 0 0,0-1 0 0 0,0 1 0 0 0,0-1-1 0 0,0 1 1 0 0,1-1 0 0 0,-1 1 0 0 0,0-1 0 0 0,0 1-1 0 0,0 0 1 0 0,0-1 0 0 0,-1 2 0 0 0,-4 9-621 0 0,-4-2-3502 0 0,1-3-811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29:46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6481 0 0,'8'46'4923'0'0,"10"251"-1053"0"0,-17-259-4781 0 0,1 3-4194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29:48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20 1376 0 0,'-4'-3'2832'0'0,"-12"-12"2992"0"0,16 15-5759 0 0,0 0 0 0 0,-1 0 0 0 0,1 0-1 0 0,0-1 1 0 0,-1 1 0 0 0,1 0 0 0 0,-1 0 0 0 0,1 0 0 0 0,0 0 0 0 0,-1-1 0 0 0,1 1 0 0 0,-1 0-1 0 0,1 0 1 0 0,0 0 0 0 0,-1 0 0 0 0,1 0 0 0 0,-1 0 0 0 0,1 0 0 0 0,0 0 0 0 0,-1 0 0 0 0,1 0 0 0 0,-1 1-1 0 0,1-1 1 0 0,0 0 0 0 0,-1 0 0 0 0,1 0 0 0 0,-1 0 0 0 0,1 1 0 0 0,0-1 0 0 0,-1 0 0 0 0,1 0-1 0 0,0 0 1 0 0,-1 1 0 0 0,1-1 0 0 0,0 0 0 0 0,0 1 0 0 0,-1-1 0 0 0,1 1 0 0 0,0 0 38 0 0,-1 0 0 0 0,1 1 0 0 0,0-1 0 0 0,0 0-1 0 0,0 1 1 0 0,0-1 0 0 0,0 0 0 0 0,0 1 0 0 0,0-1 0 0 0,1 0 0 0 0,-1 1 0 0 0,0-1 0 0 0,2 2 0 0 0,7 17 452 0 0,-7-18-527 0 0,0 0 1 0 0,0 0-1 0 0,0 0 0 0 0,0 0 0 0 0,1 0 0 0 0,-1-1 0 0 0,1 1 1 0 0,-1-1-1 0 0,1 0 0 0 0,0 0 0 0 0,-1 0 0 0 0,1 0 1 0 0,0 0-1 0 0,0 0 0 0 0,0-1 0 0 0,0 0 0 0 0,0 1 1 0 0,0-1-1 0 0,-1 0 0 0 0,1 0 0 0 0,0-1 0 0 0,0 1 1 0 0,0-1-1 0 0,0 1 0 0 0,0-1 0 0 0,-1 0 0 0 0,1 0 0 0 0,0 0 1 0 0,0 0-1 0 0,-1-1 0 0 0,1 1 0 0 0,-1-1 0 0 0,0 1 1 0 0,1-1-1 0 0,-1 0 0 0 0,0 0 0 0 0,0 0 0 0 0,0 0 1 0 0,0-1-1 0 0,0 1 0 0 0,-1 0 0 0 0,3-5 0 0 0,-3 6-22 0 0,-1 1 0 0 0,0-1-1 0 0,0 1 1 0 0,1-1-1 0 0,-1 1 1 0 0,0-1-1 0 0,0 1 1 0 0,0-1 0 0 0,0 0-1 0 0,0 1 1 0 0,0-1-1 0 0,0 1 1 0 0,0-1 0 0 0,0 0-1 0 0,0 1 1 0 0,0-1-1 0 0,0 1 1 0 0,0-1 0 0 0,0 1-1 0 0,0-1 1 0 0,-1 0-1 0 0,1 1 1 0 0,0-1-1 0 0,0 1 1 0 0,-1-1 0 0 0,1 1-1 0 0,0-1 1 0 0,-1 0-1 0 0,0 0 3 0 0,-1 1 0 0 0,1-1 0 0 0,0 0 0 0 0,0 1-1 0 0,0-1 1 0 0,-1 1 0 0 0,1 0 0 0 0,0-1 0 0 0,0 1 0 0 0,-1 0-1 0 0,1 0 1 0 0,-2-1 0 0 0,-4 1 13 0 0,1 0 0 0 0,-1 1 0 0 0,0 0 0 0 0,-6 1-1 0 0,-3 2-20 0 0,1-1 0 0 0,-1-1 0 0 0,-22 1 0 0 0,31-1 0 0 0,12 3 0 0 0,17 5 0 0 0,-18-9 0 0 0,25 13 0 0 0,-9-7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29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256 142 4953 0 0,'1'-2'194'0'0,"0"0"1"0"0,0 0-1 0 0,0 0 0 0 0,0-1 0 0 0,-1 1 1 0 0,1 0-1 0 0,-1-1 0 0 0,1 1 0 0 0,-1 0 1 0 0,0-1-1 0 0,0-2 0 0 0,0 0 417 0 0,10-46 2561 0 0,-2 15-764 0 0,-7 35-2366 0 0,-1 1-1 0 0,0-1 1 0 0,0 1 0 0 0,1-1-1 0 0,-1 1 1 0 0,0-1 0 0 0,0 1-1 0 0,0-1 1 0 0,0 0 0 0 0,0 1-1 0 0,0-1 1 0 0,0 1-1 0 0,0-1 1 0 0,0 1 0 0 0,0-1-1 0 0,0 0 1 0 0,-1 1 0 0 0,1-1-1 0 0,0 1 1 0 0,0-1 0 0 0,0 1-1 0 0,-1-1 1 0 0,1 1 0 0 0,0-1-1 0 0,-1 1 1 0 0,1-1 0 0 0,0 1-1 0 0,-1 0 1 0 0,1-1 0 0 0,-1 1-1 0 0,1-1 1 0 0,0 1 0 0 0,-1 0-1 0 0,1-1 1 0 0,-1 1 0 0 0,1 0-1 0 0,-1 0 1 0 0,1-1 0 0 0,-1 1-1 0 0,0 0 1 0 0,1 0 0 0 0,-1 0-1 0 0,1 0 1 0 0,-1 0 0 0 0,1 0-1 0 0,-1 0 1 0 0,0 0 0 0 0,1 0-1 0 0,-1 0 1 0 0,1 0 0 0 0,-1 0-1 0 0,1 0 1 0 0,-1 0 0 0 0,1 0-1 0 0,-1 0 1 0 0,0 1 0 0 0,1-1-1 0 0,-1 1 1 0 0,-4 0 20 0 0,1 1-1 0 0,0 0 1 0 0,-1 0 0 0 0,1 1 0 0 0,-7 4-1 0 0,-17 16 14 0 0,-9 7-22 0 0,-45 45 0 0 0,73-65-45 0 0,0 1 0 0 0,0 0 1 0 0,1 0-1 0 0,0 1 0 0 0,1-1 0 0 0,1 2 0 0 0,0-1 1 0 0,0 1-1 0 0,-4 17 0 0 0,9-27 3 0 0,0 1 0 0 0,0 0 0 0 0,0 0 0 0 0,1-1 0 0 0,0 1 0 0 0,0 0 0 0 0,0 0 0 0 0,0 0-1 0 0,1 0 1 0 0,-1-1 0 0 0,1 1 0 0 0,0 0 0 0 0,0 0 0 0 0,0-1 0 0 0,1 1 0 0 0,-1-1 0 0 0,1 1 0 0 0,0-1 0 0 0,0 0 0 0 0,0 1-1 0 0,0-1 1 0 0,1 0 0 0 0,-1-1 0 0 0,1 1 0 0 0,0 0 0 0 0,-1-1 0 0 0,1 1 0 0 0,1-1 0 0 0,-1 0 0 0 0,0 0 0 0 0,0 0 0 0 0,1 0-1 0 0,-1-1 1 0 0,1 1 0 0 0,0-1 0 0 0,-1 0 0 0 0,1 0 0 0 0,0-1 0 0 0,0 1 0 0 0,-1-1 0 0 0,1 1 0 0 0,4-1 0 0 0,4-1 37 0 0,0-1 0 0 0,0 1 0 0 0,-1-2 0 0 0,1 0 0 0 0,16-6 0 0 0,-21 6-25 0 0,-1 0 0 0 0,0 0 1 0 0,0 0-1 0 0,0-1 0 0 0,0 0 0 0 0,0 0 1 0 0,-1-1-1 0 0,0 0 0 0 0,0 0 0 0 0,7-9 1 0 0,-10 11-33 0 0,0 0 1 0 0,0 0-1 0 0,0 0 0 0 0,-1 0 1 0 0,1 0-1 0 0,-1 0 1 0 0,0-1-1 0 0,0 1 0 0 0,0-1 1 0 0,-1 1-1 0 0,1-1 1 0 0,-1 1-1 0 0,1-1 0 0 0,-1 1 1 0 0,-1-1-1 0 0,1 1 1 0 0,0-1-1 0 0,-1 1 0 0 0,1-1 1 0 0,-1 1-1 0 0,0 0 1 0 0,0-1-1 0 0,-1 1 0 0 0,1 0 1 0 0,-1 0-1 0 0,0 0 1 0 0,1 0-1 0 0,-5-5 0 0 0,2 4-17 0 0,0 0 0 0 0,-1 0 0 0 0,1 1 0 0 0,-1 0 0 0 0,-5-3 0 0 0,8 4 13 0 0,0 1 1 0 0,-1 0 0 0 0,1 0-1 0 0,-1 1 1 0 0,1-1 0 0 0,-1 0-1 0 0,1 1 1 0 0,-1 0 0 0 0,1-1-1 0 0,-1 1 1 0 0,1 0 0 0 0,-1 0-1 0 0,-3 1 1 0 0,-4 1-48 0 0,9-2 52 0 0,0 0 0 0 0,0 0 1 0 0,0 0-1 0 0,0 0 0 0 0,0 0 0 0 0,0 0 0 0 0,0 0 1 0 0,0 1-1 0 0,0-1 0 0 0,0 0 0 0 0,1 1 0 0 0,-1-1 1 0 0,0 1-1 0 0,0-1 0 0 0,0 1 0 0 0,0-1 1 0 0,0 1-1 0 0,1 0 0 0 0,-1-1 0 0 0,0 1 0 0 0,1 0 1 0 0,-1 0-1 0 0,0-1 0 0 0,1 1 0 0 0,-1 0 0 0 0,1 0 1 0 0,0 0-1 0 0,-1 0 0 0 0,1 0 0 0 0,-1 0 0 0 0,1 1 1 0 0,-3 7-9 0 0,0 0 1 0 0,0 0 0 0 0,1 0 0 0 0,1 1 0 0 0,-1-1 0 0 0,1 14 0 0 0,1-21 21 0 0,0 1 1 0 0,1-1-1 0 0,-1 1 1 0 0,1-1-1 0 0,-1 1 0 0 0,1-1 1 0 0,0 0-1 0 0,0 1 1 0 0,0-1-1 0 0,0 0 1 0 0,0 1-1 0 0,0-1 1 0 0,1 0-1 0 0,-1 0 1 0 0,1 0-1 0 0,0 0 1 0 0,-1 0-1 0 0,1-1 0 0 0,0 1 1 0 0,0 0-1 0 0,0-1 1 0 0,0 0-1 0 0,0 1 1 0 0,1-1-1 0 0,-1 0 1 0 0,0 0-1 0 0,0 0 1 0 0,1 0-1 0 0,2 0 1 0 0,96 23 283 0 0,-38-10-951 0 0,-44-10-201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37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68 920 0 0,'-2'0'483'0'0,"1"-1"-1"0"0,-1 1 1 0 0,1-1 0 0 0,0 1-1 0 0,-1-1 1 0 0,1 0-1 0 0,0 1 1 0 0,-1-1 0 0 0,1 0-1 0 0,0 0 1 0 0,0 0-1 0 0,-1-1 1 0 0,-17-17 2456 0 0,13 13-2483 0 0,3 2 112 0 0,-1 1-1 0 0,1-1 1 0 0,0 0 0 0 0,1 0-1 0 0,-5-8 1 0 0,5 10 895 0 0,0 7-914 0 0,1 16 39 0 0,1-17-397 0 0,-5 43 54 0 0,-2 0 0 0 0,-14 48 0 0 0,3-15-88 0 0,17-74-142 0 0,0 1-1 0 0,1 0 0 0 0,-1-1 0 0 0,1 1 0 0 0,0 0 0 0 0,1-1 0 0 0,1 12 0 0 0,-1-15-49 0 0,0 0-1 0 0,0 0 0 0 0,0 0 0 0 0,0-1 1 0 0,0 1-1 0 0,0-1 0 0 0,1 1 1 0 0,-1-1-1 0 0,1 1 0 0 0,0-1 0 0 0,-1 0 1 0 0,1 0-1 0 0,0 0 0 0 0,1 0 0 0 0,-1 0 1 0 0,0 0-1 0 0,0 0 0 0 0,1-1 0 0 0,-1 1 1 0 0,4 0-1 0 0,-4-1-164 0 0,1 0 0 0 0,-1-1 0 0 0,0 1 0 0 0,1-1 0 0 0,-1 0 0 0 0,1 0 0 0 0,-1 0 0 0 0,1 0 0 0 0,-1 0 0 0 0,0-1 0 0 0,1 1-1 0 0,3-2 1 0 0,8-4-1733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38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13 6913 0 0,'-12'-8'2722'0'0,"6"7"-2242"0"0,2 0-342 0 0,0 0 0 0 0,1 1 0 0 0,-1-1 0 0 0,0 1 0 0 0,1-1-1 0 0,-1 1 1 0 0,0 0 0 0 0,0 1 0 0 0,1-1 0 0 0,-1 1 0 0 0,0-1 0 0 0,1 1-1 0 0,-5 2 1 0 0,-9 3 26 0 0,1 1 0 0 0,0 1 0 0 0,0 1 0 0 0,0 0 0 0 0,-22 18 0 0 0,32-23-77 0 0,1 1 1 0 0,0-1-1 0 0,1 1 1 0 0,-1 0-1 0 0,1 0 1 0 0,0 1-1 0 0,0-1 1 0 0,1 1-1 0 0,-1 0 1 0 0,1-1-1 0 0,1 2 1 0 0,-1-1-1 0 0,1 0 1 0 0,0 0-1 0 0,0 1 1 0 0,1-1-1 0 0,0 1 1 0 0,-1 9-1 0 0,2-13-43 0 0,1 0-1 0 0,-1 0 1 0 0,0 0-1 0 0,1 0 1 0 0,0 0 0 0 0,0 0-1 0 0,0 0 1 0 0,0 0-1 0 0,0 0 1 0 0,1-1-1 0 0,-1 1 1 0 0,1 0-1 0 0,-1-1 1 0 0,1 1 0 0 0,0-1-1 0 0,0 0 1 0 0,0 0-1 0 0,1 1 1 0 0,-1-1-1 0 0,0-1 1 0 0,1 1-1 0 0,-1 0 1 0 0,6 2 0 0 0,4 2-143 0 0,1-1 0 0 0,-1 0 0 0 0,1-1 0 0 0,15 3 0 0 0,-15-4-360 0 0,20 5-4802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33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98 2304 0 0,'1'-1'433'0'0,"-1"-1"0"0"0,1 1 0 0 0,-1 0-1 0 0,0-1 1 0 0,0 1 0 0 0,1-1-1 0 0,-1 1 1 0 0,0 0 0 0 0,0-1-1 0 0,0 1 1 0 0,-1-1 0 0 0,1 1-1 0 0,0 0 1 0 0,0-1 0 0 0,-1 1-1 0 0,1-1 1 0 0,-1-1 0 0 0,-1-1-394 0 0,1-2 611 0 0,0-1 1 0 0,-1 1 0 0 0,-1 0 0 0 0,1-1 0 0 0,-1 1 0 0 0,-4-7 0 0 0,7 12-579 0 0,-1 0 0 0 0,1 0 0 0 0,-1 0 0 0 0,0 0 0 0 0,1 0 0 0 0,-1 0 0 0 0,0 0 0 0 0,0 1 0 0 0,0-1 0 0 0,1 0 0 0 0,-1 0 0 0 0,0 1 0 0 0,0-1 1 0 0,0 1-1 0 0,0-1 0 0 0,0 1 0 0 0,0-1 0 0 0,0 1 0 0 0,-1-1 0 0 0,1 1 0 0 0,0 0 0 0 0,0 0 0 0 0,0-1 0 0 0,0 1 0 0 0,0 0 0 0 0,0 0 0 0 0,-1 0 0 0 0,1 0 1 0 0,0 1-1 0 0,0-1 0 0 0,0 0 0 0 0,0 0 0 0 0,0 1 0 0 0,0-1 0 0 0,-1 1 0 0 0,1-1 0 0 0,0 1 0 0 0,0-1 0 0 0,0 1 0 0 0,0-1 0 0 0,1 1 0 0 0,-1 0 0 0 0,-1 1 0 0 0,-4 3 68 0 0,1 0 0 0 0,-1 1 0 0 0,1 0 0 0 0,1 0 0 0 0,-8 12 0 0 0,-16 38 101 0 0,21-41-144 0 0,-40 90 370 0 0,42-91-389 0 0,1 0 0 0 0,0 0-1 0 0,1 0 1 0 0,0 0 0 0 0,-1 27 0 0 0,4-38-66 0 0,0-1 1 0 0,0 1 0 0 0,0-1-1 0 0,0 1 1 0 0,1 0 0 0 0,-1-1-1 0 0,1 1 1 0 0,0-1 0 0 0,-1 1 0 0 0,1-1-1 0 0,0 0 1 0 0,1 1 0 0 0,-1-1-1 0 0,0 0 1 0 0,1 0 0 0 0,-1 0-1 0 0,1 0 1 0 0,-1 0 0 0 0,1 0 0 0 0,0 0-1 0 0,0 0 1 0 0,0-1 0 0 0,0 1-1 0 0,0-1 1 0 0,0 1 0 0 0,1-1-1 0 0,-1 0 1 0 0,0 0 0 0 0,1 0 0 0 0,-1 0-1 0 0,1-1 1 0 0,3 2 0 0 0,0-1 7 0 0,1-1 1 0 0,0 1 0 0 0,0-1-1 0 0,0 0 1 0 0,-1-1 0 0 0,1 0-1 0 0,0 0 1 0 0,0 0-1 0 0,-1-1 1 0 0,1 0 0 0 0,6-3-1 0 0,-1 0-27 0 0,0-1-1 0 0,0-1 0 0 0,-1 0 0 0 0,0 0 0 0 0,0-1 1 0 0,-1 0-1 0 0,0-1 0 0 0,-1 0 0 0 0,0-1 0 0 0,0 0 1 0 0,-1 0-1 0 0,14-23 0 0 0,-20 29-70 0 0,0 0 0 0 0,0 0 0 0 0,-1-1 0 0 0,0 1 1 0 0,1-1-1 0 0,-2 1 0 0 0,1-1 0 0 0,0 1 0 0 0,-1-1 0 0 0,0 0 0 0 0,0 1 0 0 0,0-1 0 0 0,-1 1 0 0 0,1-1 1 0 0,-3-6-1 0 0,3 9 35 0 0,-1-1 1 0 0,0 1 0 0 0,0-1-1 0 0,-1 1 1 0 0,1 0 0 0 0,0 0 0 0 0,-1 0-1 0 0,1 0 1 0 0,-1 0 0 0 0,0 0-1 0 0,1 0 1 0 0,-1 0 0 0 0,0 1 0 0 0,0-1-1 0 0,0 1 1 0 0,-1-1 0 0 0,1 1-1 0 0,0 0 1 0 0,0 0 0 0 0,-1 0 0 0 0,1 0-1 0 0,-1 0 1 0 0,1 0 0 0 0,-1 1-1 0 0,1-1 1 0 0,-1 1 0 0 0,1 0-1 0 0,-1 0 1 0 0,-2 0 0 0 0,-2 0 14 0 0,0 1 0 0 0,0 0 1 0 0,0 0-1 0 0,0 1 0 0 0,0 0 1 0 0,0 0-1 0 0,1 0 0 0 0,-8 4 1 0 0,10-4 12 0 0,0 0 1 0 0,0 1-1 0 0,0-1 1 0 0,0 1 0 0 0,0 0-1 0 0,1 0 1 0 0,-1 0-1 0 0,1 1 1 0 0,-1-1 0 0 0,1 1-1 0 0,0-1 1 0 0,1 1-1 0 0,-3 5 1 0 0,4-8 16 0 0,1 0 1 0 0,-1 0-1 0 0,1 0 0 0 0,-1 0 1 0 0,1 1-1 0 0,-1-1 0 0 0,1 0 0 0 0,0 0 1 0 0,0 1-1 0 0,0-1 0 0 0,0 0 1 0 0,0 0-1 0 0,0 1 0 0 0,0-1 0 0 0,0 0 1 0 0,0 0-1 0 0,1 1 0 0 0,-1-1 1 0 0,0 0-1 0 0,1 0 0 0 0,-1 0 0 0 0,1 1 1 0 0,-1-1-1 0 0,1 0 0 0 0,0 0 1 0 0,0 0-1 0 0,-1 0 0 0 0,1 0 1 0 0,0 0-1 0 0,0 0 0 0 0,0-1 0 0 0,0 1 1 0 0,0 0-1 0 0,2 1 0 0 0,3 1 47 0 0,0 0-1 0 0,1 0 1 0 0,0 0 0 0 0,-1-1-1 0 0,9 2 1 0 0,-1 0 22 0 0,14 5-30 0 0,-4-1 177 0 0,28 12-1 0 0,-45-17-355 0 0,1 1 0 0 0,-1 0 0 0 0,-1 1 0 0 0,1-1 0 0 0,-1 1 0 0 0,0 1 0 0 0,0-1 0 0 0,5 7 0 0 0,-3-3-6010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33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78 4897 0 0,'0'-1'98'0'0,"0"0"0"0"0,0 1 0 0 0,0-1 0 0 0,0 1 0 0 0,0-1-1 0 0,0 1 1 0 0,0-1 0 0 0,0 1 0 0 0,-1-1 0 0 0,1 0 0 0 0,0 1 0 0 0,-1-1 0 0 0,1 1 0 0 0,0-1-1 0 0,-1 1 1 0 0,1 0 0 0 0,0-1 0 0 0,-1 1 0 0 0,1-1 0 0 0,-1 1 0 0 0,0-1 0 0 0,-12-12 3478 0 0,10 10-3154 0 0,3 3-277 0 0,-1 0-1 0 0,1-1 1 0 0,0 1-1 0 0,-1 0 1 0 0,1-1-1 0 0,-1 1 1 0 0,1-1-1 0 0,0 1 1 0 0,-1 0 0 0 0,1-1-1 0 0,0 1 1 0 0,0-1-1 0 0,-1 1 1 0 0,1-1-1 0 0,0 1 1 0 0,0-1 0 0 0,0 1-1 0 0,0-1 1 0 0,-1 0-1 0 0,1 1 1 0 0,0-1-1 0 0,0 1 1 0 0,0-1-1 0 0,0 1 1 0 0,0-1 0 0 0,1 1-1 0 0,-1-2 1 0 0,0 2-5 0 0,1-1 0 0 0,-1 1 1 0 0,1-1-1 0 0,0 0 0 0 0,-1 1 1 0 0,1-1-1 0 0,0 1 1 0 0,-1-1-1 0 0,1 1 0 0 0,0 0 1 0 0,-1-1-1 0 0,1 1 0 0 0,0 0 1 0 0,0-1-1 0 0,0 1 0 0 0,0 0 1 0 0,8-2 416 0 0,-1 1 1 0 0,16 0-1 0 0,-17 1-436 0 0,101-12 722 0 0,-69 6-733 0 0,0 2 0 0 0,57 2-1 0 0,-82 2-88 0 0,-11 0-16 0 0,1 0-1 0 0,-1 0 0 0 0,1 0 1 0 0,0 0-1 0 0,-1 1 0 0 0,1 0 1 0 0,-1 0-1 0 0,6 1 0 0 0,-9-1-11 0 0,1-1 0 0 0,-1 0 0 0 0,0 0 0 0 0,0 1 0 0 0,0-1 0 0 0,0 0 0 0 0,1 1 0 0 0,-1-1 0 0 0,0 0 0 0 0,0 0 0 0 0,0 1 0 0 0,0-1 0 0 0,0 0 0 0 0,0 1 0 0 0,0-1-1 0 0,0 0 1 0 0,0 1 0 0 0,0-1 0 0 0,0 0 0 0 0,0 0 0 0 0,0 1 0 0 0,0-1 0 0 0,0 0 0 0 0,0 1 0 0 0,0-1 0 0 0,-1 0 0 0 0,1 0 0 0 0,0 1 0 0 0,0-1 0 0 0,0 0 0 0 0,0 1 0 0 0,-1-1 0 0 0,1 0-1 0 0,0 0 1 0 0,0 1 0 0 0,-9 9-707 0 0,-2-4-713 0 0,1-1 0 0 0,-19 8 0 0 0,25-12 964 0 0,-14 6-1346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34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33 3225 0 0,'-12'-7'-380'0'0,"10"5"1213"0"0,1 1 0 0 0,-1-1 0 0 0,0 0 0 0 0,1 0 0 0 0,0 0-1 0 0,-1 0 1 0 0,1 0 0 0 0,0 0 0 0 0,0 0 0 0 0,0 0 0 0 0,0-2 836 0 0,1 4-1552 0 0,1 1 1 0 0,0-1 0 0 0,-1 0 0 0 0,1 1 0 0 0,-1-1-1 0 0,1 1 1 0 0,-1-1 0 0 0,1 1 0 0 0,-1 0 0 0 0,0-1 0 0 0,1 1-1 0 0,-1-1 1 0 0,0 1 0 0 0,1 0 0 0 0,-1-1 0 0 0,0 1-1 0 0,0 0 1 0 0,0 0 0 0 0,1-1 0 0 0,-1 1 0 0 0,0 1-1 0 0,3 13 313 0 0,0 0 0 0 0,-1-1 0 0 0,-1 2 0 0 0,0 24 0 0 0,-3-5 268 0 0,-8 39-1 0 0,3-20-497 0 0,5-26-200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35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69 1840 0 0,'-1'-3'833'0'0,"0"0"0"0"0,0 0 0 0 0,0 0-1 0 0,0 0 1 0 0,-1 0 0 0 0,1 0 0 0 0,-1 1 0 0 0,0-1-1 0 0,-3-4 1 0 0,-5-8 775 0 0,8 11-961 0 0,2 3-489 0 0,0 0 0 0 0,0 0 0 0 0,-1 0 0 0 0,1 0 0 0 0,-1 0 0 0 0,1 0 0 0 0,-1 1 0 0 0,1-1 0 0 0,-1 0 0 0 0,1 0 0 0 0,-1 0 0 0 0,0 1 0 0 0,1-1 0 0 0,-1 0 0 0 0,0 1 0 0 0,0-1 0 0 0,1 0 0 0 0,-3 0 0 0 0,3 2-10 0 0,0 0 1 0 0,-1 1 0 0 0,1-1-1 0 0,0 0 1 0 0,0 1-1 0 0,-1-1 1 0 0,1 0 0 0 0,0 0-1 0 0,0 1 1 0 0,1-1 0 0 0,-1 0-1 0 0,0 1 1 0 0,1 0-1 0 0,-1-1-35 0 0,0 5 105 0 0,1 3-48 0 0,0-1 1 0 0,0 0-1 0 0,0 1 0 0 0,1-1 1 0 0,3 9-1 0 0,-4-16-163 0 0,-1 0 0 0 0,1 0 1 0 0,-1 0-1 0 0,1 0 0 0 0,-1 0 0 0 0,1 0 1 0 0,0 0-1 0 0,-1 0 0 0 0,1 0 0 0 0,0 0 1 0 0,0 0-1 0 0,0-1 0 0 0,0 1 0 0 0,0 0 1 0 0,0-1-1 0 0,0 1 0 0 0,0 0 0 0 0,0-1 1 0 0,0 1-1 0 0,0-1 0 0 0,0 1 0 0 0,0-1 1 0 0,0 0-1 0 0,1 0 0 0 0,-1 1 0 0 0,0-1 1 0 0,0 0-1 0 0,0 0 0 0 0,0 0 0 0 0,1 0 1 0 0,-1 0-1 0 0,0 0 0 0 0,0-1 0 0 0,0 1 1 0 0,0 0-1 0 0,1-1 0 0 0,-1 1 0 0 0,0 0 1 0 0,0-1-1 0 0,0 0 0 0 0,0 1 0 0 0,0-1 1 0 0,0 1-1 0 0,1-2 0 0 0,-1 1 1 0 0,1 1-1 0 0,-1-1 1 0 0,1 0 0 0 0,-1 0-1 0 0,0 0 1 0 0,0 0 0 0 0,1 0-1 0 0,-1 0 1 0 0,0 0-1 0 0,0-1 1 0 0,0 1 0 0 0,0 0-1 0 0,0-1 1 0 0,0 1 0 0 0,-1 0-1 0 0,1-1 1 0 0,0 1-1 0 0,-1-1 1 0 0,1 1 0 0 0,-1-1-1 0 0,0 0 1 0 0,1 1 0 0 0,-1-1-1 0 0,0 1 1 0 0,0-1-1 0 0,0-2 1 0 0,0 2-4 0 0,-1 1 0 0 0,1-1-1 0 0,-1 0 1 0 0,0 0 0 0 0,0 0-1 0 0,0 0 1 0 0,0 1 0 0 0,0-1 0 0 0,0 0-1 0 0,0 1 1 0 0,0-1 0 0 0,-1 1-1 0 0,1-1 1 0 0,-1 1 0 0 0,1 0 0 0 0,-1-1-1 0 0,1 1 1 0 0,-1 0 0 0 0,0 0-1 0 0,-2-1 1 0 0,-1 0-4 0 0,-1 0 0 0 0,0 0 0 0 0,0 0 0 0 0,0 1 0 0 0,1 0 0 0 0,-1 0 0 0 0,-10 0 0 0 0,40 3 17 0 0,2 1-1353 0 0,-10-3-2959 0 0,1-3-1653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39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68 332 920 0 0,'-24'-42'6999'0'0,"17"29"-6040"0"0,-1 0 0 0 0,1 0 1 0 0,1-1-1 0 0,1 0 0 0 0,-6-19 0 0 0,34 199 3161 0 0,3 24-3654 0 0,-23-173-400 0 0,2 1 0 0 0,0-1-1 0 0,0 0 1 0 0,9 16 0 0 0,-12-29-53 0 0,0 0 0 0 0,0 0 0 0 0,0 0 1 0 0,1 0-1 0 0,-1-1 0 0 0,1 1 0 0 0,0-1 0 0 0,0 0 0 0 0,0 0 1 0 0,1 0-1 0 0,-1 0 0 0 0,1 0 0 0 0,0-1 0 0 0,-1 0 1 0 0,1 0-1 0 0,0 0 0 0 0,1 0 0 0 0,-1 0 0 0 0,0-1 0 0 0,0 0 1 0 0,8 2-1 0 0,-10-3-6 0 0,0-1 0 0 0,0 1 1 0 0,0 0-1 0 0,0 0 0 0 0,0-1 0 0 0,0 1 1 0 0,0-1-1 0 0,0 1 0 0 0,0-1 1 0 0,0 0-1 0 0,0 0 0 0 0,-1 0 0 0 0,1 0 1 0 0,0 0-1 0 0,-1 0 0 0 0,1-1 1 0 0,0 1-1 0 0,-1 0 0 0 0,0-1 0 0 0,1 1 1 0 0,-1-1-1 0 0,0 0 0 0 0,0 1 1 0 0,2-4-1 0 0,2-4 16 0 0,0-1 1 0 0,-1 0 0 0 0,5-14-1 0 0,-8 20-26 0 0,46-151 63 0 0,-22 28-161 0 0,-7 26-189 0 0,-14 83 178 0 0,1 0 0 0 0,1 0 0 0 0,12-24 0 0 0,-18 41 103 0 0,0 0 0 0 0,1 0 0 0 0,0 0 0 0 0,-1 0-1 0 0,1 0 1 0 0,-1 0 0 0 0,1 0 0 0 0,0 1 0 0 0,0-1-1 0 0,0 0 1 0 0,-1 0 0 0 0,1 0 0 0 0,2 0 0 0 0,-3 1 5 0 0,0 0 0 0 0,1 0 0 0 0,-1 0 0 0 0,0-1 0 0 0,1 1 0 0 0,-1 0 0 0 0,0 0 0 0 0,1 0 0 0 0,-1 0 0 0 0,0 1 0 0 0,1-1 0 0 0,-1 0 0 0 0,0 0 0 0 0,1 0 0 0 0,-1 0 0 0 0,0 0 0 0 0,1 0 0 0 0,-1 0 0 0 0,0 1 0 0 0,1-1 0 0 0,-1 0 0 0 0,0 0 0 0 0,0 0 0 0 0,1 1 0 0 0,-1-1 0 0 0,0 0 0 0 0,0 0 0 0 0,1 1 0 0 0,1 2-8 0 0,-1 0 1 0 0,1 0 0 0 0,-1 0 0 0 0,1 0-1 0 0,-1 0 1 0 0,0 1 0 0 0,1 3 0 0 0,1 16-5 0 0,0-1 1 0 0,-2 1-1 0 0,0-1 1 0 0,-3 28-1 0 0,0-6-27 0 0,2-33 40 0 0,-2 83 175 0 0,18 166 1 0 0,-15-248-134 0 0,2-1 0 0 0,-1 0 0 0 0,2 0 1 0 0,-1-1-1 0 0,2 1 0 0 0,5 12 0 0 0,-8-20-20 0 0,0 0 0 0 0,0 0 0 0 0,0 0 0 0 0,1 0 0 0 0,-1-1 0 0 0,1 1 0 0 0,0-1 0 0 0,-1 1 0 0 0,1-1-1 0 0,4 2 1 0 0,-5-2-5 0 0,0-2 0 0 0,0 1 0 0 0,0 0 0 0 0,1 0 0 0 0,-1-1 0 0 0,0 1 0 0 0,0-1 0 0 0,1 0 0 0 0,-1 1 0 0 0,0-1 0 0 0,1 0 0 0 0,-1 0 0 0 0,0-1 0 0 0,1 1 0 0 0,-1 0 0 0 0,0-1-1 0 0,4-1 1 0 0,-2 1 17 0 0,0-1 0 0 0,0 0 0 0 0,0-1 0 0 0,-1 1-1 0 0,1-1 1 0 0,-1 0 0 0 0,1 1 0 0 0,-1-1 0 0 0,5-7-1 0 0,24-33 176 0 0,-27 36-173 0 0,18-29 87 0 0,31-68-1 0 0,8-44 130 0 0,-46 110-233 0 0,4-17-192 0 0,16-71-1 0 0,4-58-378 0 0,-30 133 467 0 0,-10 50 62 0 0,0 1 0 0 0,0-1 0 0 0,0 0 0 0 0,0 1 0 0 0,0-1 0 0 0,0 0 0 0 0,0 1 0 0 0,0-1 0 0 0,1 1 0 0 0,-1-1 0 0 0,0 0 0 0 0,0 1 0 0 0,1-1 0 0 0,-1 1 0 0 0,0-1 0 0 0,1 1 0 0 0,-1-1 0 0 0,1 1 0 0 0,-1-1 0 0 0,1 1 1 0 0,-1-1-1 0 0,1 1 0 0 0,-1 0 0 0 0,1-1 0 0 0,-1 1 0 0 0,2-1 0 0 0,-2 2-13 0 0,1-1-1 0 0,-1 0 1 0 0,1 1 0 0 0,-1-1 0 0 0,1 1 0 0 0,-1-1 0 0 0,1 1 0 0 0,-1-1 0 0 0,0 1 0 0 0,1-1 0 0 0,-1 1 0 0 0,0-1 0 0 0,0 1 0 0 0,1 0 0 0 0,-1-1-1 0 0,0 1 1 0 0,0-1 0 0 0,0 1 0 0 0,0 0 0 0 0,0-1 0 0 0,0 1 0 0 0,0 0 0 0 0,0-1 0 0 0,0 1 0 0 0,0-1 0 0 0,0 2 0 0 0,-2 46-5688 0 0,2-27 739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39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76 114 920 0 0,'-1'-4'1028'0'0,"0"-1"-1"0"0,-1 1 1 0 0,1 0-1 0 0,-1 1 0 0 0,0-1 1 0 0,0 0-1 0 0,-5-6 1 0 0,2 3-774 0 0,-4-8 603 0 0,0 0 951 0 0,-15-19 0 0 0,24 34-1736 0 0,0 0 0 0 0,0-1 0 0 0,0 1 0 0 0,-1 0 0 0 0,1 0 0 0 0,0-1 0 0 0,0 1 0 0 0,0 0 0 0 0,-1 0 0 0 0,1 0 0 0 0,0-1 0 0 0,0 1 0 0 0,-1 0 0 0 0,1 0 0 0 0,0 0 1 0 0,0-1-1 0 0,-1 1 0 0 0,1 0 0 0 0,0 0 0 0 0,-1 0 0 0 0,1 0 0 0 0,0 0 0 0 0,0 0 0 0 0,-1 0 0 0 0,1 0 0 0 0,0 0 0 0 0,-1 0 0 0 0,1 0 0 0 0,0 0 0 0 0,-1 0 0 0 0,1 0 0 0 0,-3 9 1149 0 0,5 21-510 0 0,-1-26-604 0 0,5 265 1095 0 0,-5-64-507 0 0,-1-199-674 0 0,1 0-1 0 0,0 0 0 0 0,0 0 0 0 0,0-1 1 0 0,4 10-1 0 0,-5-14-111 0 0,0 0 0 0 0,1 1 0 0 0,-1-1 0 0 0,1 0 0 0 0,0 0-1 0 0,-1 0 1 0 0,1 0 0 0 0,0 0 0 0 0,-1 0 0 0 0,1 0 0 0 0,0 0 0 0 0,0 0 0 0 0,0 0 0 0 0,0 0 0 0 0,0 0 0 0 0,0-1 0 0 0,0 1-1 0 0,0 0 1 0 0,0-1 0 0 0,0 1 0 0 0,1-1 0 0 0,-1 1 0 0 0,0-1 0 0 0,0 0 0 0 0,0 1 0 0 0,1-1 0 0 0,-1 0 0 0 0,0 0-1 0 0,0 0 1 0 0,1 0 0 0 0,-1 0 0 0 0,0 0 0 0 0,2-1 0 0 0,10-4-1439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39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304 145 2761 0 0,'1'-6'723'0'0,"-1"1"1"0"0,0-1 0 0 0,0 1-1 0 0,0 0 1 0 0,-1-1-1 0 0,1 1 1 0 0,-1 0 0 0 0,-3-10-1 0 0,-1 2 1415 0 0,-12-26 1 0 0,16 36-1989 0 0,0 1 0 0 0,0 0 0 0 0,-1 0 0 0 0,1 0 0 0 0,-1-1 0 0 0,1 2 0 0 0,-1-1 1 0 0,0 0-1 0 0,1 0 0 0 0,-1 0 0 0 0,0 1 0 0 0,0-1 0 0 0,-1 1 0 0 0,1 0 0 0 0,0 0 1 0 0,0 0-1 0 0,-4-2 0 0 0,3 3-43 0 0,-1-1 1 0 0,1 1 0 0 0,0-1-1 0 0,-1 1 1 0 0,1 0-1 0 0,-1 0 1 0 0,1 0 0 0 0,0 1-1 0 0,-1-1 1 0 0,1 1-1 0 0,-5 2 1 0 0,-6 2 19 0 0,1 1 1 0 0,0 1-1 0 0,0 0 0 0 0,-20 15 0 0 0,32-21-119 0 0,-10 7 168 0 0,-1 0 1 0 0,1 1-1 0 0,0 0 0 0 0,1 1 1 0 0,0 0-1 0 0,0 1 1 0 0,1 0-1 0 0,-10 17 1 0 0,18-27-117 0 0,0 1 1 0 0,0-1-1 0 0,1 1 1 0 0,-1-1-1 0 0,0 1 0 0 0,1 0 1 0 0,-1-1-1 0 0,1 1 1 0 0,0 0-1 0 0,-1 0 0 0 0,1-1 1 0 0,0 1-1 0 0,0 0 1 0 0,0-1-1 0 0,0 1 1 0 0,1 0-1 0 0,-1 0 0 0 0,0-1 1 0 0,1 1-1 0 0,0 2 1 0 0,0-3-18 0 0,0 1 0 0 0,0 0 1 0 0,1-1-1 0 0,-1 1 0 0 0,0 0 1 0 0,1-1-1 0 0,-1 1 0 0 0,1-1 1 0 0,0 0-1 0 0,0 0 0 0 0,-1 0 1 0 0,1 0-1 0 0,0 0 0 0 0,2 1 1 0 0,6 1 29 0 0,-1 0 0 0 0,1 0 0 0 0,0-1 0 0 0,0-1 1 0 0,16 1-1 0 0,-1-2-122 0 0,-1 0 1 0 0,1-2 0 0 0,-1-1 0 0 0,32-8-1 0 0,-39 8-480 0 0,3 4-29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40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426 254 7258 0 0,'2'-5'414'0'0,"0"1"0"0"0,0-1 0 0 0,-1 0 0 0 0,1 1 1 0 0,-1-1-1 0 0,-1 0 0 0 0,1 0 0 0 0,0-6 1 0 0,4-24 1832 0 0,-1 25-1603 0 0,-1 0 0 0 0,-1 0 0 0 0,0 0 0 0 0,-1 0 0 0 0,0 0-1 0 0,0-19 1 0 0,-1 25-512 0 0,-1 0 0 0 0,1 1 0 0 0,-1-1 0 0 0,0 1 0 0 0,0-1 1 0 0,0 1-1 0 0,-1-1 0 0 0,1 1 0 0 0,-1 0 0 0 0,0 0 0 0 0,0-1 0 0 0,0 1 0 0 0,0 0 0 0 0,0 1 0 0 0,-1-1 0 0 0,1 0 0 0 0,-1 1 0 0 0,0-1 0 0 0,1 1 1 0 0,-1 0-1 0 0,0 0 0 0 0,-6-3 0 0 0,4 3-88 0 0,1 1 0 0 0,-1-1 0 0 0,1 1 0 0 0,-1 0 0 0 0,1 0 0 0 0,-1 1 0 0 0,0-1 0 0 0,1 1 0 0 0,-1 0 0 0 0,0 0 0 0 0,0 1 0 0 0,1-1 0 0 0,-1 1 0 0 0,1 0 0 0 0,-1 1 0 0 0,-7 2 0 0 0,-4 3-17 0 0,0 0 1 0 0,1 1 0 0 0,-17 12 0 0 0,14-8-26 0 0,1 2-1 0 0,1-1 1 0 0,0 2 0 0 0,1 0 0 0 0,1 1 0 0 0,0 0 0 0 0,-20 33 0 0 0,20-25 57 0 0,0 0 0 0 0,2 1 0 0 0,1 1 0 0 0,1 0 0 0 0,-11 42 0 0 0,15-41 78 0 0,1 1-1 0 0,-1 36 0 0 0,5-47-80 0 0,1 0 0 0 0,1 0-1 0 0,0 0 1 0 0,2 0-1 0 0,4 17 1 0 0,-6-28-49 0 0,1 0-1 0 0,0 0 1 0 0,0 0 0 0 0,1 0-1 0 0,0-1 1 0 0,0 1 0 0 0,0-1 0 0 0,1 0-1 0 0,-1 0 1 0 0,1 0 0 0 0,1 0-1 0 0,-1 0 1 0 0,0-1 0 0 0,1 0 0 0 0,0 0-1 0 0,0 0 1 0 0,1-1 0 0 0,-1 0-1 0 0,0 0 1 0 0,1 0 0 0 0,0-1 0 0 0,0 1-1 0 0,0-1 1 0 0,0-1 0 0 0,0 1-1 0 0,0-1 1 0 0,0 0 0 0 0,1 0-1 0 0,-1-1 1 0 0,9 0 0 0 0,0-1-90 0 0,0-1 0 0 0,0-1 0 0 0,-1 0 0 0 0,19-6-1 0 0,54-25-799 0 0,-62 22-2060 0 0,40-25-1 0 0,-39 20-3057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41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0 350 8842 0 0,'1'1'225'0'0,"-1"0"0"0"0,0 0-1 0 0,1 0 1 0 0,-1 0 0 0 0,1 0 0 0 0,-1 0 0 0 0,1-1 0 0 0,-1 1 0 0 0,1 0-1 0 0,0 0 1 0 0,-1 0 0 0 0,1-1 0 0 0,0 1 0 0 0,0 0 0 0 0,-1 0 0 0 0,1-1-1 0 0,0 1 1 0 0,0-1 0 0 0,0 1 0 0 0,0-1 0 0 0,1 1 0 0 0,1 0 162 0 0,-1 0 1 0 0,0 0-1 0 0,0 0 0 0 0,0-1 1 0 0,1 1-1 0 0,-1-1 1 0 0,0 1-1 0 0,5-1 1 0 0,-4 0-181 0 0,0-1 1 0 0,0 0-1 0 0,0 0 0 0 0,0 0 1 0 0,0 0-1 0 0,-1 0 1 0 0,1-1-1 0 0,0 0 1 0 0,-1 1-1 0 0,1-1 0 0 0,3-3 1 0 0,25-28 580 0 0,-22 23-621 0 0,17-19-86 0 0,-1-1-1 0 0,26-43 0 0 0,-41 57-59 0 0,-1 0-1 0 0,-1 0 1 0 0,-1-1-1 0 0,0 0 0 0 0,-1-1 1 0 0,0 1-1 0 0,2-21 1 0 0,-8 37-21 0 0,1 0 0 0 0,-1 0 0 0 0,0-1 0 0 0,0 1 0 0 0,0 0 0 0 0,0 0 0 0 0,0 0 0 0 0,0-1 0 0 0,0 1 0 0 0,0 0 0 0 0,-1 0 0 0 0,1 0 0 0 0,0 0 0 0 0,-1 0 0 0 0,1-1 0 0 0,-1 1 0 0 0,0-1 0 0 0,1 2 0 0 0,-1-1 0 0 0,1 1 0 0 0,0 0 0 0 0,0 0 0 0 0,-1 0 0 0 0,1 0 0 0 0,0 0 0 0 0,-1-1 0 0 0,1 1 0 0 0,0 0 0 0 0,0 0 0 0 0,-1 0 0 0 0,1 0 0 0 0,0 0 0 0 0,-1 0 0 0 0,1 0 0 0 0,0 0 0 0 0,-1 0 0 0 0,1 0 0 0 0,0 0 0 0 0,-1 0 0 0 0,1 0 0 0 0,0 0 0 0 0,-1 1 0 0 0,-10 7 0 0 0,6-3-1 0 0,1-1 1 0 0,1 2 0 0 0,-1-1-1 0 0,1 0 1 0 0,0 1 0 0 0,0-1-1 0 0,-2 7 1 0 0,-13 45 6 0 0,13-41 1 0 0,2-6 5 0 0,-5 16 48 0 0,1 1 1 0 0,1 0-1 0 0,-4 37 1 0 0,8-38-6 0 0,2 0-1 0 0,0 0 1 0 0,2 1 0 0 0,7 35 0 0 0,-6-48-43 0 0,0-1-1 0 0,1 1 0 0 0,0-1 0 0 0,1 0 0 0 0,12 23 1 0 0,-15-34-4 0 0,-1 1 1 0 0,1-1-1 0 0,0 1 0 0 0,0-1 1 0 0,-1 0-1 0 0,1 1 1 0 0,1-1-1 0 0,-1 0 1 0 0,0 0-1 0 0,0-1 0 0 0,1 1 1 0 0,-1 0-1 0 0,1-1 1 0 0,0 0-1 0 0,-1 1 1 0 0,1-1-1 0 0,0 0 1 0 0,0 0-1 0 0,-1-1 0 0 0,1 1 1 0 0,0-1-1 0 0,0 1 1 0 0,0-1-1 0 0,0 0 1 0 0,0 0-1 0 0,0 0 1 0 0,0 0-1 0 0,0-1 0 0 0,0 1 1 0 0,0-1-1 0 0,0 0 1 0 0,-1 0-1 0 0,1 0 1 0 0,4-2-1 0 0,5-3-156 0 0,-1-1-1 0 0,0-1 1 0 0,0 0-1 0 0,-1 0 1 0 0,1-1-1 0 0,-2 0 1 0 0,0-1 0 0 0,0 0-1 0 0,11-17 1 0 0,-18 24 3 0 0,0 0 0 0 0,0 0 0 0 0,0 0 1 0 0,0 0-1 0 0,-1 0 0 0 0,1-1 0 0 0,-1 1 0 0 0,0 0 1 0 0,0-1-1 0 0,-1 1 0 0 0,1-1 0 0 0,-1 1 0 0 0,1-1 1 0 0,-1 0-1 0 0,0 1 0 0 0,-1-5 0 0 0,0 4-655 0 0,0 0 1 0 0,0-1-1 0 0,0 1 0 0 0,-1 0 1 0 0,0 0-1 0 0,0 0 0 0 0,-4-7 0 0 0,-4-3-4249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41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28 6913 0 0,'-1'-1'173'0'0,"-4"-8"98"0"0,5 9-240 0 0,0 0 0 0 0,0 0 0 0 0,0 0-1 0 0,1 0 1 0 0,-1 0 0 0 0,0 0 0 0 0,0 0 0 0 0,0 0-1 0 0,0 0 1 0 0,0 0 0 0 0,0 0 0 0 0,0 0-1 0 0,0 0 1 0 0,0 0 0 0 0,1 0 0 0 0,-1-1-1 0 0,0 1 1 0 0,0 0 0 0 0,0 0 0 0 0,0 0-1 0 0,0 0 1 0 0,0 0 0 0 0,0 0 0 0 0,0 0 0 0 0,0 0-1 0 0,0 0 1 0 0,0 0 0 0 0,1 0 0 0 0,-1 0-1 0 0,0 0 1 0 0,0-1 0 0 0,0 1 0 0 0,0 0-1 0 0,0 0 1 0 0,0 0 0 0 0,0 0 0 0 0,0 0-1 0 0,0 0 1 0 0,0 0 0 0 0,0 0 0 0 0,0 0-1 0 0,0-1 1 0 0,0 1 0 0 0,0 0 0 0 0,0 0 0 0 0,0 0-1 0 0,0 0 1 0 0,0 0 0 0 0,0 0 0 0 0,0 0-1 0 0,0 0 1 0 0,0 0 0 0 0,0-1 0 0 0,0 1-1 0 0,0 0 1 0 0,-1 0 0 0 0,1 0 0 0 0,0 0-1 0 0,0 0 1 0 0,0 0 0 0 0,11-6 5422 0 0,-6 4-4906 0 0,1 1 1 0 0,-1-1-1 0 0,0 1 0 0 0,1 0 0 0 0,0 1 0 0 0,-1-1 1 0 0,8 2-1 0 0,42 4 1267 0 0,-20 0-934 0 0,-3-3-670 0 0,-20-2-406 0 0,0 0-1 0 0,1 2 1 0 0,-1-1 0 0 0,0 2 0 0 0,0-1-1 0 0,13 6 1 0 0,-4 1-7180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43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81 291 920 0 0,'-30'-24'6962'0'0,"25"20"-6524"0"0,0 1 0 0 0,0-1 1 0 0,0 0-1 0 0,0-1 0 0 0,1 1 1 0 0,-1-1-1 0 0,1 0 0 0 0,-6-8 1 0 0,10 12-402 0 0,0 1 0 0 0,0 0 0 0 0,0 0 0 0 0,-1-1 0 0 0,1 1 0 0 0,0 0 0 0 0,0 0 0 0 0,0-1 0 0 0,-1 1 0 0 0,1 0 0 0 0,0-1 0 0 0,0 1 1 0 0,0 0-1 0 0,0-1 0 0 0,0 1 0 0 0,0 0 0 0 0,0-1 0 0 0,0 1 0 0 0,0 0 0 0 0,0-1 0 0 0,0 1 0 0 0,0 0 0 0 0,0-1 0 0 0,0 1 1 0 0,0 0-1 0 0,0-1 0 0 0,0 1 0 0 0,0 0 0 0 0,0-1 0 0 0,1 1 0 0 0,-1 0 0 0 0,0 0 0 0 0,0-1 0 0 0,0 1 0 0 0,1 0 0 0 0,-1-1 1 0 0,0 1-1 0 0,0 0 0 0 0,1 0 0 0 0,-1 0 0 0 0,0-1 0 0 0,0 1 0 0 0,1 0 0 0 0,-1 0 0 0 0,0 0 0 0 0,1 0 0 0 0,-1-1 0 0 0,0 1 0 0 0,1 0 1 0 0,-1 0-1 0 0,0 0 0 0 0,1 0 0 0 0,-1 0 0 0 0,0 0 0 0 0,1 0 0 0 0,-1 0 0 0 0,0 0 0 0 0,1 0 0 0 0,-1 0 0 0 0,0 0 0 0 0,1 0 1 0 0,26 6 403 0 0,-21-4-401 0 0,24 4 55 0 0,0-1-1 0 0,53 1 1 0 0,226 2 169 0 0,-273-7-245 0 0,0-2-1 0 0,46-8 1 0 0,70-18 50 0 0,-123 21-66 0 0,201-41-3 0 0,-202 41 0 0 0,0 2 0 0 0,0 2 0 0 0,29 0 0 0 0,84 10 0 0 0,-116-7 10 0 0,-1-1-1 0 0,42-5 1 0 0,-45 2-3 0 0,0 1 0 0 0,0 1 0 0 0,-1 1 0 0 0,29 3 0 0 0,-33 0-7 0 0,-10-3 0 0 0,0 1 0 0 0,-1 0 0 0 0,1 0 0 0 0,0 1 0 0 0,9 4 0 0 0,-10-5 0 0 0,-1 1 0 0 0,1 0 0 0 0,0-1 0 0 0,0 0 0 0 0,0 0 0 0 0,-1-1 0 0 0,1 1 0 0 0,10-2 0 0 0,40-5 0 0 0,-54 6 0 0 0,49-10 0 0 0,24-2 0 0 0,39 6 0 0 0,-68 5 0 0 0,1-3 0 0 0,50-11 0 0 0,-46 7 0 0 0,57 0-4 0 0,-41 5 62 0 0,-50 1-41 0 0,0-2 0 0 0,0 0 1 0 0,25-9-1 0 0,-20 6-12 0 0,-9 3 10 0 0,0 0-1 0 0,1 1 0 0 0,-1 1 0 0 0,1 0 0 0 0,0 1 1 0 0,0 0-1 0 0,0 1 0 0 0,15 2 0 0 0,2-1 62 0 0,-1-1-1 0 0,40-6 0 0 0,22 0 79 0 0,-64 5-71 0 0,-21 0-78 0 0,0 1 0 0 0,-1-1 0 0 0,1 1 1 0 0,0 1-1 0 0,0-1 0 0 0,0 1 0 0 0,0 0 1 0 0,-1 0-1 0 0,10 3 0 0 0,-11-1 6 0 0,0-1 1 0 0,0-1-1 0 0,0 1 1 0 0,0 0-1 0 0,0-1 0 0 0,0 0 1 0 0,1 0-1 0 0,-1 0 0 0 0,0-1 1 0 0,1 1-1 0 0,-1-1 1 0 0,1 0-1 0 0,-1-1 0 0 0,1 1 1 0 0,-1-1-1 0 0,7-1 0 0 0,-7 1 12 0 0,12-5 63 0 0,-1 2-1 0 0,1 0 0 0 0,0 1 1 0 0,0 0-1 0 0,30 0 0 0 0,-38 4-33 0 0,1 1-1 0 0,-1 0 1 0 0,0 0-1 0 0,0 1 1 0 0,14 7-1 0 0,-14-6-11 0 0,0-1-1 0 0,0 0 1 0 0,0 0 0 0 0,0-1 0 0 0,0 0-1 0 0,12 1 1 0 0,-5-2 6 0 0,-1-2-1 0 0,1 0 0 0 0,-1 0 1 0 0,18-5-1 0 0,57-19 368 0 0,14-3-138 0 0,-101 28-273 0 0,0 0 1 0 0,0 0-1 0 0,0 0 1 0 0,0 0-1 0 0,0 0 1 0 0,0 0-1 0 0,-1 0 1 0 0,1 1-1 0 0,0-1 1 0 0,0 1-1 0 0,0-1 0 0 0,0 1 1 0 0,0 0-1 0 0,0 0 1 0 0,-1 0-1 0 0,1 0 1 0 0,0 0-1 0 0,-1 0 1 0 0,1 0-1 0 0,-1 0 1 0 0,1 1-1 0 0,-1-1 1 0 0,0 1-1 0 0,1-1 0 0 0,0 3 1 0 0,10 16-3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44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31 1840 0 0,'-7'0'1147'0'0,"1"-1"-1"0"0,-1-1 0 0 0,1 1 0 0 0,0-1 0 0 0,-9-3 0 0 0,-10-4 67 0 0,15 7-635 0 0,2 0 194 0 0,0 0 0 0 0,-1 0-1 0 0,-8 0 1 0 0,37 8 971 0 0,31 0-1160 0 0,-26-2-451 0 0,31 0 0 0 0,129-12-7 0 0,-2 1-15 0 0,-175 7-228 0 0,0 0 1 0 0,0 1-1 0 0,1 0 1 0 0,-1 1-1 0 0,0 0 1 0 0,0 0-1 0 0,-1 0 1 0 0,1 1-1 0 0,0 1 1 0 0,-1-1-1 0 0,1 1 1 0 0,12 9 0 0 0,-11-4-765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44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89 6449 0 0,'-4'-3'384'0'0,"4"3"-287"0"0,-1 0 0 0 0,0-1-1 0 0,0 1 1 0 0,1-1-1 0 0,-1 1 1 0 0,0-1-1 0 0,1 1 1 0 0,-1-1-1 0 0,1 1 1 0 0,-1-1-1 0 0,0 0 1 0 0,1 1 0 0 0,-1-1-1 0 0,1 0 1 0 0,0 0-1 0 0,-1 1 1 0 0,1-1-1 0 0,0 0 1 0 0,-1 0-1 0 0,1 0 1 0 0,0 1-1 0 0,0-1 1 0 0,0 0 0 0 0,0 0-1 0 0,-1 0 1 0 0,1 0-1 0 0,1-1 1 0 0,2-4 1190 0 0,-3 4-1149 0 0,1 0-1 0 0,0 0 0 0 0,0 0 0 0 0,0 0 0 0 0,0 0 0 0 0,1 0 0 0 0,-1 0 1 0 0,1 0-1 0 0,-1 0 0 0 0,1 0 0 0 0,-1 1 0 0 0,1-1 0 0 0,0 1 0 0 0,0-1 1 0 0,0 1-1 0 0,0 0 0 0 0,0 0 0 0 0,0 0 0 0 0,0 0 0 0 0,0 0 0 0 0,4-1 1 0 0,10-2 82 0 0,0 0 1 0 0,0 1 0 0 0,24-2 0 0 0,53 2 230 0 0,-53 2-308 0 0,36 1 82 0 0,56-3 32 0 0,-119 3-239 0 0,0 0 0 0 0,0 1 0 0 0,0 1 0 0 0,-1 0 0 0 0,22 7 0 0 0,-15-4-596 0 0,26 4-1 0 0,-16-7-4715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45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149 154 2761 0 0,'-21'-8'1867'0'0,"0"-2"0"0"0,0-1 1 0 0,2 0-1 0 0,-31-23 0 0 0,49 33-1779 0 0,0 0 0 0 0,0 1 0 0 0,0-1 0 0 0,0 0 0 0 0,0 0 0 0 0,0 1 0 0 0,0-1 0 0 0,0 0 0 0 0,0 0 0 0 0,0 0 0 0 0,0-1 0 0 0,1 1 0 0 0,-1 0 0 0 0,0 0 0 0 0,1 0 0 0 0,-1 0 0 0 0,1-1 0 0 0,-1 1 0 0 0,1 0 0 0 0,0 0 0 0 0,-1-1 0 0 0,1 1 0 0 0,0 0 0 0 0,0-1 0 0 0,0-1 0 0 0,1 1-15 0 0,0 1 0 0 0,0-1-1 0 0,-1 1 1 0 0,1-1 0 0 0,0 1 0 0 0,1 0 0 0 0,-1-1 0 0 0,0 1 0 0 0,0 0 0 0 0,0 0 0 0 0,1 0 0 0 0,-1 0 0 0 0,1 0 0 0 0,-1 0 0 0 0,1 0 0 0 0,-1 0 0 0 0,1 1 0 0 0,-1-1-1 0 0,3 0 1 0 0,16-5 62 0 0,0 0-1 0 0,0 1 1 0 0,0 2-1 0 0,1 0 0 0 0,22-1 1 0 0,-11 4-140 0 0,-1 1 0 0 0,53 8 1 0 0,-45-1 4 0 0,0 2 0 0 0,-1 1 0 0 0,0 2 0 0 0,-1 2 0 0 0,-1 1 0 0 0,45 28 0 0 0,-60-32 0 0 0,-1 1 0 0 0,0 1 0 0 0,-1 1 0 0 0,-1 1 0 0 0,0 0 0 0 0,16 20 0 0 0,-32-34 2 0 0,-1 0 0 0 0,1 1 1 0 0,-1-1-1 0 0,1 0 1 0 0,-1 0-1 0 0,0 1 1 0 0,0-1-1 0 0,0 1 1 0 0,0-1-1 0 0,0 1 1 0 0,-1-1-1 0 0,1 1 1 0 0,-1 0-1 0 0,1-1 0 0 0,-1 1 1 0 0,0-1-1 0 0,0 1 1 0 0,0 0-1 0 0,-1 3 1 0 0,0-3 3 0 0,-1 0 1 0 0,1 1-1 0 0,-1-1 1 0 0,0 0-1 0 0,1 0 1 0 0,-1 0-1 0 0,-1 0 1 0 0,1 0-1 0 0,0-1 1 0 0,-1 1-1 0 0,1 0 1 0 0,-1-1-1 0 0,-4 3 1 0 0,-8 6 11 0 0,0-2 0 0 0,-1 0 1 0 0,0 0-1 0 0,-18 6 0 0 0,-71 21 81 0 0,80-28-93 0 0,-202 77-94 0 0,224-84 58 0 0,0 0 1 0 0,0 0-1 0 0,0 1 1 0 0,0-1-1 0 0,0 1 1 0 0,1 0 0 0 0,-1 0-1 0 0,1 0 1 0 0,-1 0-1 0 0,1 0 1 0 0,0 1-1 0 0,-3 3 1 0 0,5-6-2 0 0,0 0 0 0 0,1 0 0 0 0,-1 0-1 0 0,0 0 1 0 0,0 0 0 0 0,0 0 0 0 0,0 0 0 0 0,0 0 0 0 0,0 0 0 0 0,0 0 0 0 0,0 0 0 0 0,0 0-1 0 0,0 0 1 0 0,1 0 0 0 0,-1 0 0 0 0,0 0 0 0 0,0 0 0 0 0,0 0 0 0 0,0 0 0 0 0,0 0 0 0 0,0 0-1 0 0,0 0 1 0 0,0 0 0 0 0,0 0 0 0 0,0 0 0 0 0,0 1 0 0 0,0-1 0 0 0,0 0 0 0 0,0 0 0 0 0,1 0-1 0 0,-1 0 1 0 0,0 0 0 0 0,0 0 0 0 0,0 0 0 0 0,0 0 0 0 0,0 0 0 0 0,0 0 0 0 0,0 0 0 0 0,0 1-1 0 0,0-1 1 0 0,0 0 0 0 0,0 0 0 0 0,0 0 0 0 0,0 0 0 0 0,0 0 0 0 0,0 0 0 0 0,0 0 0 0 0,0 0-1 0 0,0 0 1 0 0,0 0 0 0 0,0 1 0 0 0,-1-1 0 0 0,1 0 0 0 0,0 0 0 0 0,7-3-5325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45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447 49 8666 0 0,'4'-22'745'0'0,"-4"22"-719"0"0,0-1 1 0 0,0 0-1 0 0,0 0 1 0 0,0 0-1 0 0,0 0 1 0 0,0 1-1 0 0,0-1 1 0 0,-1 0-1 0 0,1 0 1 0 0,0 0-1 0 0,0 1 0 0 0,-1-1 1 0 0,1 0-1 0 0,0 0 1 0 0,-1 1-1 0 0,1-1 1 0 0,-1 0-1 0 0,1 1 1 0 0,-1-1-1 0 0,1 0 1 0 0,-1 1-1 0 0,0-1 1 0 0,0 0-1 0 0,-3 0 118 0 0,1-1-1 0 0,-1 1 1 0 0,1 0-1 0 0,-1 0 0 0 0,0 0 1 0 0,0 0-1 0 0,0 1 1 0 0,1-1-1 0 0,-1 1 1 0 0,0 0-1 0 0,0 0 1 0 0,0 1-1 0 0,-7 1 1 0 0,-3 1-24 0 0,0 0 0 0 0,-19 9 1 0 0,13-4-16 0 0,0 2 0 0 0,0 0 0 0 0,1 1 0 0 0,-18 14 0 0 0,-66 60 1101 0 0,92-75-971 0 0,0 0 0 0 0,1 1 0 0 0,0 0 0 0 0,1 1 1 0 0,0 0-1 0 0,0 1 0 0 0,2 0 0 0 0,-8 16 0 0 0,13-23-143 0 0,0-1 0 0 0,0 1 0 0 0,0 0 0 0 0,1-1 0 0 0,0 1 0 0 0,0 0 0 0 0,1 0 0 0 0,0 0 0 0 0,0 0 0 0 0,1 7 0 0 0,0-8-46 0 0,0 0-1 0 0,0-1 0 0 0,1 1 0 0 0,0-1 1 0 0,-1 0-1 0 0,2 1 0 0 0,-1-1 1 0 0,0 0-1 0 0,1 0 0 0 0,0-1 0 0 0,0 1 1 0 0,0 0-1 0 0,0-1 0 0 0,6 5 1 0 0,-3-3 3 0 0,0-1 0 0 0,1 1 1 0 0,0-1-1 0 0,0 0 0 0 0,1-1 1 0 0,-1 0-1 0 0,1 0 0 0 0,-1 0 1 0 0,1-1-1 0 0,0 0 0 0 0,0-1 1 0 0,0 0-1 0 0,0 0 0 0 0,10 0 1 0 0,11-2 44 0 0,1-2 1 0 0,46-9-1 0 0,2 0-68 0 0,-29 7-813 0 0,53 2-1 0 0,-76 2-125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45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104 122 1376 0 0,'-13'-5'377'0'0,"-21"-9"-785"0"0,12 2 4395 0 0,12 7-1672 0 0,7 4-1835 0 0,0-1-1 0 0,0 1 1 0 0,1-1-1 0 0,-1 0 0 0 0,0 1 1 0 0,1-1-1 0 0,-3-3 0 0 0,5 5-449 0 0,0 0-1 0 0,0 0 0 0 0,0-1 0 0 0,0 1 0 0 0,0 0 0 0 0,0 0 0 0 0,0 0 1 0 0,0 0-1 0 0,0 0 0 0 0,0 0 0 0 0,0-1 0 0 0,0 1 0 0 0,0 0 0 0 0,0 0 0 0 0,0 0 1 0 0,0 0-1 0 0,0 0 0 0 0,0 0 0 0 0,0-1 0 0 0,0 1 0 0 0,0 0 0 0 0,0 0 0 0 0,1 0 1 0 0,-1 0-1 0 0,0 0 0 0 0,0 0 0 0 0,0 0 0 0 0,0 0 0 0 0,0 0 0 0 0,0 0 1 0 0,0 0-1 0 0,1-1 0 0 0,-1 1 0 0 0,0 0 0 0 0,0 0 0 0 0,0 0 0 0 0,0 0 0 0 0,0 0 1 0 0,0 0-1 0 0,0 0 0 0 0,1 0 0 0 0,-1 0 0 0 0,0 0 0 0 0,0 0 0 0 0,0 0 1 0 0,0 0-1 0 0,0 0 0 0 0,0 0 0 0 0,1 0 0 0 0,-1 0 0 0 0,0 1 0 0 0,0-1 0 0 0,0 0 1 0 0,0 0-1 0 0,0 0 0 0 0,9 1 543 0 0,12 1-343 0 0,0 0 1 0 0,1-1-1 0 0,-1-1 1 0 0,41-6-1 0 0,85-24 1655 0 0,-101 19-1373 0 0,1 2 1 0 0,61-5 0 0 0,-97 13-561 0 0,-5 0-71 0 0,-1 1 0 0 0,0 0-1 0 0,1 0 1 0 0,10 2-1 0 0,-15-2 98 0 0,0 0-1 0 0,0 0 0 0 0,-1 0 0 0 0,1 1 0 0 0,0-1 0 0 0,0 0 0 0 0,0 1 1 0 0,0-1-1 0 0,-1 1 0 0 0,1-1 0 0 0,0 1 0 0 0,0-1 0 0 0,-1 1 0 0 0,1 0 0 0 0,0-1 1 0 0,-1 1-1 0 0,1 0 0 0 0,-1-1 0 0 0,1 1 0 0 0,-1 0 0 0 0,1 0 0 0 0,-1 0 1 0 0,1-1-1 0 0,-1 1 0 0 0,0 0 0 0 0,0 0 0 0 0,1 0 0 0 0,-1 0 0 0 0,0 0 1 0 0,0 0-1 0 0,0 0 0 0 0,0 0 0 0 0,0-1 0 0 0,0 3 0 0 0,-3 8-1791 0 0,-4-2-3702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46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21 10626 0 0,'-17'-14'472'0'0,"11"9"96"0"0,-1 3-455 0 0,2 2-113 0 0,3 2 0 0 0,0 0 0 0 0,1 5 776 0 0,-1 3 136 0 0,-2 10 24 0 0,3 11 8 0 0,1 5-312 0 0,-2 8-63 0 0,5 0-17 0 0,6 2 0 0 0,3-2-440 0 0,3-1-112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47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84 125 3681 0 0,'-7'-9'1173'0'0,"0"1"0"0"0,1-2 0 0 0,0 1 1 0 0,0-1-1 0 0,1 0 0 0 0,-7-19 0 0 0,12 28-1043 0 0,-1 0-1 0 0,1 0 0 0 0,0-1 1 0 0,-1 1-1 0 0,1 0 1 0 0,0 0-1 0 0,0-1 0 0 0,0 1 1 0 0,0 0-1 0 0,0 0 1 0 0,0-1-1 0 0,0 1 0 0 0,0 0 1 0 0,0 0-1 0 0,1-1 0 0 0,-1 0 1 0 0,1 2-91 0 0,-1-1 1 0 0,0 1 0 0 0,0 0-1 0 0,0 0 1 0 0,0 0-1 0 0,0 0 1 0 0,0 0-1 0 0,0 0 1 0 0,1-1-1 0 0,-1 1 1 0 0,0 0 0 0 0,0 0-1 0 0,0 0 1 0 0,0 0-1 0 0,0 0 1 0 0,1 0-1 0 0,-1 0 1 0 0,0 0-1 0 0,0 0 1 0 0,0 0 0 0 0,0 0-1 0 0,1 0 1 0 0,-1 0-1 0 0,0 0 1 0 0,0 0-1 0 0,0 0 1 0 0,0 0 0 0 0,1 0-1 0 0,-1 0 1 0 0,0 0-1 0 0,0 0 1 0 0,0 0-1 0 0,0 0 1 0 0,1 0-1 0 0,-1 0 1 0 0,0 0 0 0 0,9 11 734 0 0,10 33-240 0 0,-13-31-324 0 0,11 23-1 0 0,-17-36-209 0 0,0 0 1 0 0,0 0-1 0 0,0 0 0 0 0,0 0 1 0 0,0 0-1 0 0,0 0 1 0 0,0 0-1 0 0,0 0 1 0 0,0 0-1 0 0,0 1 1 0 0,0-1-1 0 0,0 0 0 0 0,0 0 1 0 0,0 0-1 0 0,0 0 1 0 0,0 0-1 0 0,0 0 1 0 0,0 0-1 0 0,0 0 1 0 0,0 0-1 0 0,0 0 0 0 0,0 0 1 0 0,0 0-1 0 0,0 0 1 0 0,1 1-1 0 0,-1-1 1 0 0,0 0-1 0 0,0 0 0 0 0,0 0 1 0 0,0 0-1 0 0,0 0 1 0 0,0 0-1 0 0,0 0 1 0 0,0 0-1 0 0,0 0 1 0 0,0 0-1 0 0,0 0 0 0 0,0 0 1 0 0,1 0-1 0 0,-1 0 1 0 0,0 0-1 0 0,0 0 1 0 0,0 0-1 0 0,0 0 1 0 0,0 0-1 0 0,0 0 0 0 0,0 0 1 0 0,0 0-1 0 0,0 0 1 0 0,0 0-1 0 0,1 0 1 0 0,-1 0-1 0 0,0 0 1 0 0,0 0-1 0 0,0-1 0 0 0,1-5 59 0 0,-3-14 64 0 0,2 18-108 0 0,-2-5 9 0 0,1 1 0 0 0,-1 0 0 0 0,0-1 0 0 0,0 1 0 0 0,0 0 0 0 0,-1 0 0 0 0,0 0-1 0 0,-5-7 1 0 0,6 10-18 0 0,0 0-1 0 0,-1 1 0 0 0,1-1 1 0 0,0 1-1 0 0,-1-1 1 0 0,0 1-1 0 0,-5-4 0 0 0,7 5-4 0 0,0 1-1 0 0,-1-1 1 0 0,1 0-1 0 0,-1 1 1 0 0,1-1-1 0 0,-1 1 0 0 0,1-1 1 0 0,-1 1-1 0 0,1 0 1 0 0,-1 0-1 0 0,1 0 1 0 0,-1 0-1 0 0,1 0 1 0 0,-1 0-1 0 0,0 0 0 0 0,1 0 1 0 0,-1 1-1 0 0,-1 0 1 0 0,3-1-4 0 0,-1 0 1 0 0,0 0 0 0 0,1 0-1 0 0,-1 0 1 0 0,1 1 0 0 0,-1-1-1 0 0,0 0 1 0 0,1 0 0 0 0,-1 1-1 0 0,1-1 1 0 0,-1 1 0 0 0,1-1-1 0 0,-1 0 1 0 0,1 1 0 0 0,-1-1-1 0 0,1 1 1 0 0,-1-1 0 0 0,1 1-1 0 0,0-1 1 0 0,-1 1-1 0 0,1 0 1 0 0,0-1 0 0 0,-1 1-1 0 0,1-1 1 0 0,0 1 0 0 0,0 0-1 0 0,0-1 1 0 0,0 1 0 0 0,-1 1-1 0 0,2-1 13 0 0,-1 1 0 0 0,0-1 0 0 0,1 1 0 0 0,-1-1 0 0 0,1 1 0 0 0,0-1 0 0 0,-1 1 0 0 0,1-1 0 0 0,0 0 0 0 0,0 1 0 0 0,0-1 0 0 0,1 1 0 0 0,4 5-341 0 0,0-1 0 0 0,0-1 0 0 0,10 8 1 0 0,9 2-5592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48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121 317 3625 0 0,'-7'-27'1280'0'0,"-1"1"0"0"0,-1 1 1 0 0,-1 0-1 0 0,-18-32 0 0 0,24 51-745 0 0,1-1 0 0 0,-1 1 0 0 0,0 0 0 0 0,-1 0 1 0 0,0 1-1 0 0,1-1 0 0 0,-2 1 0 0 0,-6-6 0 0 0,12 11-482 0 0,0 0 1 0 0,0-1-1 0 0,-1 1 0 0 0,1 0 1 0 0,0 0-1 0 0,0-1 0 0 0,-1 1 1 0 0,1 0-1 0 0,0 0 0 0 0,0 0 1 0 0,-1 0-1 0 0,1 0 0 0 0,0-1 1 0 0,-1 1-1 0 0,1 0 0 0 0,0 0 1 0 0,-1 0-1 0 0,1 0 1 0 0,0 0-1 0 0,-1 0 0 0 0,1 0 1 0 0,0 0-1 0 0,-1 0 0 0 0,1 0 1 0 0,0 0-1 0 0,-1 0 0 0 0,1 0 1 0 0,0 1-1 0 0,-1-1 0 0 0,-1 9 816 0 0,5 14-370 0 0,16 43-84 0 0,17 63-105 0 0,-14-28-116 0 0,69 261 617 0 0,-85-345-732 0 0,1-1 0 0 0,0 1 0 0 0,1-1 0 0 0,0-1 0 0 0,17 23 0 0 0,-24-36-71 0 0,0-1 0 0 0,0 0 0 0 0,0 1 0 0 0,0-1 0 0 0,0 0 1 0 0,1 0-1 0 0,-1 1 0 0 0,0-1 0 0 0,1 0 0 0 0,-1-1 0 0 0,1 1 0 0 0,-1 0 1 0 0,1 0-1 0 0,-1-1 0 0 0,1 1 0 0 0,-1 0 0 0 0,1-1 0 0 0,0 0 1 0 0,-1 1-1 0 0,3-1 0 0 0,-2 0 0 0 0,0 0 1 0 0,0-1-1 0 0,0 1 1 0 0,1-1 0 0 0,-2 0-1 0 0,1 1 1 0 0,0-1-1 0 0,0 0 1 0 0,0 0-1 0 0,0 0 1 0 0,0 0-1 0 0,-1-1 1 0 0,1 1-1 0 0,1-2 1 0 0,5-5 30 0 0,-1-1 0 0 0,0 0 0 0 0,0 0 0 0 0,9-17 0 0 0,-5 7-23 0 0,-6 9-16 0 0,1-1 0 0 0,13-15 0 0 0,-10 14 0 0 0,-1-1 0 0 0,0 1 0 0 0,0-2 0 0 0,-2 1 0 0 0,0-1 0 0 0,0 0 0 0 0,-1 0 0 0 0,-1 0 0 0 0,5-28 0 0 0,-2-10 0 0 0,1-78 0 0 0,-7 88 0 0 0,-1 40 0 0 0,1-45-4 0 0,3-1 0 0 0,10-50 0 0 0,-14 96-4 0 0,1-1 0 0 0,0 1 0 0 0,0-1 0 0 0,0 1 0 0 0,0 0 0 0 0,2-4 0 0 0,-2 5 6 0 0,-1 1 1 0 0,0-1-1 0 0,0 1 0 0 0,1 0 1 0 0,-1-1-1 0 0,0 1 1 0 0,1 0-1 0 0,-1-1 0 0 0,0 1 1 0 0,1 0-1 0 0,-1-1 0 0 0,1 1 1 0 0,-1 0-1 0 0,0 0 0 0 0,1 0 1 0 0,-1-1-1 0 0,1 1 0 0 0,-1 0 1 0 0,1 0-1 0 0,-1 0 1 0 0,1 0-1 0 0,-1 0 0 0 0,1 0 1 0 0,-1 0-1 0 0,1 0 0 0 0,-1 0 1 0 0,0 0-1 0 0,1 0 0 0 0,-1 0 1 0 0,1 0-1 0 0,-1 0 0 0 0,1 0 1 0 0,-1 0-1 0 0,1 1 0 0 0,-1-1 1 0 0,1 0-1 0 0,-1 0 1 0 0,0 1-1 0 0,1-1 0 0 0,-1 0 1 0 0,0 0-1 0 0,1 1 0 0 0,-1-1 1 0 0,0 1-1 0 0,1-1 0 0 0,4 6-4 0 0,-1-1-1 0 0,1 1 0 0 0,-1 0 1 0 0,-1 0-1 0 0,1 1 1 0 0,-1-1-1 0 0,0 1 0 0 0,4 12 1 0 0,0 8-34 0 0,4 27 1 0 0,-8-34 33 0 0,13 74 6 0 0,-7-36 0 0 0,2-1 0 0 0,28 88 0 0 0,-36-137 12 0 0,0-1 0 0 0,1 1-1 0 0,0-1 1 0 0,0 0-1 0 0,1 0 1 0 0,-1 0 0 0 0,2 0-1 0 0,-1-1 1 0 0,7 7-1 0 0,-9-11-5 0 0,-1 0-1 0 0,1 0 1 0 0,0 0-1 0 0,0 0 0 0 0,0-1 1 0 0,0 1-1 0 0,0-1 0 0 0,0 0 1 0 0,0 1-1 0 0,0-1 1 0 0,0-1-1 0 0,0 1 0 0 0,1 0 1 0 0,-1-1-1 0 0,0 0 1 0 0,1 0-1 0 0,-1 0 0 0 0,0 0 1 0 0,1 0-1 0 0,-1 0 0 0 0,0-1 1 0 0,0 0-1 0 0,1 0 1 0 0,-1 0-1 0 0,4-2 0 0 0,1-1 51 0 0,-1 0-1 0 0,0-1 0 0 0,0 0 0 0 0,0 0 0 0 0,-1 0 0 0 0,0-1 1 0 0,0 0-1 0 0,0-1 0 0 0,-1 1 0 0 0,0-1 0 0 0,0 0 0 0 0,6-11 1 0 0,-1-2 100 0 0,0 0 1 0 0,-2-1 0 0 0,10-33 0 0 0,-12 28-93 0 0,-1 0 0 0 0,0-1 0 0 0,0-48 1 0 0,-11-82-7 0 0,1 51-9 0 0,9-56-27 0 0,-2 151-132 0 0,-2 11 71 0 0,0 0 0 0 0,0 0 0 0 0,0 0 0 0 0,0-1 0 0 0,0 1 0 0 0,0 0 0 0 0,0 0 1 0 0,0 0-1 0 0,0 0 0 0 0,0 0 0 0 0,0-1 0 0 0,0 1 0 0 0,1 0 0 0 0,-1 0 0 0 0,0 0 0 0 0,0 0 1 0 0,0 0-1 0 0,0-1 0 0 0,0 1 0 0 0,0 0 0 0 0,0 0 0 0 0,1 0 0 0 0,-1 0 0 0 0,0 0 0 0 0,0 0 1 0 0,0 0-1 0 0,0 0 0 0 0,0 0 0 0 0,0 0 0 0 0,1-1 0 0 0,-1 1 0 0 0,0 0 0 0 0,0 0 0 0 0,0 0 1 0 0,0 0-1 0 0,1 0 0 0 0,-1 0 0 0 0,0 0 0 0 0,0 0 0 0 0,0 0 0 0 0,0 0 0 0 0,1 0 1 0 0,-1 0-1 0 0,0 0 0 0 0,0 1 0 0 0,0-1 0 0 0,0 0 0 0 0,0 0 0 0 0,1 0 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49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327 133 2761 0 0,'-4'-17'205'0'0,"-13"-8"4596"0"0,6 9-1904 0 0,9 12-2672 0 0,-3-4 636 0 0,1 0 1 0 0,-1 0-1 0 0,-1 1 1 0 0,-9-11 0 0 0,12 15-701 0 0,0 1 0 0 0,1 0 0 0 0,-1 0 1 0 0,0 0-1 0 0,0 1 0 0 0,0-1 1 0 0,0 1-1 0 0,0-1 0 0 0,-1 1 0 0 0,1 0 1 0 0,0 1-1 0 0,-1-1 0 0 0,1 0 1 0 0,0 1-1 0 0,-1 0 0 0 0,-3 0 1 0 0,1 0-141 0 0,0 1 1 0 0,0 0 0 0 0,0 0 0 0 0,0 1 0 0 0,1 0 0 0 0,-1 0 0 0 0,0 0-1 0 0,1 1 1 0 0,0 0 0 0 0,-1 0 0 0 0,1 0 0 0 0,1 0 0 0 0,-1 1 0 0 0,0 0 0 0 0,1 0-1 0 0,-7 8 1 0 0,-2 3 44 0 0,1 0-1 0 0,0 1 1 0 0,-16 30-1 0 0,22-34-30 0 0,0 0 0 0 0,0 0 0 0 0,1 0 0 0 0,0 1-1 0 0,-3 16 1 0 0,7-27-27 0 0,1 1 0 0 0,-1 0 0 0 0,1 0 0 0 0,-1 0-1 0 0,1 0 1 0 0,0 0 0 0 0,0-1 0 0 0,1 1-1 0 0,-1 0 1 0 0,1 0 0 0 0,-1 0 0 0 0,1 0 0 0 0,0-1-1 0 0,0 1 1 0 0,0 0 0 0 0,0-1 0 0 0,1 1 0 0 0,-1-1-1 0 0,1 1 1 0 0,-1-1 0 0 0,1 0 0 0 0,0 1 0 0 0,0-1-1 0 0,0 0 1 0 0,0 0 0 0 0,0 0 0 0 0,1-1 0 0 0,-1 1-1 0 0,0 0 1 0 0,1-1 0 0 0,2 2 0 0 0,12 3 28 0 0,1-1-1 0 0,-1 0 1 0 0,1-2 0 0 0,-1 0 0 0 0,27 1 0 0 0,-40-3-34 0 0,6-1 6 0 0,1 1-1 0 0,-1-2 1 0 0,0 0-1 0 0,0 0 0 0 0,0 0 1 0 0,0-2-1 0 0,0 1 1 0 0,0-1-1 0 0,-1 0 1 0 0,14-7-1 0 0,-11 4-1 0 0,0-1-1 0 0,0 0 0 0 0,-1-1 0 0 0,0-1 0 0 0,0 1 1 0 0,-1-2-1 0 0,11-11 0 0 0,-16 15-11 0 0,-1 0 0 0 0,1 0-1 0 0,-1-1 1 0 0,0 1 0 0 0,4-10 0 0 0,-7 13-27 0 0,0 1 1 0 0,0-1 0 0 0,0 1 0 0 0,-1-1 0 0 0,1 0-1 0 0,-1 1 1 0 0,1-1 0 0 0,-1 1 0 0 0,0-1 0 0 0,0 0-1 0 0,0 1 1 0 0,0-1 0 0 0,0 0 0 0 0,-1 1-1 0 0,1-1 1 0 0,-1 0 0 0 0,0 1 0 0 0,-1-4 0 0 0,1 4-10 0 0,-1 0 0 0 0,1 1 1 0 0,0-1-1 0 0,-1 1 1 0 0,1-1-1 0 0,-1 1 1 0 0,0-1-1 0 0,1 1 0 0 0,-1 0 1 0 0,0 0-1 0 0,0 0 1 0 0,0 0-1 0 0,0 0 0 0 0,1 1 1 0 0,-5-2-1 0 0,-34-5-276 0 0,26 6 217 0 0,2 0 53 0 0,-1 0-1 0 0,1 1 0 0 0,-1 1 1 0 0,1 0-1 0 0,-1 1 0 0 0,1 0 1 0 0,-16 5-1 0 0,27-6 48 0 0,0-1 0 0 0,0 0 0 0 0,0 0 0 0 0,0 1 0 0 0,0-1 0 0 0,0 1 0 0 0,0-1 0 0 0,0 1 0 0 0,0-1 0 0 0,0 1 0 0 0,1-1 0 0 0,-1 1 0 0 0,0 0 0 0 0,0-1 0 0 0,0 1 0 0 0,1 0 0 0 0,-1 0 0 0 0,0 0 0 0 0,1 0 0 0 0,-1 0-1 0 0,1 0 1 0 0,-1 0 0 0 0,0 1 0 0 0,1 0 0 0 0,0-1-1 0 0,0 1 0 0 0,0-1 0 0 0,0 0 1 0 0,1 1-1 0 0,-1-1 0 0 0,0 0 0 0 0,1 1 1 0 0,-1-1-1 0 0,1 0 0 0 0,-1 1 0 0 0,1-1 1 0 0,0 0-1 0 0,-1 0 0 0 0,3 2 0 0 0,1 3-2 0 0,1-1-1 0 0,0 0 0 0 0,0-1 1 0 0,0 1-1 0 0,0-1 0 0 0,9 5 1 0 0,7 2 107 0 0,1-1 0 0 0,40 12 0 0 0,-37-14 30 0 0,45 22 1 0 0,-64-27-274 0 0,0 1 0 0 0,0 0 0 0 0,-1 0 0 0 0,0 0 0 0 0,0 1 0 0 0,0 0 0 0 0,8 10 0 0 0,-4-3-5782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50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1872 0 0,'0'-1'11'0'0,"0"1"24"0"0,4-1 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52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96 133 456 0 0,'0'-1'241'0'0,"0"-1"-1"0"0,0 1 1 0 0,0 0 0 0 0,0 0-1 0 0,0 0 1 0 0,0 0 0 0 0,-1 0-1 0 0,1 0 1 0 0,0-1-1 0 0,-1 1 1 0 0,1 0 0 0 0,-1 0-1 0 0,0 0 1 0 0,1 0 0 0 0,-1 0-1 0 0,0 0 1 0 0,1 1-1 0 0,-1-1 1 0 0,0 0 0 0 0,0 0-1 0 0,0 0 1 0 0,-1 0 0 0 0,1 0-36 0 0,1 0 0 0 0,-1 1 1 0 0,1-1-1 0 0,-1 0 0 0 0,0 1 1 0 0,0-1-1 0 0,1 1 1 0 0,-1-1-1 0 0,0 1 0 0 0,0-1 1 0 0,0 1-1 0 0,1-1 1 0 0,-1 1-1 0 0,0 0 0 0 0,0-1 1 0 0,0 1-1 0 0,0 0 0 0 0,0 0 1 0 0,0 0-1 0 0,0 0 1 0 0,0 0-1 0 0,0 0 0 0 0,1 0 1 0 0,-1 0-1 0 0,0 0 0 0 0,0 0 1 0 0,-1 1-1 0 0,0 2-31 0 0,0 1 0 0 0,1-1 0 0 0,-1 1 1 0 0,1-1-1 0 0,0 1 0 0 0,0-1 0 0 0,1 1 0 0 0,-1 6 0 0 0,-1-1-16 0 0,-3 21 511 0 0,2 0 0 0 0,-1 34 0 0 0,5-60-568 0 0,0-6 19 0 0,2-5 79 0 0,-3 6-169 0 0,0 0 114 0 0,1-3-84 0 0,0-24-25 0 0,-1 0 0 0 0,-1 0 0 0 0,-7-39 0 0 0,7 63-44 0 0,0 4-15 0 0,-1 11-51 0 0,0 15-33 0 0,2-21 108 0 0,3 78-64 0 0,0-65 67 0 0,-1-27 127 0 0,-2-25 13 0 0,0 34-144 0 0,1-19 19 0 0,0 0 0 0 0,5-19 0 0 0,0 0-19 0 0,-8 23-35 0 0,0 14 12 0 0,0 9 12 0 0,-8 149-56 0 0,11-155 94 0 0,-1-3 27 0 0,1-8 96 0 0,1-13 60 0 0,8-146-81 0 0,-10 158-128 0 0,1 8 0 0 0,-1-1 0 0 0,0 1 0 0 0,0-1 0 0 0,0 1 0 0 0,0-1 0 0 0,0 1 0 0 0,-1-1 0 0 0,1 1 0 0 0,-1-1 0 0 0,1 1 0 0 0,-2-3 0 0 0,2 5 0 0 0,-1 0 0 0 0,1 0 0 0 0,0 0 0 0 0,0 0 0 0 0,0-1 0 0 0,0 1 0 0 0,0 0 0 0 0,0 0 0 0 0,0 0 0 0 0,-1 0 0 0 0,1 0 0 0 0,0 0 0 0 0,0 0 0 0 0,0 0 0 0 0,0 0 0 0 0,0 0 0 0 0,-1 0 0 0 0,1 0 0 0 0,0 0 0 0 0,0 0 0 0 0,0 0 0 0 0,0 0 0 0 0,0 0 0 0 0,0 0 0 0 0,-1 0 0 0 0,1 0 0 0 0,0 1 0 0 0,0-1 0 0 0,0 0 0 0 0,0 0 0 0 0,0 0 0 0 0,0 0 0 0 0,0 0 0 0 0,-1 0 0 0 0,1 0 0 0 0,0 0 0 0 0,0 0 0 0 0,0 1 0 0 0,0-1 0 0 0,0 0 0 0 0,0 0 0 0 0,0 0 0 0 0,0 0 0 0 0,0 0 0 0 0,0 0 0 0 0,0 1 0 0 0,0-1 0 0 0,-4 6 0 0 0,1 8-25 0 0,0 0 0 0 0,1 0 0 0 0,1 0 1 0 0,0 16-1 0 0,-1-4 17 0 0,0 8 88 0 0,-4 93 829 0 0,-1-262-291 0 0,3 82-485 0 0,0 7-133 0 0,5 52-15 0 0,0-1 1 0 0,0 1-1 0 0,1-1 1 0 0,-1 0-1 0 0,4 6 1 0 0,2 11-39 0 0,21 57-1251 0 0,-15-43-4758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53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81 2304 0 0,'-3'-14'782'0'0,"2"12"-97"0"0,0-1 0 0 0,-1 1 0 0 0,1 0 0 0 0,0 0 0 0 0,-1 0 0 0 0,0 0 0 0 0,1 0 0 0 0,-1 1-1 0 0,0-1 1 0 0,0 0 0 0 0,-2-1 0 0 0,4 3-629 0 0,0 0 0 0 0,-1 0 0 0 0,1 0 0 0 0,0 0 0 0 0,0 0 0 0 0,0 1 0 0 0,-1-1 0 0 0,1 0 1 0 0,0 0-1 0 0,0 0 0 0 0,0 0 0 0 0,0 0 0 0 0,-1 0 0 0 0,1 0 0 0 0,0 1 0 0 0,0-1 0 0 0,0 0 0 0 0,0 0 0 0 0,0 0 0 0 0,0 0 0 0 0,-1 1 0 0 0,1-1 0 0 0,0 0 0 0 0,0 0 0 0 0,0 0 0 0 0,0 1 0 0 0,0-1 0 0 0,0 0 0 0 0,0 0 0 0 0,0 0 1 0 0,0 1-1 0 0,0-1 0 0 0,0 0 0 0 0,0 0 0 0 0,0 0 0 0 0,0 1 0 0 0,0-1 0 0 0,0 0 0 0 0,0 0 0 0 0,0 0 0 0 0,0 1 0 0 0,0-1 0 0 0,1 12 836 0 0,0-8-642 0 0,0 1 1 0 0,0-1-1 0 0,1 1 0 0 0,0-1 0 0 0,-1 0 1 0 0,2 0-1 0 0,-1 0 0 0 0,0 0 1 0 0,5 5-1 0 0,-5-7-156 0 0,0 1-1 0 0,0-1 1 0 0,0 0-1 0 0,0 0 1 0 0,0 0 0 0 0,1 0-1 0 0,2 1 1 0 0,-4-2-77 0 0,1-1 0 0 0,-1 1-1 0 0,0-1 1 0 0,0 1 0 0 0,0-1 0 0 0,0 0-1 0 0,0 1 1 0 0,0-1 0 0 0,0 0 0 0 0,1 0-1 0 0,-1 0 1 0 0,0 0 0 0 0,0 0 0 0 0,0 0-1 0 0,0 0 1 0 0,1-1 0 0 0,-1 1-1 0 0,1-1 1 0 0,-1 1-10 0 0,0-1 0 0 0,0 1 1 0 0,0-1-1 0 0,0 0 0 0 0,0 1 0 0 0,0-1 0 0 0,0 0 0 0 0,0 0 0 0 0,-1 0 1 0 0,1 1-1 0 0,0-1 0 0 0,-1 0 0 0 0,1 0 0 0 0,-1 0 0 0 0,1 0 0 0 0,-1 0 1 0 0,1 0-1 0 0,-1 0 0 0 0,0 0 0 0 0,1-1 0 0 0,-1 1 0 0 0,0 0 0 0 0,0 0 0 0 0,0 0 1 0 0,0 0-1 0 0,0 0 0 0 0,0 0 0 0 0,0-1 0 0 0,0 1 0 0 0,0 0 0 0 0,-1 0 1 0 0,1 0-1 0 0,0 0 0 0 0,-1 0 0 0 0,0-2 0 0 0,-1-2 12 0 0,0 0 0 0 0,0 1 0 0 0,-1-1 1 0 0,1 1-1 0 0,-1 0 0 0 0,-5-6 0 0 0,4 4-13 0 0,0 1 1 0 0,-1 0-1 0 0,0 0 0 0 0,0 1 1 0 0,0-1-1 0 0,-1 1 0 0 0,1 0 1 0 0,-1 0-1 0 0,0 1 0 0 0,0 0 1 0 0,-7-3-1 0 0,12 6-6 0 0,1 0 0 0 0,0 0 0 0 0,0 0 0 0 0,-1 0 0 0 0,1-1 0 0 0,0 1 0 0 0,-1 0 0 0 0,1 0 0 0 0,0 0 0 0 0,0 0 0 0 0,-1 0 0 0 0,1 0 0 0 0,0 0 0 0 0,0 1 0 0 0,-1-1 0 0 0,1 0 0 0 0,0 0 0 0 0,-1 0 0 0 0,1 0 0 0 0,0 0 0 0 0,0 0 0 0 0,0 0 0 0 0,-1 1 0 0 0,1-1 0 0 0,0 0 0 0 0,0 0 0 0 0,-1 0 0 0 0,1 0 0 0 0,0 1 0 0 0,0-1 0 0 0,0 0 0 0 0,-1 1 0 0 0,1 9 0 0 0,7 11 0 0 0,-4-18-435 0 0,0 0 0 0 0,1 0-1 0 0,-1 0 1 0 0,1 0 0 0 0,0 0 0 0 0,0-1 0 0 0,0 0-1 0 0,0 0 1 0 0,0 0 0 0 0,1 0 0 0 0,6 2 0 0 0,7 1-5337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54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465 371 7202 0 0,'17'-41'1435'0'0,"13"-7"2156"0"0,-9 15-1547 0 0,28-59-1 0 0,-47 87-1905 0 0,0 1-1 0 0,-1 0 1 0 0,0 0-1 0 0,1-1 0 0 0,-2 1 1 0 0,1-1-1 0 0,0 1 1 0 0,-1-1-1 0 0,0 1 0 0 0,0-1 1 0 0,0 1-1 0 0,-1-1 1 0 0,1 1-1 0 0,-1-1 0 0 0,0 1 1 0 0,0-1-1 0 0,-1 1 1 0 0,-2-5-1 0 0,2 4-40 0 0,-1 0 1 0 0,0 1-1 0 0,-1-1 1 0 0,1 1-1 0 0,-1 0 1 0 0,0 0-1 0 0,0 0 1 0 0,0 1-1 0 0,0-1 1 0 0,-1 1-1 0 0,1 0 1 0 0,-1 0-1 0 0,0 1 1 0 0,-9-4-1 0 0,9 4-81 0 0,0 0 0 0 0,0 1 0 0 0,0 0-1 0 0,0 0 1 0 0,0 0 0 0 0,-1 1-1 0 0,1 0 1 0 0,0 0 0 0 0,-1 0 0 0 0,-4 1-1 0 0,0 1 25 0 0,1 0-1 0 0,0 0 0 0 0,0 1 0 0 0,0 0 0 0 0,-9 5 0 0 0,-6 6 60 0 0,1 0 0 0 0,-40 32 0 0 0,33-23-29 0 0,0 2 0 0 0,2 1 0 0 0,1 2 0 0 0,1 1 0 0 0,2 0 0 0 0,-24 38 0 0 0,38-50-11 0 0,1 0 0 0 0,0 1 0 0 0,2 0-1 0 0,0 0 1 0 0,-8 35 0 0 0,12-38-37 0 0,1 1 0 0 0,0-1 0 0 0,1 1 0 0 0,1-1-1 0 0,1 1 1 0 0,0-1 0 0 0,1 1 0 0 0,4 17 0 0 0,-3-21 15 0 0,1 0 1 0 0,0 1-1 0 0,1-2 0 0 0,0 1 1 0 0,1 0-1 0 0,0-1 1 0 0,1 0-1 0 0,0-1 1 0 0,15 17-1 0 0,-16-21-24 0 0,0 0 0 0 0,0 0-1 0 0,0-1 1 0 0,1 0 0 0 0,0 0 0 0 0,0-1-1 0 0,1 0 1 0 0,-1 0 0 0 0,1 0 0 0 0,0-1 0 0 0,-1 0-1 0 0,2-1 1 0 0,-1 0 0 0 0,0 0 0 0 0,15 1 0 0 0,21-3-56 0 0,0-2 1 0 0,81-13-1 0 0,-100 11-131 0 0,-10 2-105 0 0,0 1 1 0 0,0 0-1 0 0,1 1 1 0 0,18 3-1 0 0,-13 0-1346 0 0,0 1-1 0 0,28 10 1 0 0,-17-2-4482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55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41 459 9674 0 0,'-10'-6'243'0'0,"5"3"-53"0"0,0 0-1 0 0,0 0 1 0 0,1 0-1 0 0,-7-6 1 0 0,18 20 4222 0 0,-4-10-4230 0 0,0 0 1 0 0,0 0 0 0 0,0-1 0 0 0,0 0-1 0 0,0 1 1 0 0,1-1 0 0 0,-1 0 0 0 0,0 0 0 0 0,0-1-1 0 0,0 1 1 0 0,0-1 0 0 0,5 0 0 0 0,-6 0-250 0 0,4 0 166 0 0,0-1-1 0 0,0 0 1 0 0,0 0-1 0 0,0-1 0 0 0,-1 0 1 0 0,1 0-1 0 0,-1 0 1 0 0,0-1-1 0 0,6-4 0 0 0,3-5 132 0 0,20-22 0 0 0,-31 32-201 0 0,8-10 19 0 0,0 0 1 0 0,-1-1 0 0 0,0 0-1 0 0,-1 0 1 0 0,-1-1 0 0 0,0-1-1 0 0,6-19 1 0 0,-10 22-6 0 0,0 0-1 0 0,-1-1 1 0 0,0 1-1 0 0,-1-1 1 0 0,-1 0-1 0 0,0 0 1 0 0,-1 0-1 0 0,-1 0 1 0 0,-2-19 0 0 0,2 31-42 0 0,1-4 25 0 0,-1 0 0 0 0,0 0 0 0 0,0 0 0 0 0,-1 1 0 0 0,1-1 1 0 0,-2 0-1 0 0,1 1 0 0 0,0-1 0 0 0,-6-7 0 0 0,8 12-25 0 0,-1 1 0 0 0,1 0 0 0 0,0 0-1 0 0,0-1 1 0 0,0 1 0 0 0,-1 0 0 0 0,1 0-1 0 0,0 0 1 0 0,0 0 0 0 0,-1-1 0 0 0,1 1-1 0 0,0 0 1 0 0,0 0 0 0 0,-1 0 0 0 0,1 0-1 0 0,0 0 1 0 0,0 0 0 0 0,-1 0 0 0 0,1 0-1 0 0,0 0 1 0 0,-1 0 0 0 0,1 0 0 0 0,0 0-1 0 0,0 0 1 0 0,-1 0 0 0 0,1 0 0 0 0,0 0 0 0 0,-1 0-1 0 0,1 0 1 0 0,0 0 0 0 0,0 0 0 0 0,-1 0-1 0 0,1 0 1 0 0,0 1 0 0 0,0-1 0 0 0,-1 0-1 0 0,1 0 1 0 0,0 0 0 0 0,0 0 0 0 0,-1 1-1 0 0,1-1 1 0 0,0 0 0 0 0,0 0 0 0 0,0 1-1 0 0,0-1 1 0 0,-1 0 0 0 0,1 0 0 0 0,0 1-1 0 0,0-1 1 0 0,0 0 0 0 0,0 0 0 0 0,0 1-1 0 0,0-1 1 0 0,-8 18 32 0 0,7-15-31 0 0,-6 15 44 0 0,1 1 1 0 0,1 0-1 0 0,-4 24 0 0 0,-3 60 198 0 0,11-93-234 0 0,-1 9 29 0 0,1 0 1 0 0,1 0-1 0 0,1 0 0 0 0,0 0 0 0 0,2 0 0 0 0,0 0 1 0 0,1 0-1 0 0,1-1 0 0 0,0 0 0 0 0,2 0 1 0 0,14 29-1 0 0,-20-44-38 0 0,0-1 0 0 0,0 0 0 0 0,1-1 1 0 0,-1 1-1 0 0,1 0 0 0 0,-1 0 0 0 0,1 0 0 0 0,-1-1 1 0 0,1 1-1 0 0,0-1 0 0 0,0 1 0 0 0,0-1 0 0 0,0 0 1 0 0,0 0-1 0 0,0 0 0 0 0,0 0 0 0 0,0 0 0 0 0,0 0 0 0 0,0-1 1 0 0,1 1-1 0 0,-1-1 0 0 0,0 1 0 0 0,3-1 0 0 0,-1 0 3 0 0,0 0 0 0 0,0-1-1 0 0,0 0 1 0 0,0 0-1 0 0,0 0 1 0 0,0 0-1 0 0,0-1 1 0 0,-1 1-1 0 0,1-1 1 0 0,-1 0-1 0 0,1 0 1 0 0,4-4 0 0 0,6-5 31 0 0,-7 6-302 0 0,0-1 0 0 0,0 2 0 0 0,16-9 0 0 0,-21 12-31 0 0,0 0-1 0 0,1-1 0 0 0,-1 1 0 0 0,0-1 1 0 0,0 1-1 0 0,0-1 0 0 0,0 0 0 0 0,0 0 1 0 0,0 0-1 0 0,-1 0 0 0 0,1 0 1 0 0,-1 0-1 0 0,1 0 0 0 0,-1-1 0 0 0,0 1 1 0 0,0-1-1 0 0,0 1 0 0 0,1-4 0 0 0,-1-8-5195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55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69 2304 0 0,'-28'-2'1788'0'0,"18"1"1688"0"0,1 0 1 0 0,-18 2-1 0 0,10 3-2019 0 0,14-1 479 0 0,8 0-1176 0 0,8-2-183 0 0,22-3-76 0 0,0-1-1 0 0,-1-3 1 0 0,42-11 0 0 0,7-1-116 0 0,147-12 101 0 0,-229 30-485 0 0,0 0-1 0 0,0-1 1 0 0,0 1 0 0 0,0 0 0 0 0,-1 0 0 0 0,1 0 0 0 0,0 0 0 0 0,0 0 0 0 0,0 0 0 0 0,0 0-1 0 0,0 0 1 0 0,-1 1 0 0 0,1-1 0 0 0,0 0 0 0 0,0 0 0 0 0,0 1 0 0 0,0-1 0 0 0,0 1-1 0 0,-1 0 3 0 0,-1-1 0 0 0,1 1-1 0 0,-1 0 1 0 0,1 0 0 0 0,-1-1-1 0 0,1 1 1 0 0,-1-1-1 0 0,1 1 1 0 0,-1-1 0 0 0,0 1-1 0 0,1-1 1 0 0,-1 1 0 0 0,0-1-1 0 0,0 1 1 0 0,1-1-1 0 0,-1 0 1 0 0,-1 1 0 0 0,0 0-412 0 0,0 0 1 0 0,0 1 0 0 0,0-1-1 0 0,1 0 1 0 0,-1 1 0 0 0,0 0-1 0 0,-1 2 1 0 0,0-1-2468 0 0,-4 5-4024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57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36 198 5553 0 0,'-35'-34'5760'0'0,"66"25"-4740"0"0,-24 8-927 0 0,5-3 90 0 0,-1 1 0 0 0,0 1 0 0 0,1 0 0 0 0,0 1 0 0 0,-1 0 0 0 0,24 1 0 0 0,-15 1-122 0 0,-1-2 1 0 0,0 0-1 0 0,0-2 0 0 0,0 0 0 0 0,27-8 1 0 0,-28 7-67 0 0,-13 3 23 0 0,0-1 1 0 0,0 1 0 0 0,0 0-1 0 0,0 0 1 0 0,0 1 0 0 0,0 0-1 0 0,0 0 1 0 0,1 0 0 0 0,-1 0-1 0 0,0 1 1 0 0,0 0 0 0 0,0 0-1 0 0,0 0 1 0 0,0 1 0 0 0,6 2-1 0 0,-9-3-16 0 0,1-1 0 0 0,-1 1 0 0 0,1 0 1 0 0,-1-1-1 0 0,1 0 0 0 0,-1 1 0 0 0,1-1 0 0 0,-1 0 0 0 0,1-1 0 0 0,-1 1 0 0 0,1 0 0 0 0,-1-1 0 0 0,4 0 0 0 0,31-12 54 0 0,-36 13-55 0 0,10-5 22 0 0,-7 3-11 0 0,0 1-1 0 0,-1-1 1 0 0,1 1 0 0 0,0 0 0 0 0,0 0 0 0 0,0 0-1 0 0,8 0 1 0 0,-12 0-10 0 0,0 1-1 0 0,1 0 1 0 0,-1 0-1 0 0,1 0 1 0 0,-1 0-1 0 0,1 0 0 0 0,-1 0 1 0 0,0 0-1 0 0,1 0 1 0 0,-1 0-1 0 0,1 0 1 0 0,-1 0-1 0 0,1 0 1 0 0,-1 1-1 0 0,0-1 1 0 0,1 0-1 0 0,-1 0 1 0 0,1 0-1 0 0,-1 0 1 0 0,0 1-1 0 0,1-1 1 0 0,-1 0-1 0 0,0 0 1 0 0,1 1-1 0 0,-1-1 1 0 0,0 0-1 0 0,1 1 1 0 0,-1-1-1 0 0,0 0 1 0 0,1 1-1 0 0,6 8 17 0 0,0-11-18 0 0,-2 0 3 0 0,2-2 6 0 0,-1 1 0 0 0,1 0 0 0 0,7-1 0 0 0,-13 3-9 0 0,0 1 1 0 0,0-1 0 0 0,0 1 0 0 0,0 0 0 0 0,1 0 0 0 0,-1-1-1 0 0,0 1 1 0 0,0 0 0 0 0,0 0 0 0 0,0 0 0 0 0,0 0-1 0 0,0 0 1 0 0,0 1 0 0 0,0-1 0 0 0,0 0 0 0 0,0 0 0 0 0,0 1-1 0 0,0-1 1 0 0,0 1 0 0 0,0-1 0 0 0,0 1 0 0 0,0-1 0 0 0,0 1-1 0 0,0-1 1 0 0,0 1 0 0 0,-1 0 0 0 0,1-1 0 0 0,0 1-1 0 0,0 0 1 0 0,0 1 0 0 0,0-2 0 0 0,-1 1 0 0 0,1-1-1 0 0,-1 0 1 0 0,1 1 0 0 0,-1-1 0 0 0,1 0-1 0 0,-1 0 1 0 0,1 1 0 0 0,-1-1 0 0 0,1 0-1 0 0,0 0 1 0 0,-1 0 0 0 0,1 0-1 0 0,-1 0 1 0 0,1 0 0 0 0,0 0 0 0 0,-1 0-1 0 0,1 0 1 0 0,-1 0 0 0 0,1 0 0 0 0,0 0-1 0 0,-1 0 1 0 0,1-1 0 0 0,-1 1 0 0 0,1 0-1 0 0,-1 0 1 0 0,2-1 0 0 0,23-10 33 0 0,-14 5-25 0 0,-7 5-9 0 0,0 0 0 0 0,0 1 0 0 0,0-1 0 0 0,0 1 0 0 0,0 0 0 0 0,0 0 0 0 0,0 0 0 0 0,0 0 0 0 0,0 1 0 0 0,7 1 0 0 0,-7-1 0 0 0,0 0 0 0 0,-1-1 0 0 0,1 1 0 0 0,0-1 0 0 0,0 0 0 0 0,0 0 0 0 0,-1 0 0 0 0,1 0 0 0 0,0-1 0 0 0,0 1 0 0 0,-1-1 0 0 0,5-1 0 0 0,1-3 32 0 0,1 2 0 0 0,18-6 0 0 0,-24 9-23 0 0,0-1 0 0 0,0 1-1 0 0,0-1 1 0 0,0 1 0 0 0,0 1 0 0 0,0-1-1 0 0,0 0 1 0 0,0 1 0 0 0,-1 0-1 0 0,6 1 1 0 0,-5 0 0 0 0,0-2 0 0 0,0 1 0 0 0,1 0 0 0 0,-1-1 0 0 0,0 1 0 0 0,0-1-1 0 0,0-1 1 0 0,0 1 0 0 0,6-1 0 0 0,38-13 168 0 0,-37 10-142 0 0,0 1 0 0 0,1 0 0 0 0,11-1 0 0 0,-18 3-7 0 0,0 1 1 0 0,1 1 0 0 0,-1-1-1 0 0,0 1 1 0 0,1 0 0 0 0,-1 0 0 0 0,8 3-1 0 0,3 1 9 0 0,-13-5-26 0 0,1 0-1 0 0,-1 0 1 0 0,0 0-1 0 0,0 0 1 0 0,1-1 0 0 0,-1 1-1 0 0,0-1 1 0 0,0 0-1 0 0,0 1 1 0 0,0-2-1 0 0,1 1 1 0 0,-1 0-1 0 0,4-3 1 0 0,18-6 41 0 0,-5 3-39 0 0,-17 6-10 0 0,0-1 1 0 0,0 1 0 0 0,0 0 0 0 0,1 0-1 0 0,-1 1 1 0 0,0-1 0 0 0,0 1 0 0 0,1-1-1 0 0,-1 1 1 0 0,0 0 0 0 0,0 0-1 0 0,1 0 1 0 0,-1 1 0 0 0,0-1 0 0 0,5 2-1 0 0,-6-1 3 0 0,1-1 0 0 0,-1 0 0 0 0,1 0 0 0 0,-1 0-1 0 0,1 0 1 0 0,-1 0 0 0 0,1 0 0 0 0,-1-1-1 0 0,0 1 1 0 0,1-1 0 0 0,-1 0 0 0 0,0 0-1 0 0,1 0 1 0 0,-1 0 0 0 0,0 0 0 0 0,0 0 0 0 0,2-2-1 0 0,-2 2 1 0 0,0 0 0 0 0,0-1 0 0 0,1 1 0 0 0,-1 0-1 0 0,0 0 1 0 0,0 0 0 0 0,1 1 0 0 0,-1-1-1 0 0,1 0 1 0 0,-1 1 0 0 0,0 0 0 0 0,1-1 0 0 0,-1 1-1 0 0,1 0 1 0 0,-1 0 0 0 0,1 1 0 0 0,2-1-1 0 0,2 7-9 0 0,-7-6 8 0 0,0-1 0 0 0,1 1 0 0 0,-1-1 0 0 0,1 1 0 0 0,-1 0 0 0 0,1-1 0 0 0,-1 0 0 0 0,0 1 0 0 0,1-1 0 0 0,0 1 0 0 0,-1-1 0 0 0,1 0 0 0 0,-1 1-1 0 0,1-1 1 0 0,-1 0 0 0 0,1 1 0 0 0,0-1 0 0 0,-1 0 0 0 0,2 0 0 0 0,-2 0 49 0 0,4-2 1 0 0,19-12 20 0 0,-13 17 16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0:59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201 503 6193 0 0,'-14'-20'3106'0'0,"11"14"-2621"0"0,-1-1-1 0 0,1 0 1 0 0,1 0-1 0 0,-1 0 1 0 0,1 0-1 0 0,0 0 1 0 0,1 0-1 0 0,-2-13 0 0 0,2-7 452 0 0,2-29-1 0 0,0 12-891 0 0,-2-28 81 0 0,-1 29-97 0 0,9-86 0 0 0,-7 127-26 0 0,0 2-4 0 0,0-1-1 0 0,0 0 0 0 0,1 0 1 0 0,-1 1-1 0 0,0-1 0 0 0,0 0 1 0 0,0 0-1 0 0,0 1 0 0 0,0-1 1 0 0,0 0-1 0 0,0 0 0 0 0,-1 1 1 0 0,1-1-1 0 0,0 0 1 0 0,0 0-1 0 0,0 1 0 0 0,-1-1 1 0 0,1 0-1 0 0,0 1 0 0 0,-1-1 1 0 0,1 0-1 0 0,-1 1 0 0 0,1-1 1 0 0,-1 1-1 0 0,1-1 0 0 0,-1 0 1 0 0,1 1-1 0 0,-1-1 1 0 0,0 1-1 0 0,1 0 0 0 0,-1-1 1 0 0,0 1-1 0 0,0-1 0 0 0,0 1 156 0 0,1 0-116 0 0,0 0 1 0 0,0-1-1 0 0,0 1 1 0 0,0 0-1 0 0,-1 0 0 0 0,1 0 1 0 0,0 0-1 0 0,0 0 1 0 0,0 0-1 0 0,0 0 1 0 0,0 0-1 0 0,-1 0 1 0 0,1 0-1 0 0,0 0 0 0 0,0 0 1 0 0,0 0-1 0 0,0 0 1 0 0,0 0-1 0 0,-1 0 1 0 0,1 0-1 0 0,0 0 1 0 0,0 0-1 0 0,0 0 0 0 0,0 0 1 0 0,0 0-1 0 0,0 1 1 0 0,-1-1-1 0 0,1 0 1 0 0,0 0-1 0 0,0 0 1 0 0,0 0-1 0 0,0 0 1 0 0,0 0-1 0 0,0 0 0 0 0,0 0 1 0 0,0 0-1 0 0,-1 1 1 0 0,1-1-1 0 0,0 0 1 0 0,0 0-1 0 0,0 0 1 0 0,0 0-1 0 0,0 0 0 0 0,0 1 1 0 0,0-1-1 0 0,0 0 1 0 0,-25 35 298 0 0,13-18-244 0 0,1 0 0 0 0,-15 27 0 0 0,-1 4 96 0 0,15-28-125 0 0,8-14-39 0 0,1 0 0 0 0,-1 0 1 0 0,0 0-1 0 0,0 0 0 0 0,0-1 0 0 0,-1 0 0 0 0,-7 6 0 0 0,34-33-145 0 0,-9 8-47 0 0,17-16 0 0 0,-21 23-28 0 0,-1 0 1 0 0,-1-1-1 0 0,1 0 1 0 0,-2-1-1 0 0,1 0 1 0 0,-1 0-1 0 0,0 0 1 0 0,-1 0-1 0 0,0-1 1 0 0,0 0-1 0 0,-1 0 1 0 0,-1-1-1 0 0,3-10 1 0 0,-3 10 133 0 0,-3 8 56 0 0,1-1 0 0 0,0 0 0 0 0,0 1 0 0 0,0-1 0 0 0,2-3 0 0 0,-3 6 9 0 0,1 1-1 0 0,-1-1 0 0 0,0 1 0 0 0,1-1 1 0 0,-1 1-1 0 0,0-1 0 0 0,1 1 0 0 0,-1 0 1 0 0,1-1-1 0 0,-1 1 0 0 0,0 0 1 0 0,1-1-1 0 0,-1 1 0 0 0,1 0 0 0 0,-1-1 1 0 0,1 1-1 0 0,-1 0 0 0 0,1 0 0 0 0,-1 0 1 0 0,1-1-1 0 0,0 1 0 0 0,-1 0 0 0 0,1 0 1 0 0,-1 0-1 0 0,1 0 0 0 0,-1 0 0 0 0,1 0 1 0 0,0 0-1 0 0,-1 0 0 0 0,1 0 1 0 0,-1 0-1 0 0,1 1 0 0 0,-1-1 0 0 0,1 0 1 0 0,-1 0-1 0 0,1 0 0 0 0,-1 1 0 0 0,2-1 1 0 0,30 17 622 0 0,52 36 0 0 0,-70-43-306 0 0,-1 1 0 0 0,0 0 0 0 0,-1 1-1 0 0,0 0 1 0 0,20 27 0 0 0,-31-36-247 0 0,1 0 0 0 0,-1 0 0 0 0,0 0 0 0 0,0 0 0 0 0,0 0 0 0 0,0 0 0 0 0,-1 0 0 0 0,1 6 0 0 0,5 16-1389 0 0,-3-16-5072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1:00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39 177 2304 0 0,'-1'0'167'0'0,"0"0"273"0"0,1 0 1 0 0,-1-1-1 0 0,0 1 0 0 0,0 0 0 0 0,0-1 0 0 0,0 1 0 0 0,0-1 1 0 0,1 1-1 0 0,-1-1 0 0 0,0 1 0 0 0,0-1 0 0 0,-1-1 1 0 0,-15-17 2532 0 0,16 18-2491 0 0,0 0-487 0 0,-6-10 3185 0 0,8 11-3051 0 0,-1 0 1 0 0,1-1 0 0 0,-1 1-1 0 0,1 0 1 0 0,-1 0 0 0 0,1 0-1 0 0,-1 0 1 0 0,1 0 0 0 0,0 0-1 0 0,-1 0 1 0 0,1 1 0 0 0,-1-1-1 0 0,1 0 1 0 0,-1 0 0 0 0,1 0-1 0 0,-1 0 1 0 0,1 1 0 0 0,-1-1-1 0 0,1 1 1 0 0,19 6 357 0 0,-14-5-428 0 0,1 1 1 0 0,0-1-1 0 0,-1 0 1 0 0,1 0-1 0 0,0-1 1 0 0,1 0-1 0 0,10 0 1 0 0,52-5 82 0 0,-18 0-21 0 0,0 3 0 0 0,81 7-1 0 0,-80 2 259 0 0,59-1 0 0 0,-93-7-304 0 0,1-1-1 0 0,0 0 0 0 0,-1-2 0 0 0,0 0 0 0 0,0-2 0 0 0,27-9 1 0 0,-30 8-51 0 0,1 0 1 0 0,0 0-1 0 0,0 2 1 0 0,0 0 0 0 0,1 1-1 0 0,18-1 1 0 0,-33 5 6 0 0,1-1 0 0 0,0 1 0 0 0,0 0 0 0 0,0 0 0 0 0,-1 0 0 0 0,1 1 0 0 0,-1-1 0 0 0,1 1 1 0 0,-1 0-1 0 0,1 0 0 0 0,-1 0 0 0 0,0 0 0 0 0,0 1 0 0 0,0 0 0 0 0,0-1 0 0 0,2 4 0 0 0,-3-3-16 0 0,1 0 1 0 0,0 0-1 0 0,0-1 0 0 0,0 1 0 0 0,0-1 0 0 0,0 0 0 0 0,0 0 0 0 0,1 0 0 0 0,-1 0 0 0 0,1-1 1 0 0,-1 1-1 0 0,1-1 0 0 0,0 0 0 0 0,0 0 0 0 0,0 0 0 0 0,3 0 0 0 0,3-1 17 0 0,0-1 0 0 0,17-4 0 0 0,-21 3-29 0 0,1 0 0 0 0,-1 1 1 0 0,1 0-1 0 0,-1 1 0 0 0,1-1 1 0 0,-1 1-1 0 0,0 1 0 0 0,11 0 1 0 0,-12 1 5 0 0,1-1 1 0 0,0 0 0 0 0,0-1 0 0 0,0 1 0 0 0,0-1 0 0 0,0 0-1 0 0,0-1 1 0 0,10-1 0 0 0,-1-2 21 0 0,-1 0 0 0 0,18-9 0 0 0,-24 10-30 0 0,1 0 1 0 0,0 1-1 0 0,0 1 1 0 0,0-1-1 0 0,0 1 0 0 0,0 1 1 0 0,0 0-1 0 0,10 1 1 0 0,34-3-4 0 0,-35-1 15 0 0,0 0 1 0 0,19-8 0 0 0,12-2 9 0 0,-35 10-15 0 0,-1 0 0 0 0,0 1 0 0 0,1 1 0 0 0,0 0 0 0 0,-1 1 0 0 0,1 1 0 0 0,19 3 0 0 0,-14-2 8 0 0,1 0 1 0 0,-1 0 0 0 0,1-2 0 0 0,-1-1-1 0 0,1 0 1 0 0,21-5 0 0 0,-23 3 15 0 0,0 1-1 0 0,0 1 1 0 0,1 1 0 0 0,29 3 0 0 0,-38-3-2 0 0,0 0 0 0 0,1-1 0 0 0,-1 1 0 0 0,0-2 0 0 0,0 0 0 0 0,0 0 0 0 0,16-6 0 0 0,23-4 0 0 0,10 0 121 0 0,40-7 144 0 0,-79 17-291 0 0,185-30 184 0 0,-199 31-189 0 0,1 1 0 0 0,-1 0 0 0 0,0 0 1 0 0,1 0-1 0 0,-1 1 0 0 0,10 2 0 0 0,18 1 71 0 0,-27-3-518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3:13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321 100 6649 0 0,'-5'-1'418'0'0,"0"0"0"0"0,1 0-1 0 0,-1 0 1 0 0,0 0-1 0 0,1-1 1 0 0,0 1-1 0 0,-1-1 1 0 0,1 0-1 0 0,0-1 1 0 0,-8-4-1 0 0,5 2-307 0 0,-11-6 36 0 0,18 10-146 0 0,0-1 0 0 0,0 0 11 0 0,0 2 106 0 0,1 0-112 0 0,0-1-1 0 0,0 1 0 0 0,-1-1 0 0 0,1 1 1 0 0,0-1-1 0 0,0 1 0 0 0,-1-1 0 0 0,1 0 0 0 0,0 1 1 0 0,-1-1-1 0 0,1 0 0 0 0,-1 0 0 0 0,1 0 1 0 0,-1 1-1 0 0,2-3 0 0 0,-2 2-4 0 0,1 0-1 0 0,0-1 1 0 0,0 1 0 0 0,0 0-1 0 0,-1-1 1 0 0,1 1 0 0 0,1 0-1 0 0,-1 0 1 0 0,1-1-1 0 0,8-5 4 0 0,-7 5 6 0 0,1 0 0 0 0,-1-1-1 0 0,0 1 1 0 0,0-1 0 0 0,-1 1 0 0 0,6-6 0 0 0,-8 7 45 0 0,0 1-55 0 0,0 0-1 0 0,0 0 1 0 0,0 0-1 0 0,0 0 1 0 0,0 0 0 0 0,-1 0-1 0 0,1 0 1 0 0,0 0 0 0 0,0 0-1 0 0,0 0 1 0 0,0 0-1 0 0,0 0 1 0 0,0 0 0 0 0,0 0-1 0 0,0 0 1 0 0,0 0 0 0 0,0 0-1 0 0,0 0 1 0 0,0 0-1 0 0,0 0 1 0 0,0 0 0 0 0,0 0-1 0 0,0 0 1 0 0,0-1 0 0 0,0 1-1 0 0,0 0 1 0 0,0 0-1 0 0,0 0 1 0 0,0 0 0 0 0,0 0-1 0 0,0 0 1 0 0,0 0 0 0 0,0 0-1 0 0,0 0 1 0 0,0 0-1 0 0,0 0 1 0 0,0 0 0 0 0,0 0-1 0 0,0 0 1 0 0,0 0-1 0 0,0 0 1 0 0,0 0 0 0 0,0 0-1 0 0,0-1 1 0 0,-5 3 1446 0 0,0-1-1462 0 0,2-1 67 0 0,0 0-1 0 0,-1 1 1 0 0,1 0 0 0 0,-1-1-1 0 0,1 1 1 0 0,0 1 0 0 0,0-1-1 0 0,0 0 1 0 0,0 1 0 0 0,0 0-1 0 0,-4 2 1 0 0,-4 5-50 0 0,9-7 0 0 0,0 0 0 0 0,-1 0 0 0 0,1 0 0 0 0,0 0 0 0 0,0 0 0 0 0,-1 3 0 0 0,-5 5 73 0 0,-1 0 0 0 0,0 0 0 0 0,0-1 0 0 0,-14 11 0 0 0,-16 16 103 0 0,-3 5-41 0 0,27-28-120 0 0,0 2 0 0 0,1 0 0 0 0,-14 20 0 0 0,27-34-21 0 0,1-1 0 0 0,-1 1 0 0 0,1 0 0 0 0,-1 0 0 0 0,1 0-1 0 0,-1-1 1 0 0,1 1 0 0 0,0 0 0 0 0,-1 0 0 0 0,1 0 0 0 0,0 0 0 0 0,0 0 0 0 0,-1 0 0 0 0,1 0-1 0 0,0 0 1 0 0,0 1 0 0 0,0-2 2 0 0,1 1 0 0 0,-1-1-1 0 0,0 0 1 0 0,0 1 0 0 0,0-1-1 0 0,1 0 1 0 0,-1 0 0 0 0,0 1 0 0 0,0-1-1 0 0,1 0 1 0 0,-1 0 0 0 0,0 0 0 0 0,1 1-1 0 0,-1-1 1 0 0,0 0 0 0 0,1 0-1 0 0,-1 0 1 0 0,0 0 0 0 0,1 0 0 0 0,-1 0-1 0 0,0 1 1 0 0,1-1 0 0 0,-1 0-1 0 0,0 0 1 0 0,1 0 0 0 0,-1 0 0 0 0,0 0-1 0 0,1-1 1 0 0,2 1-472 0 0,0 0 0 0 0,0-1 1 0 0,0 0-1 0 0,0 0 0 0 0,0 0 0 0 0,-1 0 0 0 0,1 0 0 0 0,0 0 1 0 0,2-2-1 0 0,9-7-3628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3:14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0 1376 0 0,'-2'0'573'0'0,"0"0"-1"0"0,0 0 1 0 0,-1 1-1 0 0,1-1 0 0 0,0 0 1 0 0,0 1-1 0 0,0 0 1 0 0,0-1-1 0 0,0 1 0 0 0,0 0 1 0 0,0 0-1 0 0,0 0 1 0 0,0 1-1 0 0,0-1 1 0 0,0 0-1 0 0,0 1 0 0 0,-2 1 1 0 0,2 0-397 0 0,-1 1 1 0 0,1-1 0 0 0,0 0 0 0 0,0 1-1 0 0,0-1 1 0 0,0 1 0 0 0,1 0-1 0 0,-1 0 1 0 0,0 3 0 0 0,-1 9-381 0 0,1-1 0 0 0,0 0 1 0 0,0 30-1 0 0,4-12 560 0 0,2 0 0 0 0,13 59 0 0 0,-4-26-9 0 0,-4-36-334 0 0,-8-28-13 0 0,0 0 0 0 0,0 0 0 0 0,0 0 0 0 0,0 0 0 0 0,0 0 0 0 0,0-1 0 0 0,1 1-1 0 0,-1 0 1 0 0,0-1 0 0 0,1 1 0 0 0,-1-1 0 0 0,1 1 0 0 0,2 0 0 0 0,-3-1-22 0 0,-1-1 0 0 0,1 0 0 0 0,-1 0 0 0 0,1 0 1 0 0,-1 0-1 0 0,1 0 0 0 0,-1 0 0 0 0,1 0 0 0 0,-1 0 0 0 0,1 0 0 0 0,0 0 0 0 0,-1-1 1 0 0,1 1-1 0 0,-1 0 0 0 0,1 0 0 0 0,-1 0 0 0 0,1-1 0 0 0,-1 1 0 0 0,1 0 0 0 0,-1-1 1 0 0,0 1-1 0 0,1-1 0 0 0,11-9-1410 0 0,-10 8 773 0 0,4-5-1068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3:14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535 7 4521 0 0,'-5'-2'317'0'0,"-1"1"-1"0"0,1 0 1 0 0,0 0 0 0 0,0 0-1 0 0,0 1 1 0 0,-7 0-1 0 0,-4 0 275 0 0,1 2 0 0 0,0-1 0 0 0,0 2 0 0 0,0 0 0 0 0,0 1 0 0 0,0 0 0 0 0,-16 8-1 0 0,8-1-120 0 0,1 0 0 0 0,0 2-1 0 0,-32 24 1 0 0,13-5-363 0 0,1 2 0 0 0,2 1 0 0 0,-50 61 0 0 0,87-94-107 0 0,-2 1 0 0 0,0 0 0 0 0,1 1 0 0 0,-1-1 0 0 0,1 1 0 0 0,0-1 0 0 0,0 1 0 0 0,0 0 0 0 0,0 0 0 0 0,-2 7 0 0 0,4-10-11 0 0,0-1-1 0 0,0 0 1 0 0,0 0 0 0 0,0 0-1 0 0,0 0 1 0 0,0 1 0 0 0,0-1-1 0 0,0 0 1 0 0,0 0 0 0 0,0 0-1 0 0,0 0 1 0 0,0 1 0 0 0,0-1-1 0 0,0 0 1 0 0,0 0 0 0 0,0 0-1 0 0,0 0 1 0 0,0 0-1 0 0,0 1 1 0 0,0-1 0 0 0,1 0-1 0 0,-1 0 1 0 0,0 0 0 0 0,0 0-1 0 0,0 0 1 0 0,0 0 0 0 0,0 1-1 0 0,0-1 1 0 0,0 0 0 0 0,1 0-1 0 0,-1 0 1 0 0,0 0 0 0 0,0 0-1 0 0,0 0 1 0 0,0 0 0 0 0,0 0-1 0 0,1 0 1 0 0,-1 0 0 0 0,7-3-928 0 0,4-8-1582 0 0,-5 3 664 0 0,2-3-1306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3:14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3 920 0 0,'-6'-2'-809'0'0,"5"2"1575"0"0,0 0 0 0 0,1 0 0 0 0,-1 0 0 0 0,0 1 0 0 0,0-1 0 0 0,1 0 0 0 0,-1 0 0 0 0,0 1 0 0 0,0-1-1 0 0,1 1 1 0 0,-1-1 0 0 0,0 1 0 0 0,0 0 840 0 0,-1 5-1519 0 0,0 4-71 0 0,1 1 1 0 0,0 0-1 0 0,0-1 0 0 0,2 20 1 0 0,10 54 129 0 0,-9-71-124 0 0,1 7 58 0 0,0 25 0 0 0,-3-44-99 0 0,0-1 0 0 0,0 1 1 0 0,0 0-1 0 0,0-1 1 0 0,0 1-1 0 0,0 0 1 0 0,0 0-1 0 0,0-1 0 0 0,0 1 1 0 0,0 0-1 0 0,0-1 1 0 0,0 1-1 0 0,-1-1 1 0 0,1 1-1 0 0,0 0 0 0 0,-1-1 1 0 0,1 1-1 0 0,0-1 1 0 0,-2 2-1 0 0,2-2-18 0 0,0-1 0 0 0,-1 1 0 0 0,1 0-1 0 0,-1-1 1 0 0,1 1 0 0 0,-1 0 0 0 0,1-1-1 0 0,0 1 1 0 0,-1-1 0 0 0,1 1 0 0 0,0-1 0 0 0,-1 1-1 0 0,1-1 1 0 0,0 1 0 0 0,0-1 0 0 0,0 1 0 0 0,-1-1-1 0 0,1 1 1 0 0,0-1 0 0 0,0 1 0 0 0,0-1 0 0 0,0 1-1 0 0,0-1 1 0 0,0 1 0 0 0,0-2 0 0 0,-2-7-1225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7T07:33:15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19 920 0 0,'-6'0'558'0'0,"-13"1"4024"0"0,18-1-4413 0 0,1 0 0 0 0,-1 0 0 0 0,0 0 0 0 0,0 0 0 0 0,1 0 0 0 0,-1 1 0 0 0,0-1 0 0 0,1 0 0 0 0,-1 1 0 0 0,0-1 0 0 0,1 0 0 0 0,-1 1 0 0 0,0-1 0 0 0,1 1 0 0 0,-1-1 1 0 0,1 1-1 0 0,-1-1 0 0 0,1 1 0 0 0,-2 1 0 0 0,27-1 1800 0 0,10 0-1231 0 0,-1 0-1 0 0,44 8 1 0 0,-52-5-601 0 0,1-1 0 0 0,0-2 0 0 0,-1-1 1 0 0,1-1-1 0 0,0-1 0 0 0,0-1 0 0 0,46-12 0 0 0,-61 12-112 0 0,-10 3-17 0 0,0 0 0 0 0,0 0 0 0 0,0-1 0 0 0,0 1 0 0 0,1-1 0 0 0,-1 0 0 0 0,0 0 0 0 0,0 0 0 0 0,0 0 0 0 0,0 0 0 0 0,-1 0 0 0 0,4-2 0 0 0,-33-6 2 0 0,4 7-104 0 0,0 1 0 0 0,-1 1-1 0 0,1 1 1 0 0,0 1 0 0 0,-29 6-1 0 0,-26 3-115 0 0,72-11 182 0 0,-4 2-21 0 0,0-1-1 0 0,-1-1 0 0 0,1 0 1 0 0,0-1-1 0 0,-21-3 1 0 0,22 4 42 0 0,9 0 7 0 0,1 0-1 0 0,0 1 1 0 0,0-1 0 0 0,0 0 0 0 0,0 0 0 0 0,0 0 0 0 0,0 0-1 0 0,0 0 1 0 0,-1 0 0 0 0,1 0 0 0 0,0 0 0 0 0,0 0 0 0 0,0 0-1 0 0,0 0 1 0 0,0 1 0 0 0,0-1 0 0 0,0 0 0 0 0,0 0 0 0 0,0 0-1 0 0,0 0 1 0 0,0 0 0 0 0,0 0 0 0 0,0 1 0 0 0,0-1 0 0 0,0 0-1 0 0,0 0 1 0 0,-1 0 0 0 0,1 0 0 0 0,0 0 0 0 0,1 0 0 0 0,-1 1-1 0 0,0-1 1 0 0,0 0 0 0 0,0 0 0 0 0,0 0 0 0 0,0 0 0 0 0,0 1-1 0 0,8 8-49 0 0,-4-5 92 0 0,0-1 0 0 0,0-1-1 0 0,0 1 1 0 0,0-1 0 0 0,0 1 0 0 0,1-1 0 0 0,-1 0 0 0 0,1-1 0 0 0,-1 1 0 0 0,1-1 0 0 0,0 0 0 0 0,0 0 0 0 0,-1 0 0 0 0,7-1 0 0 0,9-1 400 0 0,-1-1 0 0 0,34-7-1 0 0,-36 5-331 0 0,-1 1 0 0 0,1 0-1 0 0,-1 1 1 0 0,30 2 0 0 0,-26 2-264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3T15:45:14.4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 9218 0 0,'0'0'707'0'0,"20"-7"2352"0"0,-17 6-2960 0 0,0 1 0 0 0,0-1 0 0 0,-1 1-1 0 0,1 0 1 0 0,0 0 0 0 0,0 0 0 0 0,0 0 0 0 0,0 1 0 0 0,3 0-1 0 0,-4 0-80 0 0,-1-1 0 0 0,0 1 0 0 0,0 0 0 0 0,0 0 0 0 0,0 0-1 0 0,0 0 1 0 0,0 0 0 0 0,0 0 0 0 0,0 0 0 0 0,0 1 0 0 0,0-1 0 0 0,-1 0-1 0 0,1 0 1 0 0,0 1 0 0 0,-1-1 0 0 0,1 0 0 0 0,-1 1 0 0 0,1-1-1 0 0,-1 1 1 0 0,0 1 0 0 0,3 13-18 0 0,0 1 0 0 0,-1 31 0 0 0,-1-13 0 0 0,-1 70 781 0 0,-2-71-233 0 0,6 62 1 0 0,-4-89-402 0 0,0-1 1 0 0,0 1-1 0 0,-1 0 0 0 0,0-1 1 0 0,0 1-1 0 0,-1-1 0 0 0,-3 12 1 0 0,4-17-137 0 0,1-1 1 0 0,0 1 0 0 0,0-1-1 0 0,0 1 1 0 0,0-1 0 0 0,-1 1-1 0 0,1 0 1 0 0,0-1 0 0 0,0 1-1 0 0,0-1 1 0 0,0 1-1 0 0,0-1 1 0 0,0 1 0 0 0,1 0-1 0 0,-1-1 1 0 0,0 1 0 0 0,0-1-1 0 0,0 1 1 0 0,0-1 0 0 0,1 1-1 0 0,-1-1 1 0 0,0 1 0 0 0,0-1-1 0 0,1 1 1 0 0,-1-1 0 0 0,0 1-1 0 0,1-1 1 0 0,0 1 0 0 0,-1-1-40 0 0,1 0 0 0 0,-1 0 0 0 0,0 1 0 0 0,1-1 0 0 0,-1 0 0 0 0,1 0 0 0 0,-1 0 0 0 0,1 0 0 0 0,-1 0 0 0 0,1 0 0 0 0,-1 0 0 0 0,1 0 0 0 0,-1 0 0 0 0,0 0 1 0 0,1 0-1 0 0,-1 0 0 0 0,1 0 0 0 0,-1 0 0 0 0,1 0 0 0 0,-1-1 0 0 0,1 1 0 0 0,-1 0 0 0 0,0 0 0 0 0,1-1 0 0 0,-1 1 0 0 0,1 0 0 0 0,-1 0 0 0 0,0-1 0 0 0,1 1 1 0 0,-1-1-1 0 0,15-8-1135 0 0,-8 8-3418 0 0,0 1-222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3T15:45:22.1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2453 440 920 0 0,'1'-7'1759'0'0,"0"-1"0"0"0,0 1-1 0 0,4-10 1 0 0,3-22-315 0 0,-8 33-1408 0 0,1 4-38 0 0,-1 1-1 0 0,0 0 1 0 0,0 0-1 0 0,0 0 0 0 0,1 0 1 0 0,-1-1-1 0 0,0 1 1 0 0,-1 0-1 0 0,1 0 0 0 0,0 0 1 0 0,0-1-1 0 0,0 1 0 0 0,-1 0 1 0 0,1 0-1 0 0,-1 0 1 0 0,1 0-1 0 0,-1 0 0 0 0,1 0 1 0 0,-1 0-1 0 0,1 0 1 0 0,-2-2-1 0 0,1 2 68 0 0,0 0 0 0 0,-1 0 0 0 0,1 0 1 0 0,0 0-1 0 0,-1 0 0 0 0,1 0 0 0 0,-1 0 0 0 0,1 0 0 0 0,-1 1 0 0 0,1-1 1 0 0,-3 0-1 0 0,3 0 35 0 0,-1 0 128 0 0,0 0 1 0 0,0-1-1 0 0,0 1 1 0 0,0-1-1 0 0,0 0 1 0 0,0 1 0 0 0,1-1-1 0 0,-1 0 1 0 0,1 0-1 0 0,-1 0 1 0 0,1 0-1 0 0,0 0 1 0 0,-1 0-1 0 0,1-1 1 0 0,-1-2 0 0 0,1 1-32 0 0,-1 0 0 0 0,0 1 0 0 0,0-1 0 0 0,0 1 0 0 0,-5-5 0 0 0,4 5-90 0 0,0 0 1 0 0,0 1-1 0 0,-1-1 0 0 0,1 1 1 0 0,-1 0-1 0 0,1 0 0 0 0,-1 0 0 0 0,0 0 1 0 0,0 1-1 0 0,0-1 0 0 0,0 1 0 0 0,-5-1 1 0 0,-4 1 299 0 0,1 0 0 0 0,-23 1 0 0 0,-10-1 519 0 0,-1 1-451 0 0,31 0-446 0 0,-1 0-1 0 0,-16-3 1 0 0,27 2-22 0 0,0 0 0 0 0,1 0 1 0 0,-1 0-1 0 0,0-1 0 0 0,1 0 0 0 0,-1 0 1 0 0,1 0-1 0 0,0 0 0 0 0,0-1 0 0 0,-7-5 0 0 0,7 5 69 0 0,-1-1-1 0 0,1 1 1 0 0,-1 0 0 0 0,1 1-1 0 0,-1-1 1 0 0,0 1-1 0 0,0 0 1 0 0,-9-3-1 0 0,4 3 23 0 0,0 1 0 0 0,0 0 1 0 0,-17 0-1 0 0,-8 0-73 0 0,1 2-1 0 0,-66 11 1 0 0,12 4 16 0 0,-20 3 134 0 0,-101 16-26 0 0,199-34-151 0 0,-18 2 29 0 0,-29-2 0 0 0,4 0-17 0 0,-7-2 58 0 0,41 0-39 0 0,1 1-1 0 0,0 0 0 0 0,-20 4 0 0 0,-244 52 26 0 0,174-25 23 0 0,78-21-79 0 0,12-3 2 0 0,1 0 0 0 0,0 2 0 0 0,1 0 0 0 0,0 0 0 0 0,-23 19 0 0 0,9-7 0 0 0,-17 8 0 0 0,30-20 0 0 0,1 1 0 0 0,-23 18 0 0 0,8 2 1 0 0,0 0 1 0 0,-37 51-1 0 0,-43 77-59 0 0,90-123 35 0 0,1 0-1 0 0,-27 69 0 0 0,11-17 12 0 0,1 38 12 0 0,34-112-19 0 0,-1 1-1 0 0,2-1 1 0 0,0 0-1 0 0,2 20 0 0 0,-1-14 1 0 0,1 95-35 0 0,1 18 33 0 0,-1-117 5 0 0,1 0-1 0 0,0 0 0 0 0,2 0 0 0 0,-1 0 1 0 0,2-1-1 0 0,9 18 0 0 0,6 19-52 0 0,-15-34 30 0 0,0-1 1 0 0,1 0 0 0 0,1 0 0 0 0,1 0 0 0 0,18 24-1 0 0,-16-27 25 0 0,0 0-37 0 0,0 0 0 0 0,21 17-1 0 0,36 30-12 0 0,-58-51 64 0 0,-3-4 0 0 0,-1 1 0 0 0,0-1 0 0 0,1-1 0 0 0,0 1 0 0 0,0-1 0 0 0,0 0 0 0 0,12 4 0 0 0,8 0 0 0 0,51 14 0 0 0,-27-9 0 0 0,-1 2 0 0 0,70 32 0 0 0,-8-4 0 0 0,-69-29 0 0 0,89 16 0 0 0,49-7 0 0 0,-161-21 0 0 0,89 3 0 0 0,-2-1 0 0 0,93 13 0 0 0,-167-17 1 0 0,54-7 0 0 0,9 0-1 0 0,-82 7-10 0 0,-1 0-1 0 0,1 1 1 0 0,-1 1 0 0 0,0 0 0 0 0,14 5-1 0 0,6 1-104 0 0,58 8-1 0 0,11 1-241 0 0,-17 10 306 0 0,-51-15 38 0 0,-14-7 13 0 0,0-1 0 0 0,33 4 0 0 0,-34-6 0 0 0,9 0 0 0 0,46-2 0 0 0,9 0 0 0 0,-38 4 0 0 0,-21-2 0 0 0,0 0 0 0 0,0-1 0 0 0,32-4 0 0 0,79-11 0 0 0,-104 14 0 0 0,0 1 0 0 0,0 1 0 0 0,55 12 0 0 0,-74-12 0 0 0,0-1 0 0 0,0 0 0 0 0,0-1 0 0 0,1 0 0 0 0,-1-1 0 0 0,18-4 0 0 0,71-22 0 0 0,-70 17 0 0 0,57-9 0 0 0,-63 14 0 0 0,30-9 0 0 0,-36 9 0 0 0,-14 3 0 0 0,10-2 0 0 0,1 0 0 0 0,0 0 0 0 0,0 2 0 0 0,24-1 0 0 0,-12 3 0 0 0,-19 1 0 0 0,0 0 0 0 0,-1-1 0 0 0,1-1 0 0 0,0 1 0 0 0,0-1 0 0 0,0-1 0 0 0,10-3 0 0 0,22-3 0 0 0,-31 5-6 0 0,0 0 1 0 0,0 1-1 0 0,0 1 0 0 0,0-1 0 0 0,0 2 0 0 0,0-1 0 0 0,0 2 1 0 0,0-1-1 0 0,0 1 0 0 0,18 4 0 0 0,-22-3 4 0 0,1-1-1 0 0,-1 0 1 0 0,1-1-1 0 0,0 1 1 0 0,-1-1 0 0 0,1-1-1 0 0,-1 1 1 0 0,1-1-1 0 0,10-3 1 0 0,6-2-16 0 0,29-13 1 0 0,-24 9 12 0 0,-5 2 5 0 0,1 2 0 0 0,37-4 0 0 0,19-5 0 0 0,-58 8 0 0 0,-1-1 0 0 0,29-15 0 0 0,4-2 0 0 0,-38 18 24 0 0,26-17 1 0 0,-16 8-10 0 0,107-51-15 0 0,-62 28 0 0 0,-42 22 0 0 0,31-22-136 0 0,-46 31 136 0 0,-1-1 0 0 0,-1 0 0 0 0,1-1 0 0 0,10-11 0 0 0,-16 13 0 0 0,-1 0 0 0 0,0 0 0 0 0,-1 0 0 0 0,6-11 0 0 0,12-17 0 0 0,-2 5 3 0 0,-15 22-7 0 0,0 0 0 0 0,1 0 1 0 0,7-8-1 0 0,0 3-28 0 0,48-52-207 0 0,-46 43 223 0 0,-12 16 17 0 0,0 1 0 0 0,0 0-1 0 0,6-6 1 0 0,-7 8 5 0 0,1 0-1 0 0,-1-1 1 0 0,-1 1-1 0 0,1-1 1 0 0,2-5-1 0 0,4-7 22 0 0,1 0-25 0 0,1 1 0 0 0,0 1-1 0 0,1 0 1 0 0,1 1 0 0 0,0 0-1 0 0,27-20 1 0 0,-34 28-2 0 0,0 0 0 0 0,0 0 0 0 0,0-1 0 0 0,0 0 0 0 0,-1 0 0 0 0,4-8 0 0 0,20-24 0 0 0,9 0 0 0 0,-25 28 0 0 0,-1-1 0 0 0,-1-1 0 0 0,0 0 0 0 0,-1 0 0 0 0,13-22 0 0 0,-22 32 10 0 0,1 0 1 0 0,-1-1-1 0 0,0 1 1 0 0,0 0-1 0 0,0-1 0 0 0,-1 1 1 0 0,1-1-1 0 0,-1 1 1 0 0,0-1-1 0 0,0 0 0 0 0,0 1 1 0 0,0-1-1 0 0,-1 1 1 0 0,1-1-1 0 0,-1 1 0 0 0,0-1 1 0 0,-3-6-1 0 0,-1-2 68 0 0,-1 0 1 0 0,-1 1-1 0 0,-13-17 0 0 0,-7-16 16 0 0,1-2-173 0 0,16 29 81 0 0,0 0-1 0 0,-11-32 1 0 0,18 40 1 0 0,0 2 6 0 0,1 1-1 0 0,0-1 1 0 0,0 0 0 0 0,1 0 0 0 0,0 0-1 0 0,0-11 1 0 0,3-28-9 0 0,9-52 0 0 0,-3 36 0 0 0,-8 57 9 0 0,1 0 0 0 0,-1 0-1 0 0,-1 0 1 0 0,1 0 0 0 0,-1 0 0 0 0,0 0-1 0 0,0 0 1 0 0,0 0 0 0 0,-1 0 0 0 0,0 1-1 0 0,-4-9 1 0 0,-2-1 39 0 0,0 1 0 0 0,-15-17 0 0 0,16 21-38 0 0,0 2 27 0 0,1 1 0 0 0,-1 0 0 0 0,0 0 0 0 0,0 0 0 0 0,-16-8-1 0 0,-16-13 142 0 0,-10-21 13 0 0,22 20-140 0 0,14 15 11 0 0,7 5-28 0 0,-1 1 1 0 0,-1 1-1 0 0,-10-9 0 0 0,-4-2 57 0 0,-35-32-1 0 0,33 27-82 0 0,15 14-1 0 0,0 0 0 0 0,-1 0-1 0 0,1 1 1 0 0,-1 1 0 0 0,-1 0-1 0 0,1 0 1 0 0,-1 1 0 0 0,0 0-1 0 0,0 1 1 0 0,-1 0 0 0 0,-15-2-1 0 0,15 4-6 0 0,-1 1 0 0 0,-20 1 0 0 0,24 1 0 0 0,0-1 0 0 0,0 0 0 0 0,0-1 0 0 0,0 0 0 0 0,0-1 0 0 0,-13-3 0 0 0,-8-6 0 0 0,-1 2 0 0 0,0 1 0 0 0,-1 2 0 0 0,-46-5 0 0 0,-24-4 0 0 0,72 9 0 0 0,-1 2 0 0 0,-37-1 0 0 0,38 6-2 0 0,0 1 0 0 0,-39 8 0 0 0,-56 19-57 0 0,84-18 52 0 0,15-6 7 0 0,-48 3 0 0 0,45-6 0 0 0,-31 7 0 0 0,33-4 0 0 0,0-1 0 0 0,-51 0 0 0 0,-23-8 0 0 0,19-1 0 0 0,67 3 0 0 0,0-1 0 0 0,0-1 0 0 0,1 0 0 0 0,-1-1 0 0 0,-16-8 0 0 0,21 9 0 0 0,-1 0 0 0 0,1 1 0 0 0,-1 1 0 0 0,0 0 0 0 0,0 0 0 0 0,0 1 0 0 0,0 0 0 0 0,-15 2 0 0 0,-16-3 0 0 0,20 2 0 0 0,-1 1 0 0 0,0 1 0 0 0,-39 8 0 0 0,18-2 0 0 0,30-5 0 0 0,1 1 0 0 0,0 0 0 0 0,-1 1 0 0 0,-13 7 0 0 0,16-6 0 0 0,-1-1 0 0 0,0 0 0 0 0,1-1 0 0 0,-2-1 0 0 0,-21 4 0 0 0,15-7 47 0 0,1 0-1 0 0,0-1 1 0 0,0-2-1 0 0,-29-6 0 0 0,-27-3 104 0 0,55 10-131 0 0,-1 1-1 0 0,1 1 1 0 0,-36 4 0 0 0,21 3-19 0 0,20-4 0 0 0,0-1 0 0 0,0 0 0 0 0,0-1 0 0 0,-22 0 0 0 0,32-2 1 0 0,1 0 0 0 0,-1 0 0 0 0,1 0 0 0 0,-1 0 0 0 0,1-1 0 0 0,-1 1 1 0 0,1-1-1 0 0,0 0 0 0 0,0 0 0 0 0,0 0 0 0 0,0-1 0 0 0,0 1 0 0 0,0 0 1 0 0,1-1-1 0 0,-1 0 0 0 0,-2-4 0 0 0,-9-7 110 0 0,14 13-101 0 0,-1 1 0 0 0,0-1-1 0 0,1 1 1 0 0,-1 0 0 0 0,0-1-1 0 0,0 1 1 0 0,0-1 0 0 0,1 1-1 0 0,-1 0 1 0 0,0 0 0 0 0,0 0-1 0 0,0-1 1 0 0,0 1 0 0 0,0 0 0 0 0,1 0-1 0 0,-1 0 1 0 0,0 0 0 0 0,0 0-1 0 0,0 1 1 0 0,0-1 0 0 0,-1 0-1 0 0,-22 10 37 0 0,5-3-51 0 0,13-7 17 0 0,-1 0 1 0 0,0 0-1 0 0,1 0 1 0 0,-1-1-1 0 0,1 0 1 0 0,-1 0-1 0 0,1-1 1 0 0,-12-4-1 0 0,11 4 4 0 0,-3-1-429 0 0,0 0 1 0 0,0 0-1 0 0,0 1 1 0 0,-1 0 0 0 0,1 1-1 0 0,-1 0 1 0 0,-14 1-1 0 0,-1 2-6377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3T15:45:28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0 152 7258 0 0,'13'-24'2104'0'0,"-2"4"-1369"0"0,-9 17-667 0 0,-1-1 0 0 0,1 1 0 0 0,0 0 0 0 0,0-1 0 0 0,0 1 1 0 0,1 0-1 0 0,-1 0 0 0 0,1 1 0 0 0,4-5 0 0 0,-5 6-4 0 0,-1 1-1 0 0,1 0 1 0 0,0 0 0 0 0,0 0-1 0 0,-1 0 1 0 0,1 0-1 0 0,0 0 1 0 0,-1 0-1 0 0,1 1 1 0 0,0-1 0 0 0,-1 1-1 0 0,1-1 1 0 0,0 1-1 0 0,-1-1 1 0 0,1 1-1 0 0,-1 0 1 0 0,3 2 0 0 0,9 2 296 0 0,-5-3-247 0 0,0-1 0 0 0,1 0 1 0 0,-1 0-1 0 0,0-1 0 0 0,0 0 1 0 0,0 0-1 0 0,1-1 0 0 0,7-2 1 0 0,67-19 272 0 0,-59 15-216 0 0,42-16-51 0 0,-39 13-70 0 0,46-11-1 0 0,-72 20-70 0 0,1 1 0 0 0,-1-1 1 0 0,1 1-1 0 0,0 0 0 0 0,-1 0 0 0 0,1 0 0 0 0,-1 0 1 0 0,1 0-1 0 0,-1 0 0 0 0,1 0 0 0 0,-1 0 1 0 0,1 1-1 0 0,0-1 0 0 0,-1 1 0 0 0,1-1 0 0 0,-1 1 1 0 0,0-1-1 0 0,1 1 0 0 0,-1 0 0 0 0,0 0 0 0 0,3 2 1 0 0,-3-2-6 0 0,0 0 0 0 0,-1 0 1 0 0,1 0-1 0 0,-1 1 1 0 0,1-1-1 0 0,-1 0 0 0 0,0 1 1 0 0,1-1-1 0 0,-1 0 1 0 0,0 1-1 0 0,0-1 0 0 0,0 0 1 0 0,0 1-1 0 0,0-1 1 0 0,0 0-1 0 0,0 1 0 0 0,-1-1 1 0 0,1 0-1 0 0,0 1 1 0 0,-1-1-1 0 0,1 0 0 0 0,-1 1 1 0 0,1-1-1 0 0,-1 0 1 0 0,-1 2-1 0 0,-4 7-402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3T15:45:28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0 276 9242 0 0,'4'-6'266'0'0,"0"1"0"0"0,0-1 1 0 0,0 0-1 0 0,0 1 0 0 0,1 0 0 0 0,6-5 1 0 0,35-27 1138 0 0,-29 23-1281 0 0,-4 4 18 0 0,1 0 0 0 0,-1 1 1 0 0,2 1-1 0 0,23-11 0 0 0,-28 15-123 0 0,1 1 0 0 0,-1 0 0 0 0,1 0-1 0 0,-1 1 1 0 0,1 1 0 0 0,0 0-1 0 0,21 0 1 0 0,17 5 69 0 0,-27-2 150 0 0,-1 0 1 0 0,37-3-1 0 0,-29-3-67 0 0,0-1 0 0 0,-1-1 0 0 0,32-11 0 0 0,-43 11-438 0 0,0-1 1 0 0,-1-1-1 0 0,0 0 1 0 0,0-1-1 0 0,-1 0 1 0 0,17-15-1 0 0,-20 13-1168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3T15:45:29.4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90 539 9010 0 0,'6'-3'339'0'0,"1"0"1"0"0,-1-1-1 0 0,0 1 1 0 0,0-1-1 0 0,0 0 1 0 0,10-9-1 0 0,30-34 1048 0 0,-41 41-1397 0 0,4-4 276 0 0,0-1 1 0 0,-1 0-1 0 0,0-1 1 0 0,-1 0 0 0 0,-1 0-1 0 0,8-20 1 0 0,21-79 1262 0 0,-23 66-1325 0 0,-10 38-165 0 0,-1 0 0 0 0,0 0 0 0 0,0 0 0 0 0,-1 0 0 0 0,1 0 0 0 0,-2 0 0 0 0,1 0 0 0 0,-1 0 0 0 0,0 0 0 0 0,-4-11 0 0 0,2 8 10 0 0,0 1-1 0 0,-1-1 1 0 0,0 1 0 0 0,-1 0-1 0 0,0 1 1 0 0,0-1-1 0 0,-7-7 1 0 0,10 14-32 0 0,0-1 0 0 0,0 1 1 0 0,0 0-1 0 0,-1 0 1 0 0,1 0-1 0 0,-1 0 0 0 0,1 0 1 0 0,-1 1-1 0 0,0-1 1 0 0,0 1-1 0 0,1-1 0 0 0,-1 1 1 0 0,0 0-1 0 0,0 0 1 0 0,0 1-1 0 0,0-1 0 0 0,-1 1 1 0 0,1-1-1 0 0,0 1 1 0 0,0 0-1 0 0,0 0 0 0 0,0 0 1 0 0,-6 2-1 0 0,3-1-5 0 0,0 1 0 0 0,0 0 0 0 0,0 0 0 0 0,1 0 0 0 0,-1 1-1 0 0,1 0 1 0 0,-1 0 0 0 0,1 1 0 0 0,0-1 0 0 0,0 1 0 0 0,-6 6 0 0 0,-2 4-29 0 0,0 0 1 0 0,1 1-1 0 0,1 0 1 0 0,0 1-1 0 0,1 0 0 0 0,-10 23 1 0 0,15-29 12 0 0,1 1 1 0 0,1-1 0 0 0,-1 1-1 0 0,2 0 1 0 0,-1 0-1 0 0,2 0 1 0 0,-1 0 0 0 0,1 0-1 0 0,1 0 1 0 0,0 0 0 0 0,1 1-1 0 0,2 11 1 0 0,-3-21 0 0 0,1 0 0 0 0,-1 1 1 0 0,1-1-1 0 0,0 0 0 0 0,-1 0 1 0 0,1 0-1 0 0,0 0 0 0 0,0-1 0 0 0,0 1 1 0 0,1 0-1 0 0,-1 0 0 0 0,0-1 1 0 0,1 1-1 0 0,-1 0 0 0 0,1-1 1 0 0,0 0-1 0 0,-1 1 0 0 0,1-1 0 0 0,0 0 1 0 0,0 0-1 0 0,0 0 0 0 0,0 0 1 0 0,0 0-1 0 0,0 0 0 0 0,0 0 0 0 0,0-1 1 0 0,0 1-1 0 0,0-1 0 0 0,0 0 1 0 0,0 0-1 0 0,0 1 0 0 0,1-1 1 0 0,-1 0-1 0 0,0-1 0 0 0,0 1 0 0 0,3-1 1 0 0,2 0-7 0 0,0 0 0 0 0,-1-1-1 0 0,1 0 1 0 0,-1 0 0 0 0,1-1 0 0 0,-1 0 0 0 0,0 0 0 0 0,0 0 0 0 0,0-1 0 0 0,6-5 0 0 0,-1 0 15 0 0,-1 0-1 0 0,-1-1 1 0 0,1 0 0 0 0,-2-1 0 0 0,1 0 0 0 0,-1 0-1 0 0,-1 0 1 0 0,0-1 0 0 0,-1 0 0 0 0,9-24 0 0 0,-13 28-6 0 0,1-1 0 0 0,1 1 0 0 0,-1 1 0 0 0,10-15 0 0 0,-12 21 0 0 0,0-7 0 0 0,-1 6-35 0 0,-3 10 494 0 0,0 8-374 0 0,0 1 1 0 0,0 24-1 0 0,6 83 48 0 0,0 39 22 0 0,-8-89-155 0 0,-24 123 0 0 0,22-158 1 0 0,2 0 0 0 0,-1 42 0 0 0,6-62-3 0 0,1 0 0 0 0,0 0 0 0 0,1-1-1 0 0,1 1 1 0 0,1-1 0 0 0,9 27 0 0 0,-11-40-30 0 0,0-1 0 0 0,0 1-1 0 0,0 0 1 0 0,0 0 0 0 0,1-1 0 0 0,0 0 0 0 0,0 1-1 0 0,0-1 1 0 0,0 0 0 0 0,1 0 0 0 0,-1-1 0 0 0,1 1-1 0 0,0-1 1 0 0,0 0 0 0 0,1 0 0 0 0,-1 0 0 0 0,1 0 0 0 0,-1-1-1 0 0,1 0 1 0 0,0 0 0 0 0,9 3 0 0 0,-1-3-28 0 0,0 0 1 0 0,0-1 0 0 0,1 0-1 0 0,-1-1 1 0 0,0 0 0 0 0,0-1-1 0 0,1-1 1 0 0,-1 0 0 0 0,0-1-1 0 0,-1 0 1 0 0,14-5 0 0 0,-20 5 65 0 0,-1-1 0 0 0,1 1 1 0 0,-1-1-1 0 0,0 1 0 0 0,0-2 1 0 0,0 1-1 0 0,7-8 0 0 0,27-39 69 0 0,-34 43-68 0 0,4-4 14 0 0,-1-1 0 0 0,0 0 0 0 0,11-27 0 0 0,-18 37-21 0 0,0 0 0 0 0,-1 0 0 0 0,1 0 0 0 0,-1-1 0 0 0,0 1 0 0 0,0 0 0 0 0,0-1 0 0 0,0 1 0 0 0,-1 0 0 0 0,1 0 0 0 0,-1 0 0 0 0,0-1 0 0 0,0 1 0 0 0,0 0 0 0 0,0 0 0 0 0,-1 0 0 0 0,-2-4 0 0 0,0 0 0 0 0,-1 0 0 0 0,0 1 0 0 0,0-1 0 0 0,0 1 0 0 0,-1 1 0 0 0,-6-7 0 0 0,-1 2-5 0 0,-2-1 0 0 0,0 2 1 0 0,0 0-1 0 0,-23-10 1 0 0,6 6-25 0 0,-41-11 1 0 0,62 21 28 0 0,-26-9 0 0 0,51 13 24 0 0,-1 0 1 0 0,0-1 0 0 0,0-1 0 0 0,22-3 0 0 0,9-4 182 0 0,-24 4-103 0 0,1 0 0 0 0,31-1-1 0 0,-49 5-124 0 0,0 0-1 0 0,0 0 0 0 0,0 0 0 0 0,-1 1 1 0 0,1-1-1 0 0,0 1 0 0 0,0-1 0 0 0,5 3 0 0 0,-13 3-1617 0 0,1-2 95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3T15:45:31.0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5 9186 0 0,'-2'-5'7112'0'0,"5"7"-7082"0"0,0 0 0 0 0,0 0 0 0 0,0 0 0 0 0,-1 1 0 0 0,1-1 0 0 0,-1 1 0 0 0,0 0 0 0 0,0-1 0 0 0,0 1 1 0 0,0 0-1 0 0,0 0 0 0 0,0 0 0 0 0,-1 0 0 0 0,0 1 0 0 0,1-1 0 0 0,-1 0 0 0 0,0 1 0 0 0,-1-1 0 0 0,1 0 0 0 0,0 5 0 0 0,-2 0-21 0 0,0 1 1 0 0,0 0-1 0 0,-1-1 0 0 0,0 0 0 0 0,-1 1 1 0 0,-4 9-1 0 0,0 3-53 0 0,7-22 39 0 0,0 1-1 0 0,0 0 1 0 0,0 0 0 0 0,0 0-1 0 0,0 0 1 0 0,0 0-1 0 0,0 0 1 0 0,-1-1 0 0 0,1 1-1 0 0,0 0 1 0 0,0 0-1 0 0,0 0 1 0 0,0 0-1 0 0,0 0 1 0 0,0 0 0 0 0,0 0-1 0 0,0 0 1 0 0,0 0-1 0 0,0-1 1 0 0,0 1 0 0 0,-1 0-1 0 0,1 0 1 0 0,0 0-1 0 0,0 0 1 0 0,0 0-1 0 0,0 0 1 0 0,0 0 0 0 0,0 0-1 0 0,0 0 1 0 0,0 0-1 0 0,-1 0 1 0 0,1 0 0 0 0,0 0-1 0 0,0 0 1 0 0,0 0-1 0 0,0 0 1 0 0,0 0-1 0 0,0 0 1 0 0,-1 0 0 0 0,1 0-1 0 0,0 0 1 0 0,0 0-1 0 0,0 0 1 0 0,0 0-1 0 0,0 0 1 0 0,0 0 0 0 0,0 0-1 0 0,-1 0 1 0 0,1 0-1 0 0,0 1 1 0 0,0-1 0 0 0,0 0-1 0 0,0 0 1 0 0,0 0-1 0 0,0 0 1 0 0,0 0-1 0 0,0 0 1 0 0,0 0 0 0 0,0 0-1 0 0,0 0 1 0 0,0 1-1 0 0,-1-1 1 0 0,1 0 0 0 0,0 0-1 0 0,0 0 1 0 0,0 0-1 0 0,0 0 1 0 0,0 0-1 0 0,0 1 1 0 0,-2-7-199 0 0,1 5 31 0 0,-1-4-1144 0 0,-1-3 1279 0 0,-11-31-190 0 0,13 35 216 0 0,0 1 1 0 0,1-1-1 0 0,-1 1 0 0 0,1-1 1 0 0,0 1-1 0 0,0-1 1 0 0,0 0-1 0 0,0 1 0 0 0,1-1 1 0 0,1-5-1 0 0,-1 5 18 0 0,1-1 0 0 0,-1 1 0 0 0,1 0 0 0 0,0 0 0 0 0,0 0 0 0 0,0 0 0 0 0,1 1 0 0 0,3-6-1 0 0,-6 13 243 0 0,-1 0 0 0 0,1 0-1 0 0,0 0 1 0 0,1 0-1 0 0,-1 0 1 0 0,1 4-1 0 0,1 10-52 0 0,-2 122 185 0 0,-3-136-337 0 0,2-4-45 0 0,1-1-1 0 0,-1 0 1 0 0,1 0-1 0 0,0 0 1 0 0,-1 1-1 0 0,1-1 1 0 0,0 0-1 0 0,-1 0 1 0 0,1 0-1 0 0,0 0 1 0 0,0 0-1 0 0,0 0 1 0 0,-1 0-1 0 0,1 1 1 0 0,0-1-1 0 0,1-1 1 0 0,-3-14-206 0 0,1 1 0 0 0,1 0 0 0 0,0 0 1 0 0,1 0-1 0 0,1-1 0 0 0,4-16 0 0 0,-4 23 217 0 0,1-4-200 0 0,-1 11 662 0 0,-1 5 758 0 0,15 139-1940 0 0,-16-126-451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3T15:45:32.6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1 113 6849 0 0,'11'-14'1270'0'0,"1"5"-535"0"0,0-1-1 0 0,0 1 1 0 0,25-12 0 0 0,-31 17-551 0 0,0 1-41 0 0,-1 0 0 0 0,1 1 1 0 0,0 0-1 0 0,0 0 0 0 0,0 0 0 0 0,0 1 0 0 0,0-1 0 0 0,0 1 0 0 0,0 1 0 0 0,10-1 0 0 0,-1 3 522 0 0,1-1 0 0 0,29 8 0 0 0,-35-7-587 0 0,1 0 0 0 0,-1-1 0 0 0,1-1-1 0 0,0 0 1 0 0,-1 0 0 0 0,19-3 0 0 0,61-19 449 0 0,-68 16-495 0 0,-8 1-32 0 0,-12 3 0 0 0,0 1 0 0 0,0 1 0 0 0,0-1 0 0 0,0 0 0 0 0,0 0 0 0 0,0 1 0 0 0,1-1 0 0 0,1 1 0 0 0,-10 6-229 0 0,5-3 109 0 0,-1-1-1 0 0,0 0 0 0 0,0 0 0 0 0,0 0 0 0 0,0 0 1 0 0,0 0-1 0 0,0 0 0 0 0,-5 3 0 0 0,1-1-971 0 0,-38 30-2227 0 0,30-23-604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3T15:45:32.9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8090 0 0,'9'8'8060'0'0,"-4"-4"-7782"0"0,15 11 2 0 0,-19-14-249 0 0,0 0-1 0 0,-1 0 1 0 0,1 0 0 0 0,0 0 0 0 0,0 0 0 0 0,-1 0 0 0 0,1 0 0 0 0,-1 1 0 0 0,1-1 0 0 0,-1 0 0 0 0,0 0 0 0 0,1 0 0 0 0,-1 0 0 0 0,0 1 0 0 0,0-1 0 0 0,0 0 0 0 0,0 0 0 0 0,0 1 0 0 0,0-1 0 0 0,0 2 0 0 0,-1 2 103 0 0,3 25 48 0 0,1-1 1 0 0,2 0-1 0 0,0 1 0 0 0,13 33 1 0 0,-14-49-891 0 0,-1 1 0 0 0,0 0 0 0 0,2 21 1 0 0,-3-15-575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3T15:45:34.1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68 144 4145 0 0,'0'1'101'0'0,"0"-1"0"0"0,-1 0-1 0 0,1 0 1 0 0,-1 0 0 0 0,1 1 0 0 0,0-1 0 0 0,-1 0 0 0 0,1 0 0 0 0,-1 0 0 0 0,1 0-1 0 0,-1 0 1 0 0,1 0 0 0 0,-1 0 0 0 0,1 0 0 0 0,-1 0 0 0 0,1 0 0 0 0,0 0-1 0 0,-1 0 1 0 0,1 0 0 0 0,-1 0 0 0 0,1 0 0 0 0,-1 0 0 0 0,1 0 0 0 0,-1-1-1 0 0,1 1 1 0 0,0 0 0 0 0,-1 0 0 0 0,1-1 0 0 0,0 1 0 0 0,-1 0 0 0 0,-6-15 6110 0 0,6 11-4659 0 0,6 1-1330 0 0,15-10-45 0 0,-9 9 84 0 0,-11 4-254 0 0,1 0 0 0 0,-1 0 0 0 0,0 0 0 0 0,0 0 0 0 0,1 0 0 0 0,-1 0 1 0 0,0 0-1 0 0,0 0 0 0 0,1 0 0 0 0,-1 0 0 0 0,0 0 0 0 0,0 0 0 0 0,0-1 0 0 0,1 1 0 0 0,-1 0 0 0 0,0 0 0 0 0,0 0 1 0 0,0 0-1 0 0,0-1 0 0 0,1 1 0 0 0,-1 0 0 0 0,0 0 0 0 0,0 0 0 0 0,0-1 0 0 0,0 1 0 0 0,0 0 0 0 0,0 0 1 0 0,0 0-1 0 0,0-1 0 0 0,1 1 0 0 0,-1 0 0 0 0,0 0 0 0 0,0-1 0 0 0,0 1 0 0 0,0 0 0 0 0,0 0 0 0 0,0-1 0 0 0,0 1 1 0 0,0 0-1 0 0,-1 0 0 0 0,1-1 0 0 0,0 1 0 0 0,0 0 0 0 0,0 0 0 0 0,0 0 0 0 0,0-1 0 0 0,0 1 0 0 0,5-21-7 0 0,-1-8 0 0 0,-4 27 2 0 0,0 0 0 0 0,0 1 0 0 0,0-1 0 0 0,0 0 0 0 0,0 0 0 0 0,0 1 0 0 0,-1-1 0 0 0,1 0 0 0 0,-1 1 0 0 0,1-1 0 0 0,-1 0 0 0 0,1 1 0 0 0,-1-1 0 0 0,0 1 0 0 0,0-1 0 0 0,0 1 0 0 0,0 0 0 0 0,0-1 0 0 0,0 1 0 0 0,0 0 0 0 0,-1 0 0 0 0,1-1 0 0 0,0 1 0 0 0,-1 0 0 0 0,1 0 0 0 0,-1 1 0 0 0,1-1 0 0 0,-1 0 0 0 0,1 0 0 0 0,-1 1 0 0 0,-1-1 0 0 0,0 0 2 0 0,0 0 0 0 0,0 0 0 0 0,0 1 0 0 0,1 0-1 0 0,-1-1 1 0 0,0 1 0 0 0,0 0 0 0 0,0 0-1 0 0,0 0 1 0 0,0 1 0 0 0,0-1 0 0 0,1 1-1 0 0,-1 0 1 0 0,0-1 0 0 0,0 1 0 0 0,-2 2-1 0 0,4-3-3 0 0,0 1 0 0 0,0-1 0 0 0,0 1 0 0 0,0 0 0 0 0,0-1 0 0 0,0 1 0 0 0,0 0 0 0 0,0 0 0 0 0,1 0 0 0 0,-1-1 0 0 0,0 1 0 0 0,1 0 0 0 0,-1 0 0 0 0,0 0 0 0 0,1 0 0 0 0,-1 0 0 0 0,1 0 0 0 0,-1 0 0 0 0,1 1 0 0 0,0-1 0 0 0,-1 0 0 0 0,1 0 0 0 0,0 1 0 0 0,0-1 0 0 0,1 0 0 0 0,-1 0 0 0 0,0 0 0 0 0,1 0 0 0 0,-1-1 0 0 0,0 1 0 0 0,1 0 0 0 0,-1 0 0 0 0,1 0 0 0 0,0-1 0 0 0,-1 1 0 0 0,1 0 0 0 0,0-1 0 0 0,-1 1 0 0 0,1-1 0 0 0,0 1 0 0 0,0-1 0 0 0,-1 1 0 0 0,1-1 0 0 0,0 1 0 0 0,0-1 0 0 0,0 0 0 0 0,0 1 0 0 0,0-1 0 0 0,0 0 0 0 0,-1 0 0 0 0,1 0 0 0 0,1 1 0 0 0,3 0 13 0 0,0 0 0 0 0,0 0 0 0 0,0 1-1 0 0,0 0 1 0 0,0 0 0 0 0,7 5 0 0 0,-11-6-104 0 0,1 0 0 0 0,-1-1-1 0 0,0 1 1 0 0,0 0 0 0 0,1 1 0 0 0,-1-1 0 0 0,0 0 0 0 0,0 0 0 0 0,0 0 0 0 0,0 1 0 0 0,0-1 0 0 0,-1 0 0 0 0,1 1 0 0 0,0-1 0 0 0,-1 1 0 0 0,1-1 0 0 0,-1 1 0 0 0,1-1 0 0 0,-1 1 0 0 0,1 0 0 0 0,-1-1 0 0 0,0 1 0 0 0,0-1 0 0 0,0 1 0 0 0,0 2 0 0 0,-1 3-984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3T15:45:34.8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357 255 1376 0 0,'12'-14'2835'0'0,"0"0"0"0"0,-1 0 0 0 0,10-16 0 0 0,-2-4-1703 0 0,-16 29-900 0 0,0-1 0 0 0,0 0 0 0 0,-1 1 0 0 0,0-1-1 0 0,0 0 1 0 0,-1 0 0 0 0,1-1 0 0 0,-1 1 0 0 0,-1 0 0 0 0,1-7-1 0 0,-1 9-109 0 0,-1 1-1 0 0,1 0 1 0 0,0 0-1 0 0,-1-1 0 0 0,0 1 1 0 0,0 0-1 0 0,0 0 1 0 0,0 0-1 0 0,0 0 1 0 0,-1 0-1 0 0,0 0 0 0 0,1 0 1 0 0,-1 0-1 0 0,0 1 1 0 0,0-1-1 0 0,0 1 0 0 0,-1-1 1 0 0,1 1-1 0 0,-1 0 1 0 0,-4-4-1 0 0,3 4 38 0 0,0 0 0 0 0,-1 1 0 0 0,1-1 0 0 0,-1 1 0 0 0,1 0 0 0 0,-1 0 0 0 0,1 0 0 0 0,-1 0 0 0 0,-9 1 0 0 0,0 0-83 0 0,1 0-1 0 0,-18 4 0 0 0,25-2-63 0 0,-1 0-1 0 0,1 0 0 0 0,-1 0 1 0 0,1 1-1 0 0,0 0 0 0 0,0 1 1 0 0,0-1-1 0 0,0 1 0 0 0,1 0 1 0 0,-1 1-1 0 0,1-1 0 0 0,-5 6 1 0 0,-4 6 49 0 0,0 0 0 0 0,-18 29 0 0 0,13-10-44 0 0,0 0-1 0 0,-16 49 1 0 0,18-44-13 0 0,3-5-4 0 0,1 0 0 0 0,1 1 0 0 0,3 0 0 0 0,1 0 0 0 0,1 1 0 0 0,-3 70 0 0 0,11-86-14 0 0,0-1 1 0 0,2 1 0 0 0,0 0-1 0 0,1-1 1 0 0,1 0 0 0 0,1 0-1 0 0,1 0 1 0 0,0-1-1 0 0,2 0 1 0 0,0-1 0 0 0,1 1-1 0 0,1-2 1 0 0,1 0 0 0 0,0 0-1 0 0,1-1 1 0 0,1 0 0 0 0,26 23-1 0 0,-31-32-213 0 0,1 0-1 0 0,-1 0 1 0 0,1-1-1 0 0,0 0 1 0 0,0-1-1 0 0,1 0 1 0 0,-1 0-1 0 0,1-1 1 0 0,0-1-1 0 0,0 0 1 0 0,1 0-1 0 0,17 1 1 0 0,-7-4-1112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3T15:45:35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0 610 13827 0 0,'0'0'56'0'0,"1"1"1"0"0,-1-1-1 0 0,0 1 1 0 0,0-1-1 0 0,0 0 1 0 0,1 1-1 0 0,-1-1 1 0 0,0 1-1 0 0,1-1 1 0 0,-1 0-1 0 0,0 0 1 0 0,1 1-1 0 0,-1-1 1 0 0,1 0-1 0 0,-1 1 0 0 0,0-1 1 0 0,1 0-1 0 0,-1 0 1 0 0,1 0-1 0 0,-1 0 1 0 0,1 1-1 0 0,-1-1 1 0 0,0 0-1 0 0,1 0 1 0 0,-1 0-1 0 0,1 0 1 0 0,-1 0-1 0 0,1 0 1 0 0,-1 0-1 0 0,1 0 1 0 0,-1 0-1 0 0,1 0 0 0 0,0-1 1 0 0,14-7 715 0 0,-11 5-523 0 0,3-1-161 0 0,-1-1 1 0 0,0 0 0 0 0,0-1-1 0 0,0 0 1 0 0,8-9 0 0 0,23-38 20 0 0,-17 22-74 0 0,0 2 216 0 0,-1-1 0 0 0,-2-1 0 0 0,-1 0 0 0 0,-1-1 0 0 0,-2-1 0 0 0,-2 0-1 0 0,0-1 1 0 0,-3 0 0 0 0,0-1 0 0 0,3-53 0 0 0,-11 86-248 0 0,0-33 169 0 0,0 33-137 0 0,0 0 0 0 0,0 0 0 0 0,0 0 0 0 0,-1 0 0 0 0,1 0 0 0 0,-1 0 0 0 0,0 0 0 0 0,0 0 0 0 0,1 0 0 0 0,-1 0 0 0 0,0 0 0 0 0,-1 0-1 0 0,0-2 1 0 0,1 4-27 0 0,1 0-1 0 0,0-1 1 0 0,0 1-1 0 0,-1 0 1 0 0,1 0-1 0 0,0 0 0 0 0,0-1 1 0 0,-1 1-1 0 0,1 0 1 0 0,0 0-1 0 0,-1 0 1 0 0,1 0-1 0 0,0-1 0 0 0,-1 1 1 0 0,1 0-1 0 0,-1 0 1 0 0,1 0-1 0 0,0 0 1 0 0,-1 0-1 0 0,1 0 1 0 0,0 0-1 0 0,-1 0 0 0 0,1 0 1 0 0,0 0-1 0 0,-1 0 1 0 0,1 0-1 0 0,-1 0 1 0 0,1 1-1 0 0,0-1 0 0 0,-1 0 1 0 0,1 0-1 0 0,-9 11 33 0 0,7-7-44 0 0,0-1 1 0 0,1 1-1 0 0,-1 0 1 0 0,1-1-1 0 0,-1 7 1 0 0,0 54-123 0 0,4 109-7 0 0,1-87 111 0 0,6 101-33 0 0,-5-145-31 0 0,2-1 0 0 0,16 60 0 0 0,-17-83 26 0 0,0-2-37 0 0,9 23 0 0 0,-12-34 33 0 0,0-1 0 0 0,0 1-1 0 0,1-1 1 0 0,0 1 0 0 0,0-1 0 0 0,0 0 0 0 0,0 0 0 0 0,1-1 0 0 0,4 5 0 0 0,-7-7 14 0 0,1 0 1 0 0,0 0-1 0 0,0 0 0 0 0,-1 0 1 0 0,1 0-1 0 0,0 0 0 0 0,0-1 0 0 0,0 1 1 0 0,0-1-1 0 0,0 1 0 0 0,0-1 1 0 0,0 0-1 0 0,0 0 0 0 0,0 0 0 0 0,0 0 1 0 0,0 0-1 0 0,0 0 0 0 0,0 0 1 0 0,0-1-1 0 0,0 1 0 0 0,0-1 0 0 0,0 1 1 0 0,0-1-1 0 0,0 0 0 0 0,0 0 1 0 0,0 0-1 0 0,-1 0 0 0 0,1 0 0 0 0,0 0 1 0 0,-1-1-1 0 0,2 0 0 0 0,5-5-163 0 0,-1 0-1 0 0,0 0 0 0 0,-1 0 1 0 0,0-1-1 0 0,6-8 1 0 0,-2 0-773 0 0,0-1 0 0 0,7-19 0 0 0,-6 13-393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3T15:45:35.5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0 11979 0 0,'-5'4'485'0'0,"-3"12"5934"0"0,84-10-5507 0 0,-24-2-687 0 0,169 24 70 0 0,-40-4-126 0 0,-157-22-710 0 0,0-2-1 0 0,0 0 0 0 0,26-4 0 0 0,-25 0-667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13T16:19:41.5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13530 8140 691 0,'-10'5'61'0,"2"-1"-49"0,0-4-12 0,3 2 0 16,4-2 209-16,0 0 39 0,0 0 8 0,-2 0 2 16,0 0-148-16,-4 0-30 0,2 0-5 0,-1-2-2 0,1 0-49 0,2 0-9 15,-1 0-3-15,0-2 0 0,3 2-12 0,-2-1 0 16,2 2 0-16,0 1 0 0,0-3-12 0,-1 3 4 16,2-1 8-16,0 1-13 0,0 0 13 0,0 0 0 15,0 0 0-15,2 0 0 0,-2 0 0 0,0 0 13 16,0 0-2-16,0 0-1 0,0 0 21 0,0 0 4 15,0 0 1-15,0 0 0 0,0 0 6 0,0 0 2 16,0 0 0-16,0 0 0 0,0 0-16 0,-25 10-4 16,15-4 0-16,0 0 0 0,-1 4-12 0,0-2-4 15,0 3 0-15,-2-1 0 0,1 2-8 0,1-2 0 16,2-3 0-16,3 2-11 0,1-5 11 0,0 1 0 16,2-1 0-16,0-4 0 0,1 2 0 0,0-2 0 15,1 1 0-15,1 2 0 0,-1-1 0 0,0-1 0 0,1 2 0 16,-3 1 0-16,2-2 0 0,-2 2-10 0,3 2 10 15,-2-4 0-15,1 5-8 0,0-2 8 0,1 0 0 0,1-2 0 16,1 0-9-16,1 0 9 0,0 0 0 0,1-2-9 16,2 2 9-16,-1-2-8 0,3 0 8 0,-1-1-8 15,0 1 8-15,2 2 0 0,0-3 0 0,1 0 0 16,0 1 0-16,-2 1 0 0,0-2 0 0,0 3 0 16,2-2 0-16,-1 2 0 0,0 0 0 0,-2 2 8 15,2-1-8-15,-1-3 8 0,0 4-8 0,0-5 8 16,3 4-8-16,2-2-8 0,-1 0 8 0,3 0-12 15,-1-4 12-15,-1 0 0 0,2 2 0 0,0-2 0 16,-1-1 8-16,-2 2-8 0,-1-1 8 0,-4-1-8 16,0 2 9-16,-4 1-9 0,0 0 12 0,-3 0-12 15,0 0 19-15,-1 0-3 0,-1 0-1 0,0 0 0 0,-1 0 15 0,0 0 3 16,0-2 1-16,-1 0 0 16,2 0-10-16,-2-2-1 0,2-2-1 0,-2 1 0 0,-1 0-13 0,1-1-9 15,1 0 12-15,-1 0-12 0,0-3 14 0,1 1-4 16,0 2-1-16,-1 0 0 0,1-3-9 0,-1 2 12 15,-1 1-12-15,0 0 12 0,0 1-12 0,-1-2 8 16,-1 3-8-16,-1-3 8 0,-2 1-8 0,0 0 0 16,-1-4 9-16,0 4-9 15,0 0-56-15,-1-4-16 0,-1 4-4 0,-3-3-1035 0</inkml:trace>
  <inkml:trace contextRef="#ctx0" brushRef="#br0" timeOffset="1784.21">14332 8379 691 0,'0'0'61'0,"-2"-2"-49"0,2 2-12 0,0 0 0 16,0 0 186-16,0-3 34 0,0 2 8 0,-1 1 0 16,0-3-107-16,0 0-21 0,-2 3-5 0,3 0-1 15,0 0-33-15,0 0-6 0,0 0-2 0,0 0 0 16,0 0-36-16,0 0-7 0,0 0-2 0,0 0 0 16,-20 6-8-16,19-6 0 0,0-3 0 0,0 3 0 0,-2-2 0 15,2 1 0-15,0-2 0 0,0-1 0 0,-1 2 0 0,0 1 0 16,-1-2 0-16,0 1 0 0,0 1 8 0,-2 1-8 15,0 0 0-15,-1 0 8 0,0 1 0 0,-3 4-8 16,-1 0 12-16,-2 1-4 0,-2 5-8 0,1-4 8 16,-1 6-8-16,-1-3 8 0,1 2-8 0,0 0 0 15,2-2 0-15,0-1 0 0,3 1 0 0,0-1 0 16,1-5 0-16,0 1 0 0,3-1 0 0,0-1 0 16,1 0 0-16,0 1 0 0,0-2 0 0,1 1 0 15,1-2 0-15,0 2 0 0,1 0 0 0,-1 0 0 16,2 1-8-16,1-2 8 0,-1 2-12 0,1 2 1 15,2-2 1-15,-1 4 0 0,3-2-1 0,2 4 0 16,2-2 0-16,2 0 0 0,0-1 11 0,3-4-13 0,1 1 5 16,2-3 8-16,3-2 0 0,3-3 0 0,0-2 0 0,-1-1 0 15,1 1 0-15,-2-4 0 0,-1 1 0 0,1-1 0 16,-1 1 0-16,-1 2 0 0,-2-2 0 0,-4 6 0 16,0-4 8-16,-3 4 2 0,-3 3 1 0,-2 0 0 15,-1 0 14-15,-3 0 3 0,0 0 1 0,-2 0 0 16,1 0 4-16,-1 1 1 0,0-1 0 0,1 0 0 15,-2 0-5-15,2 0-1 0,0 0 0 0,0 0 0 16,0 0-14-16,0 0-3 0,-5-20-1 0,4 14 0 16,0-4 2-16,-2-1 0 0,0 0 0 0,-2-1 0 15,1-1-12-15,-3-2 10 0,-1 2-10 0,0-2 10 16,-4 1-10-16,0-1 0 0,1 4-10 0,-1 3 10 16,0-1-96-16,3 3-14 0,0 5-2 0</inkml:trace>
  <inkml:trace contextRef="#ctx0" brushRef="#br0" timeOffset="7487">15588 8819 115 0,'-4'3'0'0,"1"-6"10"0,-1 3-10 0,0 0 0 0,3 0 0 0,-2 0 0 15,1 0 365-15,-1-2 71 0,0 1 15 0,-2 1 2 16,2-3-313-16,1-1-62 0,2 1-13 0,1 0-2 16,2-1-51-16,-1-2-12 0,2 4 0 0,-2-2 0 15,1 2 0-15,-2-1 0 0,-2 2 0 0,1 1 0 16,-2 0 9-16,1 0-1 0,-1 0 0 0,-2 1 0 16,0 2 13-16,-3-1 3 0,0-1 0 0,-5 4 0 15,0 1-12-15,-2 2-1 0,-2 2-1 0,0 1 0 16,0 2-10-16,1 0 0 0,1-1 0 0,1-2 0 0,2 0 0 0,4-1 0 15,2-3 0-15,1 0 0 0,4-2 0 0,-1-2 0 16,2 2-10-16,-1-2 10 0,2 2-11 0,1-3 11 16,-1 2-12-16,0-1 12 0,0 2-8 0,-1-2 8 15,2-2 0-15,0 2 0 0,1 0 0 0,1-2-8 16,1 3 8-16,1-3 0 0,1 3 0 0,0-3 0 16,0 3 0-16,1-2 0 0,1 2 0 0,1-2 0 15,-1 1-8-15,2 1 8 0,1-3 0 0,-1 3 0 16,2-3-8-16,-1 3 8 0,-1-2 0 0,1 2 0 15,-1-1 0-15,-2-2 0 0,-1 4 0 0,-3-2 0 16,-1 2 0-16,-1-3 0 0,-1 2 10 0,1-1-1 0,-2-1 0 16,0-1 0-16,-2 3-1 0,0-3-8 0,0 0 12 15,0 0-4-15,0 0 0 0,1 0 0 0,-1 0 0 0,0 0 0 16,1-3 8-16,-1 2 2 0,0-1 0 0,0-2 0 16,0-2 17-16,-1 2 3 0,0-1 1 0,-3 1 0 15,0-2-3-15,-1 0-1 0,-1 2 0 0,0-2 0 16,1 0-11-16,-1 2-1 0,-3-2-1 0,-1 2 0 15,0-4-22-15,-2 2 0 0,1-4 0 0,-3 0 0 16,1-3-120 0,-3-3-29-16,-2-1-6 0,-3 0-1 0</inkml:trace>
  <inkml:trace contextRef="#ctx0" brushRef="#br0" timeOffset="11800.65">5874 10694 1267 0,'-5'-3'112'0,"1"2"-89"16,3-1-23-16,1 4 0 0,0-2 157 0,1-2 27 15,0 0 6-15,2 0 1 0,2-7-154 0,2 2-37 16,4-5 0-16,2 2 0 0,1-3 0 0,2 1 0 16,-2 2 0-16,1-2 0 0,1 2 0 0,-1 1 0 15,1 3 0-15,0 2 0 0,2 2 12 0,1 1-2 16,5 4-1-16,0 0 0 0,1 4 3 0,2 2 1 16,3 2 0-16,2 0 0 0,0-1-13 0,4-3 9 15,2 2-9-15,2-3 8 0,1-3-8 0,1 0 0 16,2-3 9-16,1-3-9 0,-2 0 23 0,-2 0 0 15,-3 0 0-15,-2-1 0 0,-1 2 16 0,-2-2 3 0,1 2 1 0,-1 0 0 16,2 0-12-16,-1-2-3 0,1 2 0 0,2-1 0 16,0 2-19-16,1-1-9 0,3 2 8 0,-1-4-8 15,-2 1 0-15,-1 0 0 0,0-1-12 0,-2 2 12 16,-2-2-24-16,1-1 4 0,-2 1 0 0,-1 0 0 16,-2 2 11-16,-3-2 9 0,-1 2-12 0,-3 1 12 15,-1-2 0-15,-3-1 0 0,-4 4 0 0,-2-2 0 16,-4 2 0-16,-2-3 0 0,-2 3 0 0,-3-1 0 15,-1 1 0-15,-1-2 0 0,0-1 0 0,0-2 0 16,-1-1 12-16,-1-3-4 0,0-7-8 0,0-6 12 16,-2-5-12-16,2-5-18 0,-1-3 4 0,3-1 1 15,0-5-47-15,-2 1-8 0,3-1-3 0,-2 3 0 0,1 5 3 0,-2 0 1 16,2 3 0-16,-1-1 0 0,-1 0 43 16,2 2 8-16,0 0 1 0,-1 2 1 0,0 1 14 0,1 0 0 15,-1 1 0-15,1 0 10 0,0 0 2 0,0-1 1 16,-2 1 0-16,1 3 0 0,-3 0 3 0,0-3 1 15,-1 3 0-15,0 2 0 0,2 1-5 0,-1 1 0 16,0 2-1-16,1 0 0 0,2-3 5 0,-1 4 2 16,1 2 0-16,1-4 0 0,1 3 1 0,-3 0 0 15,4-2 0-15,-2 1 0 0,1 2 5 0,-2-2 2 16,-1 2 0-16,1 1 0 0,-3 1 11 0,0 0 3 16,-4 0 0-16,-1-1 0 0,-1 1-6 0,-3 3-1 15,0-2 0-15,-6 1 0 0,-4 2-21 0,-3 0-12 16,-4 1 12-16,-7 6-12 0,-5 0 0 0,-6 4-9 0,-5 0-1 0,-3 1 0 15,0-2-6-15,0 4 0 0,5-1-1 16,5-3 0-16,7 1 17 0,1 1-8 0,5-4 8 0,-1 3 0 16,3-1-13-16,-1-1 4 0,-3-1 1 0,-3 2 0 15,-3-3-20-15,1 0-4 0,2 0-1 0,-1 0 0 16,2-3 16-16,-2 2 3 0,3 1 1 0,-1-4 0 16,1-1 13-16,-1 2 0 0,0-4 0 0,0-1-9 15,1 0-8-15,1-2-2 0,4 2 0 0,4 2 0 16,2 2 5-16,2 1 1 0,6 2 0 0,5 1 0 15,3 4 31-15,5 0 6 0,4-1 2 0,1 4 0 16,3 1 2-16,4 5 0 0,2-1 0 0,2 5 0 16,2 4-28-16,3 4 0 0,3 1 0 0,-3 2 0 15,0 1 0-15,-1-1 0 0,0 4 0 0,-3 3 0 0,-2 2 11 16,-2 8 0-16,-4 5 0 0,-2 8 0 16,-5 11 17-16,0 10 3 0,-7 12 1 0,-3 18 0 0,-4 16-9 0,-2 15-2 15,2 14 0-15,-3 12-724 16,-1 9-145-16</inkml:trace>
  <inkml:trace contextRef="#ctx0" brushRef="#br0" timeOffset="28717.74">21586 4938 1612 0,'-9'-2'144'0,"1"2"-116"16,6 2-28-16,0 0 0 0,4-2 78 0,-2 0 10 15,-3 0 1-15,-2 1 1 0,-1-1-58 0,-1-1-11 16,-1 1-2-16,2-2-1 0,0 0-9 0,0-3-1 16,0 4-8-16,-4-5 12 0,2 3-12 0,-2 0 0 15,0-1 0-15,1 2 0 0,-3-1 0 0,-2 3 0 0,-3 0 0 0,-1 0 0 16,-1 3 0-16,1-3 0 0,-2 2 0 0,0 2 0 15,-1-3 14-15,3 1-3 0,-1-2-1 0,2 0 0 16,1-3-2-16,0 0 0 0,1 1 0 0,1 1 0 16,1-3-8-16,-2-2 0 0,0 3 0 0,-1-3 0 15,-1 2 0-15,-1-2 0 0,0 2 9 0,-2-1-9 16,0 4 12-16,-3-1-3 0,-1 4 0 0,-1-1 0 16,2 2 2-16,-2 3 0 0,-2-2 0 0,0 2 0 15,2 0 5-15,3-3 0 0,1 0 1 0,3 0 0 16,1-3-5-16,4-3 0 0,-1 0-1 0,2-2 0 15,-1 1-11-15,2-3 0 0,-1-2 0 0,-2 0 0 16,1 2 8-16,-2-3-8 0,-3 1 0 0,-1 3 8 16,-2-1-8-16,-3 1 0 0,1 1 0 0,-2 1 0 15,0 4 0-15,-3-3 0 0,2 6 0 0,-3-1 0 0,2 2 0 0,0 2 12 16,1-2-12-16,1 2 12 0,0 0 0 0,2 1 1 16,3-5 0-16,-1 4 0 0,3-2-13 0,-1 0 11 15,0-1-11-15,1 0 10 0,3 0-10 0,-1 0 0 16,2-1 0-16,1-2 0 0,2 2 0 0,0 0 0 15,-2-2 0-15,2 3 0 0,1-2 0 0,2 1 0 16,-1 0 0-16,3 0 0 0,0-2 0 0,1 3 0 16,0-3 0-16,1 3 0 0,0-3 0 0,0 3 0 15,2-3 0-15,-2 3 0 0,2 0 0 0,-2 1 0 16,0-1 0-16,-1 3 0 0,2 1 0 0,-2 1 0 16,1 2 0-16,-1 3 0 0,1 0 0 0,1 3 0 15,-1 3 0-15,2 2 0 0,-1 1 0 0,1 2-9 0,2-2 9 16,1-1 0-16,1 1 0 0,2-3-8 0,2 0 8 0,0-2 0 15,1 1 0-15,0-4-12 0,-1 1 12 0,2 1-10 16,-3-4 10-16,-1 0 0 0,0 2 0 0,0-2 0 16,-2 3 0-16,-2-1 0 0,0 2 0 0,0 0 0 15,-2 2 0-15,-1 3 0 0,1-1 0 0,-3 5 0 16,1 0 0-16,-1 2 0 0,2 0 0 0,0 2 0 16,2-1 0-16,0-2 0 0,1 1 0 0,0-3 0 15,1 0 0-15,1-4 0 0,1 1 0 0,-2-2 0 16,3 1 0-16,-2-4 0 0,1 2 0 0,-1-2 0 15,-1 3 0-15,1-3 0 0,-4 2 0 0,2-1 0 16,-1 1 0-16,-1 2 0 0,-3 1 0 0,0-1 0 16,1 2 0-16,-1 0 9 0,2 0-9 0,-1 1 0 15,3-2 0-15,-1-5 0 0,2 0 0 0,2-3 0 0,0 0 0 0,1-1 0 16,-1 1 0-16,2-5 0 0,-2 6 0 0,2-4 0 16,0 1-10-16,-2 0 10 0,2 0 0 0,-1 0 0 15,1 0-9-15,0 0 9 0,0 1 0 0,-1-2 0 16,2-1 0-16,-1 0 0 0,1 1 0 0,1-3 0 15,2 2 0-15,-1-3 0 0,2 3 0 0,-1-4-8 16,2 1 8-16,1-1 0 0,0 1 0 0,1-2 0 16,0 2-8-16,0-2 8 0,2-1 0 0,1 2 0 15,-2-3 0-15,1 0 0 0,0 1 0 0,-1-2 0 16,-1 4 0-16,0-5 0 0,-1 1 0 0,0-1 0 16,-1 2 0-16,-2-2 0 0,1 2 0 0,-2-2 0 15,3 2 0-15,-2 1 0 0,0 0 0 0,0 0 8 16,1-2-8-16,-1 2 0 0,2 0 0 0,1 2 0 15,3-1 0-15,-1 0 0 0,2 2 0 0,1-4 0 0,3 2 0 0,1-4 0 16,2 0 0-16,0-3 0 0,2 0 0 0,0-1 0 16,2 2 0-16,2-5 0 0,0 6 0 0,0-4-10 15,1 2 10-15,-4-1 0 0,1 1 0 0,-5 3 0 16,0 3 0-16,-2-3 0 0,0 4 8 0,1-2-8 16,-3 4 0-16,0-2 0 0,1 2 0 0,1 1 0 15,3 2 8-15,0-3-8 0,0 1 8 0,2-1-8 16,0 0 0-16,2-2 0 0,0-2 0 0,3-2 8 15,2 0-8-15,-1-2 0 0,3 2 0 0,-4-3 0 16,1 2 0-16,0-2 8 0,-3 0-8 0,-2 0 0 16,1 1 0-16,-3 1 0 0,1 1 0 0,-2 0 0 0,-4 0 0 0,0 1 0 15,-2 1 0-15,-1 1 0 16,-3 0 0-16,-2 0 0 0,-4-2 0 0,1 2 0 0,1-1 0 0,-1-1 0 16,-1 2 0-16,1-3 0 0,0 1 0 0,-1-2 9 15,-1 1-9-15,1-4 0 0,-1 2 12 0,-1-2-4 16,0 1 0-16,-2 0-8 0,1 0 12 0,-3 0-4 15,1 0 0-15,-1-1-8 0,0 1 15 0,-3-4-4 16,2 1-1-16,-3 0 0 0,2-4-2 0,-2-1-8 16,1 1 12-16,-1-6-4 0,-1 0-8 0,4 0 0 15,-1-3 0-15,2-2 0 0,3-2 0 0,-1-2 0 16,1-1 0-16,1-2 0 0,1-3 0 0,-1 2-9 16,1 3 9-16,-1-2-10 0,0-3 10 0,0 0 0 15,-2 1 0-15,-1 0 0 0,-1 5 0 0,-1 1 0 16,0 2 0-16,-2 0 0 0,1 0 0 0,-2-2 0 0,2 4 0 0,-1-2 0 15,1 0 0-15,-2 1 9 0,0 1-9 0,-1-2 0 16,0 3 8-16,-3-1-8 0,2 2 0 0,-3-2 0 16,1-1 0-16,1-1 0 0,1-4 0 0,1-3 0 15,2-2 0-15,5-4 0 0,3-3 0 0,3 0 0 16,3-3 0-16,4 0 0 0,1 3 0 0,2 0 0 16,1 3-8-16,1-2 8 0,2 2 0 0,-2 3-9 15,-2 0 9-15,-2 1 0 0,-2 3 0 0,3 3 0 16,-6 5 0-16,-4 4 0 0,-1 4 0 0,-3 2 0 15,-2 4 0-15,-2 2 11 0,1 2-1 0,-3-1 0 16,-2 6 7-16,0-3 2 0,0 0 0 0,-2 0 0 16,1 1-7-16,1-1 0 0,1 0-1 0,2 0 0 15,0 0-11-15,1-1 12 0,0-2-12 0,0 2 12 0,0-4 0 16,-2 1 0-16,1-2 0 0,-2 0 0 16,1 0 6-16,-2-2 2 0,1 2 0 0,-3 0 0 0,0 0-12 0,-2 0-8 15,-1-1 9-15,-2 4-9 0,-3-2 0 0,-2 3 8 16,-3 0-8-16,-1 4 0 0,-2-2-44 0,-5 4-11 15,2-1-2-15,-5 3-1 16,-2-2-90-16,-3-2-17 0,0-2-4 0,-2-6-794 16</inkml:trace>
  <inkml:trace contextRef="#ctx0" brushRef="#br0" timeOffset="47333.51">22341 6063 871 0,'0'2'38'0,"-1"-4"9"0,-1 1-38 0,2 1-9 0,0 0 0 0,0 1 0 0,0-2 134 0,-1 1 25 16,1 0 5-16,-1 0 0 0,0-3-60 0,1 3-12 15,0 0-2-15,0 0-1 0,0 0-44 0,0 0-9 16,0 0-1-16,0 0-1 0,0 0-13 0,19-4-2 16,-14 4-1-16,0 0 0 0,3 0 2 0,-1 0 1 15,3 0 0-15,-1 2 0 0,-2 0 5 0,-1 1 1 16,3 0 0-16,0 1 0 0,0 0-6 0,0 1-1 16,0 1 0-16,-3 0 0 0,0 1-4 0,-2 3 0 15,0 2-1-15,-2-1 0 0,-1 3-6 0,1-1-1 16,-2-1 0-16,1-2 0 0,0 0-8 0,3-1 0 15,-2-4 9-15,4 0-9 0,2-4 0 0,3-2 0 16,4-2 0-16,1-3 0 0,2-2-10 0,3-4 0 16,3-6 0-16,1-1 0 0,-1 0 1 0,-1 0 0 15,-2 0 0-15,0 3 0 0,0 0 9 0,-5 4 0 0,-3 2 0 0,-2 1-8 16,-2 5 8-16,-4 2 0 16,-1 1 0-16,-2 4 0 0,-2 0 0 0,0-2 0 0,0 4 10 0,1-1-10 15,-1-2 8-15,2 2-8 0,1 0 0 0,1-1 9 16,0 0-9-16,0-1 0 0,2 2 0 0,-1-2 0 15,0 0 0-15,0 0 0 0,0 1 0 0,1 0 0 16,-1 1 0-16,-2-1 0 0,2 0 0 0,0 1 0 16,0 1 0-16,1 1 0 0,2-2 0 0,-2 2 0 15,0-2 0-15,0-1 0 0,2 2 0 0,-2 0 0 16,3 0 0-16,2-1 0 0,1-2 0 0,0 0 0 16,2 0 0-16,2-2 0 0,1 0 0 0,2-2 0 15,-2 0 0-15,1 0 0 0,-1 2 0 0,0-4 0 0,2 4 0 16,-2 0 0-16,-1 1 0 0,0 2 0 0,0-1 0 0,-3 2 0 15,0-1 0-15,1-2 0 0,0 4 0 0,-1-5 0 16,2 1 0-16,-1-1 0 0,0-1-9 0,1-4 9 16,3-1 0-16,0-2 0 0,3-2 0 0,0-2-8 15,3 0 8-15,0-3 0 0,1 1 0 0,-1 2 0 16,-2-2 0-16,-4 6 0 0,-2 1 0 0,-3 5 0 16,-5 2 0-16,-1 2 0 0,-2 5 0 0,-3 1 0 15,-1 2 0-15,-2 2 0 0,-1 2 0 0,-2 1 8 16,-1 5-8-16,2-4 12 0,1 2-3 0,1-2-1 15,2-1 0-15,1-4 0 0,3-2-8 0,3-3 0 16,2-3 0-16,5-2 0 0,1-2-9 0,2-4 9 16,3-1-12-16,0-2 12 0,2-2-10 0,0 2 10 15,-2-2-8-15,0 0 8 0,0 1 0 0,-1-1 0 0,-3 4 0 0,-3 0 0 16,-2 2 0-16,-3 2 0 0,-1 2 0 0,-1 0 0 16,-1 2 0-16,-2 2 0 0,-2-2 0 0,0 2 0 15,2 2 0-15,0-2-10 0,-3 2 10 0,4-2 0 16,0 2-53-16,0 3-4 0,0-3-1 0,0 0-570 15,0 4-113-15</inkml:trace>
  <inkml:trace contextRef="#ctx0" brushRef="#br0" timeOffset="49683.37">24711 5121 518 0,'-3'2'46'0,"1"-2"-37"16,1 0-9-16,0 0 0 0,2 0 75 0,0 0 13 0,-1 0 2 0,2-2 1 15,-1 2-53-15,-1-4-10 0,2 1-3 0,-2 3 0 16,0 0 21-16,0 0 4 0,0 0 1 0,0 0 0 15,0 0 4-15,0 0 1 0,-10-18 0 0,7 17 0 16,-1-2 4-16,0 3 2 0,1 0 0 0,-2 0 0 16,1-2-17-16,0 0-3 0,0 2-1 0,1 0 0 15,-1-2-25-15,-1 2-4 0,1-1-2 0,1 1 0 16,-1-2-10-16,-1 2 8 0,1 2-8 0,-2-1 8 16,1 1 5-16,-2 0 1 0,-1 0 0 0,1 2 0 15,-2 1 10-15,-1-1 3 0,0-1 0 0,1 3 0 16,-3-2-2-16,0 1 0 0,1-1 0 0,1-1 0 15,-2 2-13-15,2-1-2 0,0 0-1 0,-1-2 0 16,0-2-9-16,-2 2 0 0,3 0 0 0,-3 0 8 0,-1-2-8 16,1 2 0-16,0 0 0 0,0 1 0 0,-1-2 0 0,-1 1 0 15,2 2 0-15,-2 0 0 0,0 1 0 0,-2-2 0 16,-2 4 0-16,-1-1 8 0,0 1-8 0,1 2 12 16,0 0-12-16,1 0 12 0,-3 1 4 0,1 0 2 15,2-1 0-15,4-2 0 0,-1 2-9 0,1-3-1 16,2 0-8-16,-2 1 12 0,6-1-12 0,-1-3 0 15,0 1 8-15,2 0-8 0,-1 1 0 0,1 1 8 16,2 0-8-16,-1-2 0 0,-2 2 8 0,3 1-8 16,-1 2 0-16,0-3 9 0,1 0-9 0,0 2 0 15,0 1 0-15,0 0 0 0,0 4 0 0,0-3 0 16,2 2 0-16,-2 3 0 0,-1-1 0 0,-1 0 0 16,2 4 0-16,2-3 0 0,-2 1 0 0,2-4 0 15,1 0 0-15,1 1 0 0,-1 0 0 0,2 2 0 0,2-1 0 0,-2-2 0 16,2 4 0-16,-2-1 0 0,1 2 0 0,1 2 0 15,-2 2-8-15,1-1 8 0,0 2 0 0,2-2 0 16,-1 1 0-16,3 1 0 0,1 0 0 0,0-2 0 16,1 4 0-16,1-5 0 0,1-3 0 0,1 3 0 15,1-3-8-15,0 0 8 0,1-1-10 0,-1-3 10 16,2 2-10-16,-2-2 10 0,3 1-10 0,-1-1 10 16,1 2 0-16,-2 0 0 0,-1-2-8 0,2 0 8 15,1 0 0-15,0-2 0 0,2 1 0 0,-2-3-9 16,2 0 9-16,-1-1 0 0,-1 0 0 0,5-1 0 15,0 0 0-15,2-3 0 0,2 3 0 0,1-2-8 16,-1-1 8-16,-1 1 0 0,2 1 0 0,-2-1 0 0,0-2 0 0,1 2 0 16,0-2 0-16,-1 2 0 0,-1-1 0 0,2-3 0 15,-2 1 0-15,0-2 0 0,1 1 0 0,0-5 0 16,3 1 0-16,0-2 0 0,-1-3 0 0,2-1 0 16,2 0 0-16,-2-3 0 0,0 0 0 0,-2-1-8 15,-2 1 8-15,2 0-8 0,1-3 0 0,-1-3 0 16,0 3 0-16,-2 0 0 0,2-3 8 0,-2 1 0 15,-1 2 0-15,-2 0 0 0,-2 1 0 0,-2 2 0 16,-3 3 0-16,-2 1 0 0,0-1 0 0,0-3 0 16,-2 3 0-16,1-2 8 0,0 0-8 0,-1-2 0 15,1 2 0-15,0-3 8 0,1 1-8 0,-3-1 0 16,-2 2 0-16,1-3 0 0,-2 1 0 0,0-1 0 16,-1-3 0-16,0 1 0 0,-2-2 0 0,1-5 0 0,0 3 0 0,-1-4 0 15,0-2 0-15,-1-7 0 0,-1 3 0 0,-3-2 0 16,0 2 0-16,0 0 8 0,-3 4-8 0,0-3 0 15,1 5 0-15,-3-3 0 0,2-2 0 0,-2 2 8 16,0 2-8-16,-1 1 0 0,1 1 0 0,-3 3 8 16,3 2-8-16,-3 2 0 0,1 7 0 0,0 3 0 15,-2 2-8-15,-5 3 8 0,-2 6-8 0,-3 3 8 16,-3 2-9-16,-4 3 9 0,-3 7-10 0,-4 2 10 16,-3 2-22-16,-3 3 2 0,-5-1 0 0,-3-1 0 15,0-4-103-15,2-3-20 0,3-7-4 16</inkml:trace>
  <inkml:trace contextRef="#ctx0" brushRef="#br0" timeOffset="59000.92">20488 7521 172 0,'2'-5'8'0,"-2"0"1"0,1 4-9 0,-1-2 0 16,0 3 0-16,-1-2 0 0,-1 2 192 0,-1-2 36 16,-1 0 7-16,-3 0 1 0,-2 2-116 0,-2-2-24 15,0 4-5-15,-2-2-1 0,2 2-22 0,0-2-4 0,4 2 0 0,0-2-1 16,4 0-27-16,0-2-4 0,2 2-2 0,1-4 0 16,1 1-20-16,0 0-10 0,2-1 10 0,-2 2-10 15,2-2 28-15,-1 2 0 0,-1-2 0 0,2 4 0 16,-2 0 22-16,-1 0 4 0,1 0 1 0,-1 0 0 15,0 1 0-15,0 2 0 0,0-3 0 0,-1 2 0 16,1-2-11-16,0 0-3 0,0 0 0 0,0 0 0 16,0 0-30-16,0 0-11 0,0 0 0 0,21 11 9 15,-15-9-9-15,2-2 0 0,0 0 0 0,1-2 0 16,1 2 0-16,-1 0 0 0,-1-1 0 0,1 1 0 16,-2 1 0-16,1-1 0 0,-3 2 0 0,1 1 0 15,-1-3 0-15,-3 4 0 0,2-2 0 0,0 2 0 0,-2-1 0 0,1-2 0 16,2 1 0-16,-2 1 0 0,2-2 0 0,1 2 0 15,2-2 0-15,1-1 0 0,0 2 0 0,1-2 0 16,0 0 9-16,1-2-9 0,-1 2 0 0,0-1 0 16,-1 1 0-16,-2 0 8 0,1 0-8 0,-2 0 0 15,-1 0 8-15,0 0-8 0,0 0 9 0,0 0-9 16,0 0 12-16,-2 0-12 0,2 0 8 0,1 0-8 16,-1 0 0-16,0 0 0 0,0 0 0 0,1 0 0 15,-1 0 0-15,1 0 0 0,-1 0 0 0,2 1 0 16,-1-1 8-16,0 0-8 0,0 2 0 0,0-2 0 15,1 0 0-15,0 0 0 0,-2-2 0 0,1 2 0 16,2-1 0-16,-1-2 0 0,2 2 0 0,-1-4 0 16,1 1 0-16,0 0 0 0,-1 0 0 0,0-1 0 0,0 2 0 15,0-1 0-15,-1-1 8 0,-1 4-8 0,-1-1 0 16,0 2 0-16,-1-3 0 0,-2 3 0 0,1 0 0 0,-3 0 0 16,2 3 0-16,0-3 0 0,0 0 0 0,2 0 0 15,1 0 0-15,1-3 0 0,1 2 0 0,2-1 0 16,0-2 0-16,-1 0 0 0,2 2 0 0,-1-2 0 15,1-1 0-15,-2 4 0 0,1-2 0 0,0 1 0 16,-3 2 0-16,-1 0 0 0,0 0 0 0,-2 2 0 16,0 1 0-16,1 1 0 0,-3-2 0 0,0 2 0 15,0 2 10-15,2 0-2 0,-2 0 0 0,2 2 0 16,-1 0-8-16,2 0 0 0,2 0 0 0,0-1 0 16,3-1 0-16,1 0 0 0,1-2 8 0,-1-2-8 15,2 2 0-15,0-2 0 0,1-2 0 0,0 2 0 0,1-2 0 16,-2 0 0-16,1 0 0 0,-3 0 0 0,-1 0 0 15,0 0 0-15,1 2 0 0,-3-1 0 0,2 2 0 0,-3-1 0 16,2-1-11-16,-2 2 11 0,3 1-36 0,-1-2-1 16,1 2-1-16,-1-2 0 15,2 1-145-15,0 0-29 0</inkml:trace>
  <inkml:trace contextRef="#ctx0" brushRef="#br0" timeOffset="60451.25">20470 8712 518 0,'-6'3'46'0,"1"0"-37"16,2-1-9-16,3-2 0 0,0 0 159 0,0 0 29 16,-1 0 7-16,-3 4 1 0,1-3-131 0,0 2-25 15,1-1-6-15,0-2-1 0,4 0-7 0,-4 0-2 16,4 0 0-16,-1 0 0 0,1 0 9 0,1-2 2 16,1 2 0-16,-4 0 0 0,0 0 16 0,0 0 3 15,0 0 1-15,0 0 0 0,21 2-8 0,-15-2-2 16,1-2 0-16,2 2 0 0,1-4-21 0,0 4-5 15,1-4-1-15,1 2 0 0,-1-2-10 0,2-2-8 16,-1 3 12-16,0 0-12 0,-1 0 15 0,-1 1-4 16,0 1-1-16,-1 1 0 0,-2 0 0 0,0 1 0 15,-1 1 0-15,-1 1 0 0,0 0 4 0,0 0 1 16,-1 1 0-16,1-2 0 0,0 2-3 0,2-2-1 0,-1 0 0 16,1 0 0-16,2-2-11 0,-1 0 0 0,2 1 0 15,-1 2 8-15,0-3-8 0,-1 0 0 0,1 2 0 0,-3-2 0 16,0 1 0-16,-1 2 0 0,-1-3 0 0,0 2 0 15,-1-2 0-15,0 4 0 0,1-4 0 0,-2 3 0 16,1-2 8-16,0 1-8 0,0-2 0 0,-1 3 8 16,3-2 0-16,-1 1-8 0,0-2 12 0,-1 4-4 15,1-4 1-15,1 3 0 0,-3-2 0 0,2 1 0 16,-1 1 0-16,0 1 0 0,2-2 0 0,0-1 0 16,0 2-9-16,0 0 0 0,3 0 9 0,-4 1-9 15,5-2 0-15,-1-2 0 0,-2 0 0 0,1 1 0 16,1-1 0-16,-1 0 0 0,0 0 0 0,1-1 0 15,-2 1 0-15,0-2 0 0,-1 2 0 0,0 0 8 16,0 0-8-16,-1 0 0 0,-2 2 0 0,1-2 0 0,-1 0 0 0,-1 1 9 16,1 2-9-16,-1-3 10 0,0 0-2 0,2 0-8 15,0 2 12-15,1-2-4 0,1 0-8 0,0 0 0 16,1-2 0-16,1-1 0 0,2 2 0 0,0-1 8 16,-3-2-8-16,1 1 0 0,-2 2 0 0,2-1 0 15,-3-1 0-15,0 2 0 0,0 1 0 0,0 0 0 16,-1 1 0-16,0-1 0 0,-1 3 0 0,1-3 0 15,-2 2 0-15,1-1 0 0,1 2 0 0,-1 1 0 16,1-2 8-16,2 2-8 0,0-2 0 0,0 0 0 16,2 0 0-16,-1 0 0 0,3 0 0 0,-2-2 0 15,2 2 0-15,0-2 0 0,-2 0 0 0,2 0 0 16,-3 3 0-16,0-3 0 0,-1 1 0 0,0 1 0 16,-1 0 0-16,1 0 0 0,-3-2 0 0,1 3 0 15,-1 0 0-15,1 0 0 0,0-3 0 0,0 1 0 16,-1 1 0-16,1-2 8 0,0 3-8 0,1-3 0 0,1 0 0 0,1 1 0 15,-1 2 0-15,0-1 0 0,1-2 0 0,-1 0 0 16,1 0 0-16,-1 0 0 0,0 0 0 0,0 0 0 16,-1 1 0-16,0-1 0 0,-2 3 0 0,-1-3 0 15,1 1 0-15,-1 1 0 0,0 1 0 0,0-3 0 16,1 4 0-16,-1-2 0 0,0-2 0 0,2 0 0 16,-2 1 0-16,1 2 0 0,2-3 0 0,-2 2 0 15,2 0 0-15,-1 0 0 0,-1-2 0 0,-1 3 0 16,2-3-24-16,-1 3-1 0,1-3 0 0,-2 0 0 15,0 1-127-15,-1-1-24 0,0-1-6 0</inkml:trace>
  <inkml:trace contextRef="#ctx0" brushRef="#br0" timeOffset="62234.09">20252 7292 1152 0,'-10'-6'102'0,"4"0"-82"15,6 2-20-15,3 1 0 0,0 3 171 0,-1-6 29 0,0-1 7 0,-1-8 1 16,2-1-156-16,-2-4-30 0,1 5-6 0,0-1-2 15,-2 6 18-15,0 4 4 0,-3 0 1 0,0 0 0 16,-4 3-9-16,0 2-1 0,-3 1-1 0,-2 1 0 16,-2 2-3-16,-3-1-1 0,-3 2 0 0,-2-3 0 15,-2 4 2-15,3-1 1 0,3-2 0 0,0-2 0 16,6 2-13-16,0-4-2 0,4-3-1 0,1 2 0 16,2-3-9-16,-1-1 0 0,1 0 0 0,-1-2 0 15,2-1 0-15,-1 0 0 0,-1 2 0 0,-1 0 0 16,-1 2 0-16,-1 0 0 0,1 0 0 0,-4 3 0 15,1 1 0-15,0 1 0 0,-1 1 0 0,-1 0 0 16,1 0 0-16,1 2 0 0,0-1 0 0,2 2 0 16,3-3 0-16,0 0 0 0,1 0 0 0,0 0 0 0,1 0-10 0,2 0 10 15,-2 0 0-15,1 0-9 0,1 0 9 0,-2 0 0 16,3 4 0-16,-1-2 0 0,-1 2 0 16,2 2 0-16,-2 0 0 0,2 0-8 0,0 4 8 0,0 3-8 15,1-1 8-15,-2 4-8 0,4-2 8 0,-2 4 0 16,0 1 0-16,0-1-8 0,0 5 8 0,-2-5 0 15,1 4 0-15,0 1 0 0,-1-1 0 0,-3 1 0 16,1 5 0-16,0 0 0 0,0 0 0 0,3 1 8 16,0-4-8-16,1 2 0 0,1 1 0 0,2-1 8 15,2 2-8-15,1-7 0 0,4 3 0 0,0-8 0 16,1 1 0-16,1-2 0 0,0-4 0 0,2-1 0 16,0 0-10-16,-1-3 10 0,1 0 0 0,-3 0 0 15,0 0 0-15,-3-1 0 0,-2-1-8 0,-3 0 8 16,1 1 0-16,-3 3 0 0,-1 1 0 0,-1-1 0 0,-1 6 0 15,-2-1 0-15,-2 2 0 0,1 4 0 0,-1-1 0 0,1 1 0 16,1 2 0-16,2-4 0 0,3 0 0 0,2-3 0 16,2-4 0-16,3 1 0 0,0-3-10 0,1-4 10 15,0-3-16-15,2 0 3 0,0-3 0 0,-1 0 0 16,0-3 13-16,-1 3 0 0,-1-3 0 0,0 0 0 16,-1 2 0-16,0 1 13 0,0 0-4 0,0-2-1 15,-1 2-8-15,2 0 12 0,-1 2-12 0,0-2 12 16,3 1-12-16,0 2 0 0,1 0 0 0,2-3 0 15,0 3 0-15,2-3 0 0,0 0 0 0,0-3 0 16,-2 6 0-16,1-3 0 0,-2 0 0 0,0-3 0 16,-4 3 0-16,-2-2-9 0,1 2 9 0,-2-1 0 0,-3 1-17 0,-1-3 3 15,0 2 1-15,1 1 0 16,0 0-53-16,-1-2-10 0,1 2-3 0,1-4 0 16,0 1-103-16,-2 0-21 0,3 0-4 0,-2 0-1 15,1 0 90-15,-2-1 18 0,-1 1 3 0,-1-2 1 0,-1 1 73 0,2 2 23 16,-3 0-11-16,-1 0 11 0,0-1 127 0,-1 2 30 15,2-1 7-15,-1-1 0 0,0 2-37 0,-1 2-8 16,0-1-2-16,2 0 0 0,0-1-34 0,1 1-7 16,2 0-2-16,2 0 0 0,-2 0-46 0,4 0-8 15,2 0-3-15,3-3 0 0,-2 6-17 0,2-6 0 16,1 2 0-16,0 1 0 0,0 1 0 0,-1-1 0 16,0 3 8-16,-2 1-8 0,0-2 0 0,-4 2 8 15,1-2-8-15,-3 4 0 0,-1 1 14 0,-3 0-4 16,-4 2-1-16,-2 3 0 0,-6 4 11 0,-6 4 1 15,-7 1 1-15,-5 5 0 0,-5 2-2 0,-3 1-1 0,-4-1 0 0,1-3 0 32,-1-3-124-32,1-4-25 0</inkml:trace>
  <inkml:trace contextRef="#ctx0" brushRef="#br0" timeOffset="70049.89">16891 9264 1612 0,'-7'-2'144'0,"1"2"-116"16,2 2-28-16,3-2 0 0,1 4 84 0,0-1 10 16,-4 0 2-16,-3 3 1 0,-3 2-80 0,-3 4-17 15,1 4 0-15,-2 5 0 0,-3 5-11 0,-4 2 2 16,-2 1 0-16,-3 2 0 0,-2-2 9 0,0-1 0 15,1-3-9-15,-2-3 9 0,3-6 0 0,2 0 0 16,-1 0 0-16,0-3 0 0,3-4 0 0,0 4 0 16,2-3 8-16,1 0-8 0,4-2 0 0,2-2 0 0,3 1 0 0,3-4 0 15,0 1-35-15,2-1-5 0,2-1-2 0,-1-2 0 32,2 0-114-32,-1 0-22 0,-1 0-5 0,1 0-1 15,0 0-10-15,-1 0-2 0,2 0-1 0,-2 0 0 0,2-2 129 0,1-2 25 0,-2 1 6 0,1-4 1 16,-1 1 136-16,1-5 27 0,-1 1 5 0,1 2 2 15,-1 0 31-15,1 1 7 0,1 1 0 0,-1 3 1 16,1 0-44-16,1 2-9 0,-1 2-1 0,0-1-1 16,-2 3-33-16,2-1-6 0,0 2-2 0,-1 3 0 15,1 2-36-15,0 3-7 0,1 7-2 0,1 1 0 16,0 2-21-16,3 3-11 0,1-2 10 0,0 1-10 16,0-5 0-16,1 0-13 0,0-7 1 0,0-2 0 0,2-2-24 15,1-3-5-15,2-4-1 0,0-1-878 16</inkml:trace>
  <inkml:trace contextRef="#ctx0" brushRef="#br0" timeOffset="83633.25">19300 6660 288 0,'-6'-2'25'0,"2"0"-25"0,3 0 0 0,1 2 0 16,0-1 330-16,0-2 61 0,-3 0 12 0,0-2 2 15,-1-2-270-15,-1 0-55 0,1-2-10 0,-1-1-2 16,1 4-43-16,-1 0-8 0,0 2-1 0,-2 1-1 16,0 0-5-16,0 3-1 0,-2 0 0 0,-3 3 0 0,2-3 4 0,-3 3 1 15,1 4 0-15,0-4 0 0,3 1 11 0,-1 1 3 16,1 1 0-16,-2-2 0 0,1 2-2 0,0 0 0 16,2 4 0-16,-1-3 0 0,-1 5-5 0,2-2-1 15,-1 3 0-15,-2-1 0 0,0 7-12 0,0-3-8 16,-2 3 8-16,0 3-8 0,1 0 0 0,0 0 8 15,0 6-8-15,-2 0 0 0,1 4 0 0,-1 3-10 16,-1-3 1-16,3 3 0 0,2-7-31 0,1 1-5 16,3-5-2-16,2-4 0 0,4-1-14 0,0-7-3 15,3-6-1-15,-1-2 0 16,3-4-75-16,-1-3-14 0,1-3-3 0</inkml:trace>
  <inkml:trace contextRef="#ctx0" brushRef="#br0" timeOffset="83884.11">18864 6679 1728 0,'-9'-4'153'0,"4"2"-122"0,4 2-31 0,2 0 0 16,1 0 139-16,0 0 21 0,-4-3 5 0,1 2 1 15,0-2-110-15,1 0-21 0,0 3-5 0,1 0-1 16,2 0-13-16,0 1-2 0,4 4-1 0,-1-1 0 15,4 3-13-15,0 2-8 0,1 0 8 0,2 6-13 16,1 1-10-16,-1 3-1 0,1 3-1 0,-2 7 0 16,1 0 14-16,-1 8 11 0,-1 4-13 0,2 4 5 15,-1 8-11-15,2 1-1 0,0 1-1 0,5 0-659 16,3 0-131-16</inkml:trace>
  <inkml:trace contextRef="#ctx0" brushRef="#br0" timeOffset="84400.9">19337 7944 979 0,'-11'8'43'0,"1"-4"9"0,2 2-41 0,1 0-11 15,2 1 0-15,3-4 0 0,-1 0 309 0,-3 4 60 16,-2 6 12-16,-4 1 3 0,0 0-289 0,1 1-58 15,1-5-11-15,0 0-2 0,2-2-24 0,-2 0 0 16,0 0-10-16,-3 2 10 0,-4 3-25 0,-1 3 1 16,-5 0 1-16,-1 5 0 0,-1 2-2 0,-5 5-1 15,2-2 0-15,-1 2 0 0,-2-3 0 0,2 3 0 16,3-2 0-16,1-4 0 16,4 1-156-16,2-9-31 0</inkml:trace>
  <inkml:trace contextRef="#ctx0" brushRef="#br0" timeOffset="84583.98">18871 8019 2214 0,'-9'-2'98'0,"3"0"20"0,1 0-94 0,3 2-24 0,2 0 0 0,1 0 0 16,0 0 64-16,0 0 8 0,3 2 1 0,2 0 1 16,5 0-58-16,4 2-16 0,3 2 0 0,1 3 0 15,4-2 0-15,0 5 0 0,2 1 0 0,0 0-11 16,2 5-17-16,0-2-3 0,3 1-1 0,-1 4 0 15,2-1-74-15,-2 5-15 0,-1 6-3 0</inkml:trace>
  <inkml:trace contextRef="#ctx0" brushRef="#br0" timeOffset="101416.47">15862 14088 1152 0,'-1'-5'51'0,"1"4"10"0,0-1-49 0,-1-1-12 0,1 3 0 0,0 0 0 16,0 0 153-16,0 3 28 0,0-3 6 16,0-3 1-16,0 3-143 0,0 0-28 0,0 0-5 15,0 0-2-15,0 0-27 0,0 0-6 0,0 0-1 0,0 0 0 16,0 0 6-16,0 0 1 0,-7 19 0 0,7-19 0 15,0 2 17-15,0-2 0 0,0 0 8 0,0 0-8 16,0 0 29-16,1 0 0 0,-1 0 0 0,0 3 0 16,1-3 4-16,-1 1 1 0,0-1 0 0,0 0 0 15,0 0-2-15,0 0 0 0,0 0 0 0,0 0 0 16,0 0-3-16,3 21-1 0,-3-17 0 0,1-2 0 16,0 2-8-16,-1 0-3 0,1-2 0 0,0 2 0 15,1-4-17-15,-1 2 8 0,1-1-8 0,0-1 0 16,0 3 0-16,-1-3 0 0,1 0 0 0,-1 0 0 0,0 0 0 0,-1 0 0 15,0 0 0-15,-1 0 0 0,1 0 8 0,0 0-8 16,0 0 0-16,0 0 0 0,0 0 10 0,0 0-10 16,0 0 8-16,0 0-8 0,0 0 0 0,0 0 8 15,0 0-8-15,0 0 0 0,0 0 0 0,0 0 0 16,0 0 0-16,0 0 0 0,0 0 0 0,0 0 0 16,0 0 0-16,0 0 0 0,0 0 0 0,0 0 0 15,0 0 0-15,0 0 0 0,0 0 0 0,0 0 0 16,0 0 0-16,0 0 0 0,0 0 0 0,0 0 0 15,0 0 8-15,0 0-8 0,0 0 0 0,0 0 10 16,0 0-10-16,0 0 10 0,0 0 7 0,0 0 2 16,0 0 0-16,0 0 0 0,-3-20-4 0,6 15-1 0,1 4 0 15,-1-4 0-15,2 4-3 0,0-4-1 0,0 4 0 0,-1-2 0 16,0-1-10-16,-2 4 0 0,0-2 0 0,0 1 0 16,-1 1 0-16,-1 0 0 0,1 0 0 0,-1 1 0 15,0-1 0-15,0 0 0 0,0 0 0 0,-1 0 0 16,2 0 9-16,-2 0-9 0,1 0 10 0,0 0-10 15,0 0 12-15,0 0-3 0,0 0-1 0,0 0 0 16,0 0-8-16,0 0 0 0,0 0 0 0,0 0 0 16,15-14 0-16,-13 12 0 0,1-2 0 0,-2 4 0 15,0-2 0-15,-1 2 0 0,0 0 0 0,0-3 0 16,0 3 0-16,0 0 0 0,-1 3-12 0,1-3 12 16,0 0-12-16,0 0 12 0,0 0-10 0,0 0 10 15,0 0 0-15,0 0-9 0,0 0 9 0,0 0 0 16,0 0 0-16,0 0 0 0,0 0 0 0,0 0 0 0,0 0 12 0,0 0-1 15,0 0-1-15,21 2 0 0,-19-2 2 0,2-2 1 16,-1 2 0-16,-2-4 0 0,1 4-5 0,0 0 0 16,-1 0-8-16,-1 0 12 0,0 0-12 0,-1 0 0 15,1 0 0-15,0 0 0 0,0 0 0 0,0 0 0 16,0 0-10-16,0 0 10 0,0 0-10 0,0 0 10 16,-5 22-12-16,5-19 12 0,0-2 0 0,0 1 0 15,1-2 0-15,0 2 0 0,2 0 0 0,-2-2 0 16,1 0 0-16,1 0 0 0,-1-2 0 0,1 2 0 15,-1 2 8-15,2-2-8 0,-3 0 10 0,0 0-10 16,2 3 10-16,-2 0-10 0,2 0 0 0,-2 1 0 16,0 2 0-16,-1 1 0 0,1 2 0 0,-2-3 0 15,1 3 0-15,-1 1 0 0,0-3 0 0,-1 2 0 16,2-2 0-16,-1-1 0 0,1 0 8 0,1-1-8 0,-1-1 0 16,2 2 0-16,0-2 0 0,-1-2 0 0,3 2 0 0,-2 0 0 15,1-2 11-15,-1 4-11 0,1-4 12 0,-1 0-12 16,2 2 13-16,-1 1-4 0,-1-1-1 0,-1-1 0 15,2 3-8-15,-1 1 0 0,1-1 0 0,-1 0 0 16,-1 0 0-16,2 0 0 0,-2-2 0 0,0 2 0 16,1-2 0-16,-2 1 0 0,1 1 0 0,0-2 0 15,1-3 0-15,0 0 0 0,0 1 0 0,1 0 0 16,-2-2 0-16,0 0 0 0,2 0 0 0,-2 0 0 16,0 0 8-16,2 1-8 0,-2-1 8 0,0 0-8 15,0 0 8-15,-1 0-8 0,0 0 0 0,0 0 8 16,0 0-8-16,0 0 0 0,0 0 0 0,0 0 0 15,0 0 0-15,0 0 0 0,0 0 0 0,0 0 0 0,0 0 0 0,0 0 0 16,0 0 0-16,0 0 0 0,0 0 0 0,0 0 0 16,0 0 0-16,0 0 0 0,0 0 0 0,0 0 0 15,20-5 0-15,-17 4 0 0,-1 0 0 0,0-2 0 16,1 2 0-16,1 1 0 0,-1-2 0 0,2-2 0 16,-1 1 0-16,0 1 0 0,1 1 0 0,0-2 0 15,1 0 0-15,-1 0 0 0,-2 1 0 0,1 0 0 16,0 0 0-16,-2 1 0 0,2 1 0 0,-1 0 0 15,-1 0 0-15,-1 0 0 0,0 0 0 0,-1 0 0 16,2 0 0-16,-1 0 0 0,1 0 0 0,-2 1 0 16,2-1 0-16,0 2 0 0,-1-2 0 0,1 0 0 15,-1 0 0-15,-1 0 0 0,0 0 0 0,0 0 0 16,0 0 0-16,0 0 0 0,0 0 0 0,20 3 0 0,-17-3 8 16,2-1-8-16,-1-1 0 0,0 2 0 0,-1 0 0 0,1 0 0 15,1 2 0-15,-1-2 0 0,-1 2 0 0,1 1 0 16,1 0 0-16,-1 0 0 0,0 0 0 0,1 1 0 15,-1 1 0-15,0 0 0 0,0 1 0 16,1-1 0-16,-1 1 0 0,-1 1 0 0,1-4 0 0,1 1 0 16,0-2 0-16,2-2 0 0,-2 2 0 0,0-2 0 15,0-2 0-15,1 2 0 0,0-2 0 0,-1-2 0 16,2 4 0-16,-2-3 0 0,-1 3 11 0,0 0-11 16,1-3 9-16,-2 3-9 0,-1 0 8 0,1 0-8 15,-1 0 0-15,-1 0 0 0,2 3 0 0,-1-3 0 16,-1 1 0-16,2-1 0 0,-2 2 0 0,2-2 0 0,-1 1 0 0,1-1 0 15,-1 0 0-15,1-1 0 0,0 1 0 0,1-3 0 16,0 0 0-16,-1-1 0 0,4-1 8 0,-4 2-8 16,1-1 0-16,0-2 8 0,-2 2-8 0,2-2 0 15,0 3 0-15,-2 0 8 0,2-2-8 0,-2 1 0 16,-1 3 0-16,2-2 0 0,-2 3 0 0,0-3 0 16,2 3 0-16,1-3 0 0,-2 3 0 0,1-2 0 15,0 0 0-15,1-2 0 0,-2 2 0 0,3 0 0 16,-1-1 0-16,0 2 0 0,0-3 0 0,-1 2 0 15,-2 2 0-15,2-3 0 0,-1 2 0 0,1 1 0 16,-1 0 0-16,1-2 0 0,-2 2 0 0,0 0 0 16,1 0 0-16,-1 0 0 0,0 2 0 0,0-2 0 15,0 1 0-15,2 2 0 0,-2-1 0 0,0 2 0 16,1-3 0-16,0 2 0 0,-1-1 0 0,2 0 0 0,-1 0 0 16,0-2 0-16,0 2 0 0,1-2 0 0,-1 0 0 15,0 0 0-15,1 2 0 0,-1-2 0 0,2 0 0 0,-3 2 0 16,2-2 0-16,-1 0 0 0,1 0 0 0,0 0 0 15,0 3 0-15,-2-3 0 0,2 3 0 0,-1-1 0 16,1-1 0-16,-1 3 0 0,1-4 0 0,-1 1 0 16,2 1 0-16,-2-2 0 0,3 0 0 0,-1 3 0 15,2-6 0-15,0 3 0 0,0-2 0 0,2 1 0 16,0-2 0-16,0-1 0 0,-1 1 0 0,1 0 0 16,-1-1 8-16,-1 0-8 0,-1 0 8 0,0 1-8 15,-1 2 8-15,0 1-8 0,-2-2 0 0,2 2 8 16,-2-2-8-16,0 2 0 0,0 0 0 0,-1 2 0 15,2 0 0-15,-1-2 0 0,2 0 0 0,-2 1 0 0,1 2 0 16,1-3 0-16,-1 0 0 0,0 2 0 0,0-2 0 0,1 0 0 16,1 0 0-16,-1 2 0 0,1 0 0 0,0-2 0 15,0 0 0-15,-2 0 0 0,1 2 0 0,0-2 0 16,1 2 0-16,0 0 0 0,-2-2 0 0,4 3 0 16,-5-3 0-16,2 1 0 0,-1 1 0 0,1 0 0 15,-1-1 0-15,-1 0 0 0,2 2 0 0,-2-3 0 16,2 1 0-16,-2 1 0 0,1 1 0 0,-1-3 0 15,2 1 0-15,-1 1 0 0,-2-2 0 0,1 3 0 16,1-2 0-16,2 2 0 0,-3-3 0 0,1 2 0 16,-2-1 0-16,1 2 0 0,0-2 0 0,0 2 0 15,-1-1 0-15,2 2 0 0,-2-2 0 0,0-1 0 16,1 2 0-16,-1-1 0 0,0 2 0 0,0-1 0 16,0-2 0-16,1 1 0 0,-1-2 0 0,0 0 0 0,2 1 0 15,-2-1 0-15,1 0 0 0,3 0 0 0,-1-1 0 0,0 1 0 16,-1-3 0-16,2 0 0 0,-1-1 0 0,1-2 0 15,0 1 0-15,-1 0 0 0,2 3 8 0,-1-2-8 16,1 2 0-16,-2-2 0 0,2 1 0 0,-1 3 0 16,1-2 0-16,-2 2 0 0,2-1 0 0,0 1 0 15,0 0 0-15,-2 1 0 0,1-1 0 0,1-1 0 16,-1 1 0-16,1 0 0 0,0-3 0 0,-1 1 0 16,2 1 0-16,-1-3 0 0,-1 3 0 0,0-1 0 15,0-1 0-15,0 0 0 0,-1 3 0 0,-1-2 0 16,1 0 8-16,-1 2-8 0,2 0 0 0,-1 0 8 15,0 0-8-15,-1 2 0 0,1 0 0 0,0-2 0 16,0 4 0-16,-1-2 0 0,1 2 0 0,-2-1 0 0,2 0 0 16,-1 0 0-16,-1-2 0 0,1 1 0 0,0-2 0 0,0 0 0 15,1 0 0-15,0-2 0 0,1 1 0 0,2-2 0 16,-1 1 0-16,1 1 0 0,2-4 0 0,1 0 0 16,0 2 0-16,-2-3 8 0,1 2-8 0,0-1 0 15,-1 2 0-15,0 0 0 0,0 2 0 0,-1-3 0 16,0 2 0-16,-1-2 0 0,2 4 0 0,-1-2 0 15,0 2 0-15,0-3 0 0,0 3 0 0,-2 0 0 16,2 0 0-16,-2 0 0 0,-1-1 0 0,0 1 0 16,-1 1 0-16,0-1 0 0,1 3 0 0,-2-3 0 15,2 0 0-15,-2 0 0 0,1 0 0 0,-1 2 0 16,1-2 0-16,-1 0 0 0,1 1 0 0,-1-1 0 16,1 3 0-16,-2-3 0 0,1 2 0 0,0-1 0 15,0 2 0-15,0-2 0 0,1 0 0 0,-2 3 0 0,0-4 0 16,1 1 0-16,0 2 0 0,-1-1 0 0,-1 0 0 0,2 0 0 15,-1-2 0-15,-1 0 0 0,1 2 0 0,-1-2 0 16,0 0 0-16,1 0 0 0,1 0 0 0,-1 0 0 16,0 2 0-16,1-4 0 0,1 2 0 0,-1 0 0 15,2 0 0-15,-1 0 0 0,-1 0 0 0,3 0 0 16,-1-2 0-16,-1 2 8 0,1-2-8 0,0 0 0 16,0 2 0-16,-2 0 0 0,2-2 8 0,-1 2-8 15,0 0 0-15,-1 0 0 0,1-3 0 0,-2 3 0 16,0-1 0-16,1 1 0 0,0 0 0 0,-1 0 0 15,1 0 0-15,-2 0 0 0,2 0 0 0,-2 0 0 16,2 0 9-16,0 0-9 0,-2 0 10 0,0 0-10 0,0 0 8 0,0 0-8 16,0 0 0-16,0 0 0 0,0 0 8 0,20-4-8 15,-16 3 0-15,0 0 0 0,0 1 0 16,0 0 0-16,-2 0 0 0,2-3 0 0,-3 3 0 0,1 0 0 16,1 0 0-16,-2 0 0 0,0 3 0 0,1-3 0 15,-1 0 0-15,0 0 0 0,0-3 0 0,-1 3 0 16,2 0 0-16,-2 0 0 0,0 0 0 0,0 0 0 15,0 0 0-15,0 0 0 0,0 0 0 0,0 0 0 16,0 0 0-16,0 0 0 0,19-1 0 0,-16 1 0 16,1-2 0-16,-2 2 0 0,2 0 0 0,-1 0 0 15,2 0 0-15,-1 0 0 0,1 0 0 0,-2 0 0 16,0 0 0-16,0 0 0 0,2-3 0 0,-2 3 0 16,1 0 0-16,-1 0 0 0,0-1 0 0,0 1 0 15,-1 0 0-15,1 0 0 0,-1 0 0 0,1 0 0 0,-2 0 0 16,0 0 0-16,2 0 0 0,-2 0 0 0,0 0 0 0,0 1 0 15,2-1 0-15,-2 3 0 0,1-3 0 0,0 2 0 16,0-2 0-16,1 1 0 0,-2 2 0 0,1-2 0 16,1 2 0-16,-1-1 0 0,1-2 0 0,-1 0 0 15,1 0 0-15,-1 0 0 0,2 0 0 0,0-2 0 16,1 0 0-16,0 1 0 0,-1 0 0 0,3-3 0 16,0 2 0-16,0-1 0 0,2 0 0 0,-1-1 0 15,-1 1 0-15,0 0 0 0,0-1 0 0,-2 1 0 16,1 1 0-16,-1 1 0 0,1 2 0 0,-1-2 0 15,0 1 0-15,1 0 0 0,0 0 0 0,0 1 0 16,0 1 0-16,-1-2 0 0,0 2 0 0,2-1 0 16,-3 0 0-16,0-1 0 0,1 3 0 0,-1-3 0 15,0 0 8-15,-1-3-8 0,1 3 0 0,-2-1 9 0,2 0-9 0,0 1 10 16,0 0-10-16,-2-2 10 0,2 2-10 0,-1-2 0 16,1 1 0-16,0 1 0 0,0-3 0 0,-1 3 0 15,1 0 0-15,0 0 0 0,-1-2 0 0,0 2 0 16,2 0 0-16,-3-1 0 0,0 1 0 0,0 0 0 15,1 1 0-15,-2-1 0 0,0 2 0 0,0-4 0 16,2 2 0-16,-2 0 0 0,0 0 0 0,0 0 8 16,1 0-8-16,-1 0 0 0,0 0 10 0,2 0-10 15,-1 0 12-15,1 0-12 0,0 0 8 0,0 0-8 16,0-1 0-16,1 1 0 0,1 0 0 0,0 0 0 16,1 0 0-16,0 0 0 0,-1 0 0 0,0 0 0 15,1 0 0-15,-1 1 0 0,2-1 0 0,-2 0 0 16,-1 0 0-16,0 2 0 0,1-2 0 0,-2 0 0 0,-1 3 0 15,-1-3 0-15,2 0 0 0,-3 1 0 0,1-1 0 0,-1 0 0 16,1 0 0-16,-1 0 0 0,0 2 0 0,0-2 0 16,0 0 10-16,0 0-10 0,0 0 8 0,0 0-8 15,0 0 10-15,0 0-10 0,0 0 12 0,0 0-12 16,0 0 8-16,0 0-8 0,0 0 0 0,0 0 0 16,0 0 0-16,0 0 0 0,0 0-11 0,0 0 11 15,0 0-11-15,0 0 11 0,0 0-10 0,0 0 10 16,0 0 0-16,0 0 0 0,0 0 0 0,0 0 0 15,0 0 0-15,0 0 0 0,0 0 8 0,0 0-8 16,0 0 16-16,0 0-4 0,0 0-1 0,0 0 0 16,0 0-3-16,0 0-8 0,0 0 12 0,0 0-4 15,0 0-8-15,0 0 0 0,0 0 0 0,0 0 0 0,0 0-11 0,0 0 3 16,0 0 0-16,0 0 0 16,0 0 8-16,0 0 0 0,0 0-9 0,0 0 9 0,0 0 0 0,0 0 0 15,0 0 0-15,0 0 0 0,0 0 0 0,0 0 0 16,0 0 0-16,0 0 0 0,0 0 0 0,0 0 0 15,0 0 0-15,0 0 0 0,0 0 0 0,0 0 0 16,0 0 0-16,0 0 0 0,0 0 0 0,20 0 0 16,-17 0 0-16,-2 0 0 0,1 0 0 0,-1 0 0 15,1 0 0-15,-1 0 0 0,0 0 0 0,0 0 0 16,-1 0 0-16,2 0 0 0,-1 0 0 0,-1 0 0 16,0 0 0-16,0 0 0 0,0 0 8 0,0 0-8 15,0 0 0-15,0 0 8 0,0 0-8 0,0 0 0 16,0 0 0-16,0 0 0 0,0 0 0 0,0 0 0 0,0 0 0 15,0 0 0-15,0 0-10 0,0 0 10 0,0 0-13 0,18 10 5 16,-15-7 8-16,-2-3 0 0,0 1 0 0,1-1-8 16,-1 0 8-16,0-1 0 0,-1 1 0 0,1 0 0 15,-1 0 10-15,0-3-2 0,2 3-8 0,-2 0 12 16,0 0-12-16,0 0 11 0,0 0-11 0,0 0 10 31,0 0-84-31,-20-16-17 0,5 13-3 0</inkml:trace>
  <inkml:trace contextRef="#ctx0" brushRef="#br0" timeOffset="143667.84">24827 13881 518 0,'-3'-2'46'0,"-1"2"-37"0,2-1-9 0,0 1 0 16,2 0 220-16,-2-1 41 0,-2 1 9 0,-2 0 2 15,-1 0-180-15,-3-3-36 0,0 3-8 0,1-1 0 16,-1 2-48-16,0-1 0 0,2 0 0 0,-2 3 0 15,1-3-9-15,2 0 9 0,-2 1-13 0,3-1 5 16,1 0 8-16,0 0 0 0,1 0 0 0,1-1 0 16,-1 1 24-16,0-3 1 0,0 0 0 0,-1 3 0 15,2-4 23-15,-2 2 5 0,0-1 1 0,1 2 0 0,0-2-19 16,1 0-4-16,-2 3-1 0,1-4 0 16,-1 3-18-16,0-1-3 0,-1 2-1 0,-1 0 0 0,-1 0-8 0,1 0 0 15,-1 0 0-15,1 0 0 0,1 2-9 0,0-4 9 16,-1 2 0-16,1 0 0 0,1 0 0 0,0-2 0 15,0 1 0-15,0-2 0 0,0 3 20 0,1-3 0 16,-3 0 1-16,1-1 0 0,0 2 2 0,0-2 0 16,0 2 0-16,-1-1 0 0,1 2-14 0,-1-3-9 15,-1 2 12-15,0-1-12 0,-2 2 0 0,0 1 0 16,-1-2 0-16,0 2 0 0,0 0 0 0,-1 0 0 16,3 2 0-16,-1-2 0 0,0 0 12 0,1 0-2 15,2 0 0-15,-1 0 0 0,2 0 11 0,0 0 3 0,1 0 0 0,-1-2 0 16,-2 2-11-16,2 0-1 0,1-4-1 0,-1 4 0 15,0 0-11-15,0 0 0 0,0 0 0 0,-1 0 0 16,0 0 0-16,-2 0 0 0,1 0 0 0,-4 1-11 16,1-1 11-16,0 3-12 0,-1-3 12 0,-1 0-12 15,1 0 12-15,0 0 0 0,2 0 0 0,-1 0 0 16,0 0 0-16,1 0 0 0,0 0 0 0,0 0 8 16,1 0-8-16,-1 2 0 0,2-4 8 0,-3 2-8 15,1 0 0-15,-1 2 0 0,-2-1 0 0,0 2 0 16,-1-1 0-16,-1 2 0 0,0-1 0 0,0 0-8 15,2 3 8-15,-1-2-12 0,2 0 12 0,0 1-12 16,2-2 12-16,-1 0 0 0,2 1 0 0,-1-4 0 16,1 1 0-16,2 1 0 0,-1-2 8 0,2 3-8 15,0-3 0-15,1 0 8 0,0 0-8 0,0 0 0 16,3 0 0-16,-2 0 0 0,0 0 0 0,1 0 0 0,-2 0 0 0,-1 1 0 16,-1 2-9-16,0-3 9 0,-2 2 0 0,1-1 0 15,-1 2 0-15,-2-1 0 0,1-2 0 0,0 1 0 16,0-2 0-16,3 1 0 0,-1 1 0 0,1-1 0 15,1 0 8-15,1-1-8 0,0 1 11 0,0-2-3 16,1-1-8-16,-1 2 12 0,2 1-12 0,0 0 9 16,1-2-9-16,-2-1 8 0,1 2-8 0,0 1 0 15,-1-3 0-15,0 3 8 0,-2 0-8 0,0 0 0 16,-2 0 0-16,0 0 0 0,-2 0 0 0,-1 0 0 16,0 3 0-16,-2-3 0 0,2 1 0 0,-1-1 0 15,2 3 0-15,0-3 0 0,0 0 0 0,1 0 0 0,2 0 0 16,1 0 0-16,0-3 0 0,0 2 0 15,1 1 0-15,0 0 0 0,-2-3 8 0,1 0-8 0,0 3 8 16,0-3-8-16,-2 2 0 0,1 0 0 0,0-1 0 0,-2 2 0 16,-1 0 0-16,-1 0 0 0,0 0 0 0,0 3 0 15,-2 1 0-15,1-1 0 0,0 0 0 0,-1 1 0 16,0-2 0-16,-1 2-9 0,2-1 9 0,-2 1-10 16,0 1 10-16,1-1-13 0,-1-2 5 0,-1 2 8 15,1-2-17-15,-3 2 4 0,3-1 1 0,-1 0 0 16,-1 0 12-16,0 1-11 0,1-1 11 0,0 0-10 15,-1 0 10-15,-1 4 0 0,1-1 0 0,-2 0-8 16,3 0 8-16,2 2 0 0,-1 0 0 0,2-2 0 16,1 1 0-16,1-1 0 0,1-3 8 0,2 4-8 15,2-4 0-15,0 1 0 0,0 1 0 0,0-1-12 0,1-2 12 16,-1 2 0-16,3-2 0 0,-2 2 0 0,2 0 0 16,-2-2 0-16,1-2-9 0,1 4 9 0,-1-4 0 0,1 2-9 15,0 2 9-15,-1-1 0 0,1 0 0 0,-1 0 0 16,1 1 0-16,-2-1 0 0,1 1 0 0,1 1 0 15,-2-1 0-15,2-1 0 0,-1 2-8 0,1-1 8 16,-1 2 0-16,2-2 0 0,0 2-9 0,0-2 9 16,1 1 0-16,0 2-9 0,0-1 9 0,0 3 0 15,0 1 0-15,0-3 0 0,0 4 0 0,0 1 0 16,1 0 0-16,-2 3 0 0,1-3 0 0,0 2-8 16,-3 1 8-16,1 1 0 0,-1 0 0 0,0 0 0 15,1-1 0-15,-1 2 0 0,-1-1 0 0,0-1 0 0,0 1 0 16,2-4 0-16,0 1 0 0,2-1 0 15,0 0 0-15,0 0 0 0,2-1 0 0,-1 2 0 0,2 0 0 16,-1-3 0-16,2 2 0 0,-2 0 0 0,2-2 0 0,-3-1 0 16,2 1 0-16,-1 0 0 0,0 2 0 0,-1-3 0 15,-1 2 0-15,0 0 0 0,0 2 0 0,-1 2 0 16,1-1 0-16,-3 2 0 0,2 3 0 0,-3-1 0 16,2 2 0-16,-2 1 0 0,0-1 0 0,2-2 0 15,0-2 0-15,1 0 0 0,-1-1 0 0,2-1 0 16,0 1 0-16,0-4 0 0,0 4 0 0,0-3 0 15,0-2 0-15,0 2 0 0,1 1 0 0,-1-3 0 16,2 2 0-16,-2-2 8 0,2 2-8 0,-1-2 0 16,0 2 0-16,0-2 0 0,1 3 0 0,-2-1 0 0,1 0 0 15,0 1 0-15,-1 0 0 0,0 0 0 0,-1-1 0 0,0 2 0 16,-1 1 0-16,0-3 8 0,1 2-8 0,-1-2 0 16,2 0 0-16,-1-2 0 0,0 3 0 0,1-6 0 15,0 4 0-15,1-5 8 0,0 2-8 0,2 0 0 16,-1-2 0-16,2-2 0 0,1-1 0 0,0 0 0 15,1 1 0-15,0 2 0 0,1-2 0 0,-1 1 0 16,0-1 0-16,-1-1 0 0,0 2 0 0,0 0 0 16,-2 1 0-16,1 1 0 0,-1-1 0 0,-1 2 0 15,-1 2 0-15,1 0 0 0,-2 5 0 0,0-3 0 16,-2 2 0-16,1 1 0 0,1-2 0 0,0 0 0 16,0-1 0-16,0 1 0 0,3-6 0 0,-2-1 0 15,1 0 0-15,3-2 0 0,-2-1 0 0,2 0 0 16,0 0 0-16,0-3 8 0,0 2-8 0,1-2 0 15,-1 0 0-15,-2 0 0 0,2 0 0 0,0 0 0 0,-1 1 0 0,0 2 0 16,-1-2 0-16,0 0 0 0,-1 3 0 0,1-3 0 16,-2 4 0-16,-1-1 0 0,1 2 0 0,-1-2 0 15,0 0 10-15,-1 1-2 0,1 1-8 0,1-3 12 16,1 0-4-16,0-2-8 0,-1 2 11 0,2-1-11 16,0-2 0-16,2 0 0 0,2-2 0 0,1-1 0 15,1-1 10-15,-2 1-10 0,3-3 8 0,-1 1-8 16,1 0 12-16,0-2-4 0,-2 1 0 0,1 1 0 15,-2 2 0-15,1-1 0 0,-3 1 0 0,-2 2 0 16,2 1-8-16,-2 0 12 0,1 0-12 0,-3 1 12 16,1 2-12-16,1-3 0 0,-1 2 9 0,1 2-9 15,-1 0 0-15,2-2 0 0,0 2 0 0,-1 0 0 16,1-2 0-16,1 1 0 0,1-2 0 0,2 1 0 0,0-2 0 16,2 0 0-16,1 0 0 0,0 0 0 0,3 0 8 15,0-3-8-15,-1 3 10 0,1-5-10 0,-2 3 14 0,0 0-3 16,0 0-1-16,-3 0 0 0,1 2-10 0,-1 0 12 15,1 0-12-15,-1 2 12 0,0 0-12 0,0 0 0 16,1 0 0-16,-1 0 0 0,-2 2 0 0,2 1 0 16,-2 0 0-16,1 1 0 0,-1 0 0 0,0 3 0 15,2-2 0-15,-1-1 0 0,0 3 0 0,1-5 0 16,2 2 0-16,-1-2 0 0,1-2 0 0,0 1 0 16,4-3 0-16,0 0 0 0,1-5 0 0,1 0 8 15,2 0-8-15,-2-3 8 0,3 0 3 0,-3-1 0 16,0 2 0-16,1-2 0 0,-2 3 1 0,-1 0 1 15,-3 2 0-15,0 0 0 0,-2 2-3 0,0 2-1 16,-2 0 0-16,-2 0 0 0,0 2-9 0,-1-2 0 16,0 3 9-16,0-2-9 0,0 1 0 0,1 1 0 0,1 1 0 0,1-3 0 15,-1 4 0-15,1-5 0 0,2 3 0 0,1-3 0 16,0 3 0-16,1-6 0 0,2 3 0 0,1-2 0 16,-1 1 0-16,2-4 0 0,2 0 0 0,-2-1 0 15,1 1 0-15,-2-1 0 0,1-1 0 0,-2 2 8 16,-1 0-8-16,0 2 0 0,-1 0 0 0,-1 2 8 15,-1-1-8-15,-1 2 0 0,-2 0 8 0,1 0-8 16,-1 2 0-16,-1-1 9 0,0 2-9 0,2-1 0 16,-1 2 0-16,-1-2 0 0,3 2 0 0,0 0 0 15,1-2 0-15,-1-2 0 0,4 4 0 0,0-4 0 16,2-2 0-16,0 0 0 0,1 0 0 0,0-2 0 16,0 0 8-16,0-1-8 0,-1 2 0 0,0-1 0 0,-1-1 9 15,-1 1-9-15,-2 4 0 0,1 0 9 0,-3-2-9 0,0 2 0 16,-1 2 0-16,-1-2 8 0,-1 3-8 0,0 1 0 15,0-2 0-15,1 2 0 0,-1-1 0 0,0 1 0 16,1 1 0-16,2 1 0 0,1-2 0 0,-1 0 0 16,-1 1 0-16,3-5 0 0,2 3 0 0,0-3 0 15,3 2 0-15,1-4 0 0,1 0 0 0,2 1 0 16,0-2 0-16,-1 3 0 0,0-2 0 0,-2 0 0 16,1 2 0-16,-2 0 0 0,0 2 0 0,-3 0 0 15,1-2 0-15,-3 3 0 0,0 0 0 0,0 0 0 16,0 1 0-16,-1 2 0 0,2-3 0 0,-1 4 0 15,0-1 0-15,0 0 0 0,1 0 0 0,1 0 0 16,0-2 0-16,2 2 0 0,1 0 0 0,0-2 0 0,3-1 0 0,-2-2 0 16,2 1 0-16,-1-2 0 0,3 3 0 15,0-6 0-15,-1 3 0 0,0 0 0 0,0 0 0 0,-1-3 0 16,-1 3 8-16,0 0-8 0,0-3 0 0,-1 3 8 16,0 0-8-16,-1 0 0 0,3 3 0 0,-3-3 0 15,1 1 0-15,-1 1 0 0,2 1 0 0,-1-2 0 16,-1 2 0-16,0 0 0 0,-1 0 0 0,0-1 0 15,0 2 0-15,1 0 0 0,-2-2 0 0,0 2 0 16,0-2 0-16,0-2 0 0,-1 1 0 0,-1 2 0 16,1-1 0-16,1-2 0 0,2 0 0 0,2 0 0 15,0 0 0-15,1 0 0 0,1-2 0 0,-2 2 0 16,1-3 8-16,-1 3 0 0,0-1 0 0,-1 1 0 16,2 0-8-16,-3 0-9 0,0 0 9 0,-3 0-13 15,1 1 13-15,-2 2 0 0,-1-1 0 0,0 2 0 0,-1 0 0 0,2-2 0 16,-3 2 0-16,3-2 0 0,-3 2 0 0,3-1 0 15,-1 0 0-15,0-3 0 0,4 3 0 0,-1-3 0 16,3 0 0-16,-1-3 0 0,1 1 0 0,0-2 0 16,1 2 0-16,1-2 0 0,1 0 0 0,0-2 0 15,0 2 0-15,-3-2 0 0,0 4 0 0,-1-2 0 16,-2 2 0-16,0-2 0 0,-2 4 0 0,-1 0 0 16,0-3 0-16,-1 6 0 0,0-2 0 0,0 2 0 15,0-1 0-15,0-1 0 0,0 4 0 0,-1-1 0 16,1-2 0-16,1 3 0 0,1 0 0 0,0-1 0 15,2 0 0-15,-1-2 0 0,2 2 0 0,0 1 0 16,1-5 0-16,-1 1 0 0,0 2 0 0,1-2 0 16,-1-1 10-16,-2 2-10 0,0-2 11 0,-1 0-3 15,-2 0-8-15,0 0 12 0,-2 0-3 0,1-2-1 0,0 2 0 0,-2 0 0 16,-1-1-8-16,2 4 0 0,-2-3 0 16,-1 0 0-16,1 0 0 0,-1 3 0 0,-1-3 0 0,1 0 0 15,0 3 0-15,-1-3 0 0,1 3 0 0,2-3 0 16,-1 1 0-16,1-1 0 0,2 0 0 0,-1 0 0 15,1-1 0-15,0 1 0 0,-1-3 0 0,1 3 0 16,-1-3 0-16,-2 3 0 0,0-3 0 0,0 1 0 16,-1 1 0-16,0-2 0 0,-1 2 8 0,-2 1-8 15,1 0 0-15,-1-3 0 0,-1 3 0 0,2 0 0 16,-2 0 0-16,-1 0 0 0,1 0 0 0,-1 0 0 16,0-2 0-16,0 2 0 0,0 0 0 0,0 0 0 15,0 0 0-15,0 0 8 0,0 0-8 0,14-20 0 0,-8 10 0 16,0 2-16-16,4-5 3 0,-2 1 0 0,-1-1 1 0,0 0 0 15,2-2 0-15,-3 4 0 0,0-1 12 0,-1-1-12 16,2 3 12-16,-2-2-12 0,1 2 12 0,-4 1 0 16,2 2 0-16,-3 1 0 0,0 1 0 0,-1 1 12 15,-1-2-3-15,0 2 0 0,0-2 3 0,-1 0 1 16,1 0 0-16,0-4 0 0,1 0-13 0,0-2 9 16,1-1-9-16,0-3 8 0,2 0-8 0,2-1 0 15,-1-1 0-15,2-4 0 0,0 1 0 0,1-1 0 16,1 0 0-16,0-1 0 0,0 1 0 0,-2 1 0 15,0 1 0-15,-1 2 0 0,0 2 0 0,-2 0 0 16,-1-1 9-16,-2 3-9 0,1 0 14 0,-2 2-2 16,-1-2 0-16,-1 3 0 0,1 1 6 0,-1-2 1 0,1 4 0 0,-2-3 0 15,1 1-10-15,1 0-1 0,0-2-8 0,-1-2 12 16,2-2-12-16,1-2 8 0,0-1-8 0,1-3 0 16,2 1 0-16,0-3 0 0,2 2 0 0,-1 0 0 15,1-3 0-15,0 4 0 0,0 1 0 0,-2 1 0 16,1 3 0-16,-1 1 0 0,-2 0 0 0,-1 4 0 15,-1-2 0-15,-1 1 0 0,0 2 0 0,-2 0 0 16,0 4 0-16,0-3 0 0,-1 3 0 0,0-1 9 16,1 1-9-16,0-1 0 0,1 1 0 0,-1 0 0 15,1 0 0-15,1 0 0 0,-1-4 0 0,2 4 0 16,0-4 0-16,0 1 0 0,1 0 0 0,0-1 0 16,0 3 0-16,0-4 0 0,0 0 0 0,0 2 0 15,1-1 0-15,-2 0 0 0,1 2-9 0,-3-1 9 0,2 4 0 16,-2-1 0-16,1 1 0 0,-2 1 0 0,-1-2 0 0,0 2 0 15,0-2 0-15,1 2 0 0,-1-2 0 0,-2 0 0 16,1 0 0-16,0 0 0 0,1 0 0 0,-1-4 0 16,2 1-8-16,-1 2 8 0,0-5 0 0,0 5 0 15,0-3-8-15,-1 1 8 0,3 2 0 0,-4 1 0 16,2-3-8-16,0 3 8 0,-1 0 0 0,0 2 0 16,-1 0 0-16,-1-1 0 0,2 2-9 0,-4-1 9 15,0 2 0-15,0-2-9 0,0 0 9 0,-1 2 0 16,-1-2 0-16,1-1 0 0,0 4 0 0,0-4 0 15,-1 1 0-15,1-2 0 0,0 2 0 0,0-4 0 16,0 0 0-16,0 2-8 0,1-4 8 0,1 4 0 16,1-3 0-16,-1-1 0 0,0 0 0 0,2-2 0 15,-2 2 0-15,1-1 0 0,-2 4 0 0,0-2 0 16,0 2 0-16,0-2 0 0,-1 2 0 0,-1 0 0 0,-1 1 0 0,-2 0 0 16,3 2 0-16,-3 2 0 0,0-2 0 0,-1 2-8 15,0-2 8-15,0-1 0 0,0 4 0 0,0-5 0 16,1 2 0-16,-1-1 0 0,0 1 0 0,1 0 0 15,0-2 0-15,0 4 0 0,-1-4 0 0,1-1 0 16,1 1 0-16,-1 3 0 0,-1-4 0 0,-2 4 0 16,1 0 0-16,-3 1-8 0,-2 2 8 0,0 0 0 15,-2 2 0-15,1 1-8 0,2 0 8 0,-1 0 0 16,-1 3 0-16,1-2-8 0,1 2 8 0,0-2 0 16,0-1-8-16,0 2 8 0,2-3-8 0,1 0 8 15,1-2 0-15,0-4-10 0,1 4 10 0,0-2 0 16,0-1 0-16,0 2 0 0,0-4 0 0,-1 1 0 0,-2 1 0 0,1 0 0 15,-1 2 0-15,-1-1 9 0,-2-2-9 0,-1 4 0 16,-1 0 0-16,1 0 0 0,-1 1 0 0,1 2 0 16,-3 0 0-16,1 2 0 0,1-1-8 0,2-2 8 15,1 2 0-15,1-3 0 0,2 2 0 0,-1-6 0 16,3 3 0-16,0-1 0 0,1-3 0 0,0-2 0 16,-1 1 0-16,2-1 0 0,-1 0 0 0,-1-2 0 15,0 2 0-15,-1 0 8 0,0-3-8 0,-1 3 0 16,-1 3 0-16,-1-1 0 0,-2 1 0 0,-2 2 0 15,1 2 0-15,-3 2 0 0,0-1 0 0,0 3-9 16,0 4 9-16,3-3 0 0,0 0 0 0,2 0-8 16,3 1 8-16,2-4 0 0,1 1 0 0,0-1 0 15,1-3 0-15,2 2 0 0,1-2 0 0,1 1 0 0,-1-1 0 0,0-1 0 16,0 1 0-16,0 0 0 0,-1-2 0 0,1 2 0 16,-1-3 0-16,1 2 0 0,-2 1 0 0,0 0 0 15,-2 0 9-15,1 0-9 0,0 1 8 0,-3 2-8 16,3-1 0-16,-2-2 0 0,2 4 0 0,0-4 0 15,2 2 0-15,0-1 0 0,1 2 0 0,1-3 8 16,0 1-8-16,1 0 0 0,-1 3 0 0,0-4 8 16,2 1-8-16,-1 2 0 0,-1-1 0 0,-1 0 0 15,0 0 0-15,0 0 0 0,-2 5 0 0,0-4 0 16,-3 4-8-16,-2 0-4 0,1 4-1 0,-3 3 0 16,0 1-83-16,-2 1-17 0,-3 10-3 0,-3 2-1030 15</inkml:trace>
  <inkml:trace contextRef="#ctx0" brushRef="#br0" timeOffset="145383.73">24879 15435 172 0,'-3'0'16'0,"-1"0"-16"0,2 0 0 0,0 0 0 15,1 0 252-15,1 0 48 0,0 0 10 0,-1 0 2 16,-2 0-185-16,0 1-37 0,0-1-7 0,-1 0-2 16,2 0-51-16,2 3-10 0,-3-6-3 0,1 2 0 15,1 1 6-15,-2-2 1 0,2-2 0 0,-3 1 0 16,2 0 0-16,-2 0 0 0,3 1 0 0,-2 2 0 16,1-2 5-16,-2 2 2 0,1 2 0 0,-1-1 0 15,-1 3 9-15,0-1 3 0,-1 4 0 0,0-1 0 16,-1 2-7-16,1 2 0 0,0 3-1 0,1 0 0 15,-1 2-13-15,1 2-2 0,1 1-1 0,-1-2 0 0,2 0-11 0,-1 0-8 16,1-4 12-16,1 1-12 0,1-2 15 16,-2 1-4-16,2-1-1 0,0 0 0 0,-2 1 2 0,1-1 0 15,-1 4 0-15,0-3 0 0,0 4-12 0,-1-2 0 16,2 3 0-16,-2-1 0 0,2 3 0 0,-2 0 0 16,3 0-12-16,-2-3 12 0,1 0-24 0,1-1 4 15,1-4 0-15,0 0 0 0,1-5-1 0,-1-1 0 16,1 0 0-16,0-5 0 0,1 1-20 0,0-2-4 15,1 1-1-15,0-2 0 16,2-2-24-16,-1-5-5 0,2 2-1 0,-2-2 0 16,1-1-28-16,0 0-7 0,-2-2-1 0,0 2 0 15,-1-2-21-15,-2 3-5 0,0 2-1 0,-1 1-332 0</inkml:trace>
  <inkml:trace contextRef="#ctx0" brushRef="#br0" timeOffset="145616.49">24714 15759 741 0,'-2'-4'32'0,"2"3"8"0,0 1-32 0,0 0-8 0,0 0 0 0,0 0 0 16,-1-2 124-16,0-1 22 0,1 2 5 0,-2-2 1 15,0 1-36-15,2 2-6 0,0 0-2 0,0 0 0 16,0 0-14-16,0 0-3 0,0 0-1 0,-21 5 0 16,16-1-30-16,-1 2-7 0,0 0-1 0,0 4 0 15,0-1-36-15,1-2-7 0,1 2-1 0,1-2-8 16,1 2 12-16,2 1-4 0,0-2 0 0,1 0-8 16,2 0 16-16,-1-2-3 0,2 2-1 0,0-3 0 15,2 0 0-15,-1 0-1 0,1-2 0 0,0 1 0 16,0-1-11-16,2-1 8 0,-2 2-8 0,0-4 8 15,-1 0-8-15,1 0 0 0,0 1 0 0,1-2 0 16,0 1-24-16,0 0 2 0,3-4 1 0,1 2 0 16,1-5-39-16,4 1-7 0,2-1-1 0,2-4-557 15,3-3-111-15</inkml:trace>
  <inkml:trace contextRef="#ctx0" brushRef="#br0" timeOffset="147452.96">24683 17697 885 0,'1'0'39'0,"0"-1"9"0,1-2-39 0,-1 1-9 0,0 0 0 0,0-1 0 16,2 0 28-16,0-3 4 0,4-4 1 0,-1 0 0 16,1 2-12-16,-2-2-2 0,0 3-1 0,-2 4 0 15,-2 3 43-15,-1-3 9 0,-1 6 2 0,1-2 0 16,-3 5 41-16,-3 0 9 0,0 1 2 0,-3 1 0 15,0 2-32-15,0 0-7 0,-1 0-1 0,0-1 0 16,1 0-56-16,-1-2-11 0,0-4-2 0,0 1-1 16,2-2-14-16,-1-2 0 0,2 0 0 0,-1 0 0 15,2-2-14-15,0 1 4 0,0-2 1 0,0 2 0 16,-1-1 9-16,1-1 0 0,2 2 0 0,-2 1 0 0,1 0 0 16,0 0 0-16,0 1 0 0,-1 2 0 0,1 0 0 0,0 1 0 15,2 1 0-15,-2 1 8 0,0 0-8 0,2 2 0 16,0-2 0-16,1 0-8 0,1 0 0 0,1-3 0 15,1 0 0-15,1 0 0 0,0-2 8 0,3 2 0 16,0-3-9-16,1 0 9 0,2 0 0 0,0 0 0 16,2 0 0-16,1 0 0 0,0 0 0 0,2 0 0 15,-1 0 10-15,2 0-10 0,-1 1 9 0,0 1-9 16,-1 1 0-16,0 1 9 0,-1-2-9 0,2-2 0 16,-1 4 0-16,-1-2 8 0,0-2-8 0,-1 1 0 15,1-1 0-15,1 0 0 0,-2 0 0 0,1-1 0 16,0 1 0-16,0-2 0 0,0 2 0 0,3-3 8 15,-3 2-8-15,-1-1 0 0,0-1 10 0,-2 2-10 16,0 1 12-16,-2 0-12 0,-1 0 17 0,-2 0-3 0,1 1-1 0,0-1 0 16,-3 3 9-16,-1-3 2 0,1 0 0 15,-2 2 0-15,1-2 13 0,0 0 3 0,0-2 1 0,-1-1 0 16,1 2 1-16,-1-2 0 0,-2 0 0 0,3 3 0 16,0 0-14-16,-10-23-4 0,3 15 0 0,-2-2 0 15,-1-3-13-15,-2 4-3 0,-2-4-8 0,0 3 12 16,-1-2-12-16,-4 2 0 0,1 0 0 0,-5 2-10 15,1-1-99-15,0 1-20 16,1 2-4-16</inkml:trace>
  <inkml:trace contextRef="#ctx0" brushRef="#br0" timeOffset="154967.16">21402 17833 230 0,'0'0'10'0,"-1"0"2"0,1 0-12 0,-1 2 0 16,0-2 0-16,-1 0 0 0,1 3 276 0,-1-2 52 16,-2 1 10-16,-1 2 2 0,0-1-229 0,0 0-47 15,1 0-8-15,2-2-3 0,-1 0-38 0,2 1-15 16,1-2 11-16,0-2-11 0,1 1 0 0,-1 0 0 15,2-3 0-15,-1 2 0 0,0-5-11 0,0 4 11 0,2-2-10 0,-2 0 10 16,0 2 0-16,0 0 0 16,-1 0 0-16,0 1 0 0,0 2 29 0,0-2-1 15,2 2 0-15,-2 0 0 0,-2 2 8 0,2 0 0 0,2-2 1 0,-2 0 0 16,0 3-14-16,1-3-3 0,-1 0-1 0,0 0 0 16,0 0-8-16,0 0-2 0,0 0 0 0,0 0 0 15,0 0 5-15,0 0 1 0,20-7 0 0,-18 7 0 16,1 0 3-16,-1 0 1 0,-1 0 0 0,2 0 0 15,-2 0-5-15,0 2-1 0,1 0 0 0,0 1 0 16,1-3-13-16,-1 1 9 0,0 1-9 0,1 1 8 16,-1 1-8-16,2-3 0 0,1 1 0 0,0 1 8 15,0-3-8-15,0 1 0 0,0-1 0 0,1 0 0 16,1 0 9-16,2-1-9 0,1-2 10 0,0 3-10 16,0-3 20-16,-2 3-3 0,1-4 0 0,-1 3 0 15,0-1-1-15,2 2 0 0,-1-3 0 0,1 0 0 0,-2 3-7 0,1-2-1 16,0 0-8-16,-3 2 12 0,1-2-4 0,-1 0-8 15,2 2 11-15,-1 0-11 0,1 0 0 0,-2 2 0 16,0-2 0-16,-1 2 0 0,1 2 0 0,-1-4 0 16,0 3 0-16,0 0 0 0,1-3 0 0,-1 2 0 15,1-2 0-15,0 1 0 0,2-1 0 0,-1-1 0 16,2-1 0-16,0 0 0 0,1-2 0 0,-1 0 0 16,1 0 0-16,1 0 0 0,1 0 11 0,-3-2-11 15,0 2 10-15,1-2-10 0,-1 4 9 0,-3-5-9 16,0 5 8-16,0 1-8 0,-2 1 10 0,1-3-10 15,-3 3 12-15,2 0-12 0,0 3 8 0,-2-3-8 16,1 1 0-16,-1 1 0 0,1-2 0 0,0 3 8 16,1-3-8-16,0 0 0 0,1 1 0 0,0 2 0 0,2-3 0 0,-1 0 0 15,3 0 0-15,1-3 0 0,0 3 0 0,1-1 0 16,0 1 0-16,0-3 0 16,1 1 0-16,0 1 0 0,0 1 0 0,0 0 0 0,-1 0 0 0,1 0 0 15,-1 0 0-15,-1 0 0 0,-2 1 0 0,2-1 0 16,-1 2 0-16,1-2 0 0,0 0 0 0,-1 0 0 15,1 3 0-15,2-3 0 0,-1 0 0 0,0 0 0 16,1-3 13-16,-1 3-4 0,0 0-1 0,-1 0 0 16,1 0-8-16,-1 0 12 0,-1 0-12 0,-2 0 12 15,1 3-12-15,-1-3 0 0,-1 1 9 0,1 2-9 16,-1-3 0-16,1 2 8 0,-1-1-8 0,2 2 0 16,-1-3 0-16,1 0 0 0,-1-3 0 0,2 2 0 0,-1-1 0 15,1 2 0-15,0-4 0 0,1 1 0 0,-1 1 0 0,0-2 0 16,0 3 0-16,-1-2 0 0,0 0 0 0,-1 0 0 15,1 3 0-15,-1 0 0 0,-1-2 0 0,-1 2 0 16,1 2 0-16,1-2 0 0,-2 0 0 0,-2 3 8 16,1-3-8-16,-2 1 0 0,2 1 9 0,-1 1-9 15,0-3 12-15,1 4-12 0,0-4 8 0,-1 1-8 16,1-1 0-16,1 0 0 0,-1 2 0 0,0-2 0 16,0-2 0-16,0 2 0 0,1 0 0 0,-2-1 0 15,2 1 0-15,-2-3 0 0,2 3 8 0,-1-1-8 16,-2 1 0-16,2 0 0 0,-1 0 0 0,-1 0 0 15,-1 0 8-15,1 0-8 0,0 0 0 0,-1 1 0 16,0-1 0-16,1 3 0 0,-1-3 8 0,1 0-8 16,1 0 0-16,-2 0 0 0,3 1 0 0,-3 1 0 0,3-2 0 0,-2 0 0 15,3 0 0-15,-1 3 0 0,0-3 0 0,-1 0 0 16,2 1 0-16,-1 2 0 0,1-3 0 0,-1 0 0 16,-1 0 0-16,1 0 0 0,-1 0 0 0,0 2 0 15,1-2 0-15,-2 0 8 0,2 0-8 0,-1 1 0 16,-2-1 10-16,1 3-10 0,1-3 8 0,-2 0-8 15,0 0 0-15,0 2 8 0,2-1-8 0,-2-1 0 16,0 3 0-16,2-3 0 0,-2 1 0 0,2 0 0 16,-1 1 0-16,1 0 0 0,-1-2 0 0,3 0 0 15,-1 0 0-15,-1 0 0 0,1 0 0 0,1 0 0 16,1 0 0-16,-1-4 0 0,1 4 8 0,-1-1-8 16,0 0 0-16,-1 1 8 0,0-3-8 0,-1 2 8 15,0 1-8-15,-3-2 0 0,1 4 0 0,-1-2 8 0,0 0-8 16,0 0 0-16,0 0 9 0,-1 0-9 0,1 0 0 15,0 0 9-15,0 0-9 0,0 0 0 0,0 0 8 0,0 0-8 16,0 0 0-16,0 0 0 0,0 0 0 0,0 0 0 16,0 0 0-16,0 0 0 0,0 0 0 0,20-2 0 15,-17 2 0-15,2-3 0 0,-1 2 0 0,-2 1 0 16,2-2 0-16,0 2 0 0,-2 0 0 0,2 0 0 16,-1 2 0-16,-1-2 0 0,-1 0 0 0,1 0 0 15,-1 1 0-15,0 2 0 0,0-3 0 0,0 0 0 16,2 0 0-16,-1 2 0 0,0-2 0 0,0 0 0 15,-1 0 0-15,2 0 0 0,1 0 0 0,-1 0 0 16,1 0 0-16,-2-2 0 0,2 2 0 0,0 0 8 16,-2-3-8-16,1 2 0 0,-1 1 0 0,0 0 0 15,-1 0 0-15,0 0 0 0,-1 0 8 0,0 0-8 16,0 0 0-16,0 0 0 0,0 1 0 0,0-1 0 0,0 3 0 16,0-3 0-16,0 0 8 0,0 0-8 0,0 0 0 15,0 0 0-15,0 0 0 0,0 0 0 0,0 0 0 0,0 0 0 16,0 0 0-16,0 0 0 0,22 0 0 0,-18 0 0 15,0-3 0-15,-1 2 0 0,0 1 0 0,-1-2 0 16,2 2 0-16,-3-3 0 0,2 3 0 0,-2-1 0 16,0 1 0-16,0 0 0 0,1 1 0 0,-2-1 0 15,0 0 0-15,0 0 0 0,0 3 0 0,0-3 0 16,0 0 8-16,0 0-8 0,0 0 0 0,0 0 0 16,0 0 8-16,0 0-8 0,0 0 0 0,0 0 0 15,0 0 0-15,0 0 0 0,0 0 8 0,0 0-8 16,0 0 0-16,0 0 0 0,0 0 0 0,0 0 0 15,0 0 0-15,0 0 0 0,0 0 0 0,0 0 0 0,0 0 0 0,0 0 0 16,0 0 0-16,0 0 0 0,-2 19 0 0,2-16 0 16,2-3 0-16,-2 0-9 0,1 0 9 0,-1 0 0 15,1 0 0-15,-1 0 0 0,1 0 0 0,1 0 0 16,-2 0 0-16,0 0 0 0,0 0 0 0,0 0 0 16,0 0 0-16,0 0 0 0,0 0 0 0,0 0 0 15,0 0 0-15,0 0 0 0,0 0-8 0,0 0 8 16,0 0-8-16,0 0 8 0,0 0-24 0,0 0 1 15,0 0 0-15,0 0 0 16,0 0-104-16,0 0-21 0,0 0-4 0</inkml:trace>
  <inkml:trace contextRef="#ctx0" brushRef="#br0" timeOffset="159166.56">26806 17557 1728 0,'-4'3'153'0,"1"-2"-122"16,1 1-31-16,1-2 0 0,1 0 101 0,0 0 15 15,-2 0 2-15,-1 0 1 0,-2 3-95 0,1-3-24 16,1 1 0-16,0-1 0 0,2 0 0 0,1 0-8 15,0 0 0-15,1 0 0 0,1 0 8 0,-1 0 0 16,0 0-9-16,3 0 9 0,-4 0 0 0,0 0 18 0,0 0-3 16,0 0-1-16,26 9 10 0,-19-8 1 0,2 0 1 0,-1 3 0 15,1-3-2-15,0 1 0 0,-1 1 0 0,0 1 0 16,0-2-8-16,1 2-3 0,-1-2 0 0,-1 2 0 16,0-3 3-16,1 2 1 0,0-1 0 0,0 2 0 15,1-2 0-15,-1 0 0 0,2 0 0 0,1 1 0 16,2-2-9-16,-1-1-8 0,3 0 12 0,0-1-12 15,2 1 12-15,3-5-12 0,-3 3 12 0,3-3-12 16,-2 4 9-16,2-1-9 0,0-2 0 0,-3 2 9 16,1 2-9-16,-1 0 0 0,0 2 0 0,0-1 0 15,1 2 0-15,-2-1 0 0,-1 2 8 0,-2 0-8 16,2-2 0-16,-1 1 0 0,-1 0 0 0,2-3 8 16,-1 0-8-16,1-3 0 0,-2 0 0 0,1-1 0 0,-1 2 0 0,0-4 0 15,-2 2 0-15,0-2 0 0,-1 2 9 0,0-2-9 16,-2 3 10-16,-1 0-10 0,0 3 12 0,-3-3-4 15,0 2-8-15,-2 0 12 0,-1 1 4 0,0 0 1 16,-1 1 0-16,0 3 0 0,2-4-1 0,-2 3 0 16,1-3 0-16,-1 3 0 0,0 1-16 0,2-2 0 15,-2-1 0-15,2 2-9 0,-2-1-5 0,0-2-1 16,-2 0 0-16,1 0 0 16,1 0-77-16,-1 0-16 0,0-2-4 0,-5-8 0 0</inkml:trace>
  <inkml:trace contextRef="#ctx0" brushRef="#br0" timeOffset="165967.37">25526 16083 172 0,'-4'6'16'0,"1"-2"-16"0,0-3 0 0,2 2 0 0,0-3 31 0,1 0 3 16</inkml:trace>
  <inkml:trace contextRef="#ctx0" brushRef="#br0" timeOffset="167149.71">25524 16037 57 0,'-2'-1'0'0,"2"1"0"16,0 0 0-16,0 0 0 0,0 0 220 0,0 0 40 16,-1-2 7-16,0 2 1 0,0 0-128 0,-2 0-27 15,0 2-5-15,3-2 0 0,0 0-34 0,0 0-6 16,0 0-2-16,-21 6 0 0,17-5-25 0,1-1-5 15,2-1 0-15,-1 1-1 0,0-2-22 0,2-1-4 16,0 0-1-16,-1-1 0 0,2 0-8 0,-1 2 0 16,0-2 0-16,0-1 0 0,2 1 0 0,-2 1-9 15,2 0 9-15,-2 2 0 0,1-2 8 0,1 3 9 16,-2 0 2-16,0 0 0 0,0-2 24 0,0 2 5 0,0 2 0 0,-2-2 1 16,1 0 7-16,0 0 0 0,1 0 1 0,0 0 0 15,0 0-18-15,0 0-4 0,0 0-1 0,-17 13 0 16,13-12-9-16,0 1-1 0,0 1-1 0,1-2 0 15,0 2-10-15,1-3-1 0,-1 0-1 0,2 2 0 16,0-2-11-16,0 0 10 0,1 0-10 0,1 0 10 16,-1 0-10-16,0 0 0 0,0 0 9 0,0 0-9 15,0 0 10-15,0 0-2 0,0 0-8 0,0 0 12 16,0 0-1-16,0 0-1 0,0 0 0 0,0 0 0 16,0 0-2-16,0 0 0 0,0 0 0 0,0 0 0 15,0 0-8-15,22 6 0 0,-17-4 9 0,-1 1-9 16,1 0 0-16,-2 0 8 0,0 2-8 0,-1-1 0 15,1-1 0-15,-1 0 0 0,1 1 0 0,0-2 8 0,1 2-8 16,1 0 0-16,1-2 0 0,2 1 0 0,0-3 0 16,2 0 0-16,1 0 0 0,1-3 0 0,2 1 0 0,2-2 8 15,1 0-8-15,-1 1 0 0,-2-2 8 0,1 1-8 16,0 0 10-16,-3 2-10 0,0 2 10 0,-4 0-10 16,0 0 10-16,-2 0-10 0,-1 2 12 0,0 0-3 15,-2 0-1-15,2 2 0 0,-1 1-8 0,0-2 8 16,1 1-8-16,1-1 8 0,1-2-8 0,1 1 0 15,-1 1 0-15,2-3 0 0,2 0 0 0,-1-3 0 16,1 1 0-16,0 1 0 0,2-2 0 0,-2-1 0 16,0 1 0-16,-1 0 0 0,0 0 8 0,-3 3-8 15,2-3 8-15,-3 3-8 0,0 0 0 0,-2-2 8 16,-2 2-8-16,1 2 0 0,-2-2 8 0,0 0-8 0,-1 3 8 16,1-3-8-16,-1 1 0 0,0 1 0 0,2-2 8 0,-2 0-8 15,0 3 0-15,0-3 0 0,0 1 9 0,0-1-9 16,0 0 0-16,0 0 0 0,0 0 0 0,0 0 0 15,0 0 0-15,0 0 0 0,0 0 0 0,0 0 0 16,0 0 0-16,0 0 0 0,0 0 0 0,0 0 0 16,0 0-10-16,0 0 0 0,0 0 0 0,0 0 0 15,0 0-22-15,0 0-4 0,0 0 0 0,0 0-1 16,0 0-22-16,0 0-4 0,0 0-1 0,0 0 0 16,-14-14-40-16,10 12-9 0,1 2-2 0,-1 2 0 15,0-2-25-15,3-2-4 0,0 2-2 0,-1 0 0 16,4-3 13-16,-2 2 2 0,0-1 1 0,1 2 0 15,-1 0 88-15,0 0 18 0,0 0 3 0,0 0 1 0,0 0 74 0,0 0 15 16,0 0 3-16,0 0 1 16,0 0-3-16,0 0-1 0,0 0 0 0,0 0 0 0,-22 10-58 0,14-2-11 15,1 0 0-15,-2 0 0 0,-1 1-55 0,3 1-3 16,1-3-1-16,-2 2 0 0,3-5 14 0,0 1 2 16,2-2 1-16,0-3 0 0,2 0 70 0,0 0 15 15,1 0 2-15,1-3 1 0,-2 0 42 0,2 1 8 16,1-2 1-16,0 0 1 0,-1 2-6 0,-1 2 0 15,0 0-1-15,0 0 0 0,0 0-7 0,0 0-2 16,0 0 0-16,0 0 0 0,0 0-24 0,0 0-5 16,0 0-1-16,0 0 0 0,-22 15-23 0,18-12-5 15,-1 1 0-15,1 0-1 0,1 1-15 0,-1 1-8 16,1-6 10-16,2 4-10 0,1-4 12 0,0 0-4 16,1 0-8-16,1 0 12 0,-1 0 0 0,0 0-1 15,2 0 0-15,-1 0 0 0,-2 0 1 0,0 0 0 0,0 0 0 0,0 0 0 16,0 0 5-16,0 0 2 0,0 0 0 0,19 6 0 15,-19-6-1-15,1 3 0 0,-1 1 0 0,0 1 0 16,1 1-7-16,-2 2-2 0,1 0 0 0,-1 2 0 16,-1 3 1-16,0-1 0 0,-2-1 0 0,2 2 0 15,-1-1-10-15,2 0 10 0,0 1-10 0,1-5 10 16,0 0-10-16,0 0 0 0,1-1 0 0,1-4 0 16,1 3 0-16,1 1 0 0,-2-4 0 0,3 4 0 15,0-4 0-15,0 1 0 0,0 1 0 0,0 1 0 16,0 0 0-16,-3-2 0 0,2 2 0 0,-3 2 0 15,0 0 0-15,-1 1 0 0,-1 1 0 0,0 2 0 16,0-2-16-16,-1 2 5 0,-1 1 1 0,-1 0 0 0,0-3-14 0,1 0-2 16,-1-1-1-16,1-3 0 0,2-2-6 0,1-2-2 15,0-2 0-15,1 0 0 0,2-4-29 0,2-4-7 16,0 2-1-16,1-8 0 16,1-5-87-16,0-3-17 0,1-3-4 0</inkml:trace>
  <inkml:trace contextRef="#ctx0" brushRef="#br0" timeOffset="167299.91">25872 16166 1382 0,'-8'10'123'0,"-1"-2"-99"0,2 2-24 0,0-2 0 0,4-3 335 0,0 1 61 0,1-2 13 0,-3 8 3 15,-4 6-372-15,-3 8-73 0,-1 5-15 0</inkml:trace>
  <inkml:trace contextRef="#ctx0" brushRef="#br0" timeOffset="172467.03">30480 16121 1735 0,'-4'7'76'0,"0"-4"17"0,2 0-74 0,1-2-19 0,-1 1 0 0,2-2 0 16,0 0 81-16,0 3 13 0,-2-3 2 0,1 4 1 15,-1-4-38-15,1 0-8 0,1 2-2 0,-1-2 0 16,0 1-15-16,1-1-3 0,-2 0-1 0,2 0 0 16,0 0-7-16,0 0-2 0,0 0 0 0,0 0 0 15,0 0-6-15,-19 10-2 0,15-7 0 0,-2-1 0 16,1 2-1-16,-1 0-1 0,1 1 0 0,0-4 0 16,2 2 4-16,0 0 1 0,1-1 0 0,1 0 0 15,1-2-2-15,1 0 0 0,-1-2 0 0,4 2 0 16,1-2-14-16,1-2 0 0,2 1 0 0,-1 0 0 0,3-3 0 0,-1 0 0 15,0 2 0-15,0-2-10 0,0 2 10 0,-2 2 0 16,-1-2 0-16,-2 1 0 0,-1 3 0 0,-2 0 0 16,-1 0 0-16,0 0 0 0,0 3 8 0,-1-3-8 15,1 4 10-15,-3-1-10 0,2 1 22 0,-2 1-2 16,2-1 0-16,0-2 0 0,0 4-20 0,1-2 9 16,1-1-9-16,0 0 0 0,3 1 0 0,0-2 0 15,2 2 0-15,1-1-9 0,2 0-1 0,0 0 0 16,-1-3 0-16,1 1 0 0,-1 1 10 0,0 0 0 15,-1 0 0-15,-2 1 0 0,-1 0 0 0,1 0 0 16,-3-2 0-16,1 4 0 0,-1-1 0 0,-2-1 0 16,2 2 0-16,-2 0 0 0,-2 0 0 0,2-1 8 15,-1-2-8-15,1 2 0 0,-1-1 0 0,0-3 0 16,-1 0 0-16,0 0-8 0,1-3-9 0,-2 1-2 0,1-2 0 16,-2 0 0-16,2-1-2 0,-2-1-1 0,0-1 0 15,-1 1 0-15,0-3 13 0,-1 1 9 0,0-1-12 0,-2 0 12 16,2-1 0-16,0 1 0 0,-1 2 0 0,0 1 0 15,1-3 0-15,0 3 0 0,1 0 0 0,1 0 0 16,1 1 0-16,0 2 0 0,1-1 0 0,1-1 0 16,-1 2 0-16,1 0 0 0,1 2 0 0,-1-1 0 15,0-2 8-15,1 4-8 0,-2-3 0 0,2 2 9 16,0 1-9-16,0 0 10 0,0 0-10 0,0 0 10 16,0 0 0-16,0 0 0 0,0 1 0 0,0-1 0 15,0 0-10-15,0 0 8 0,0 0-8 0,0 0 8 16,0 0-8-16,0 0 0 0,0 0 0 0,0 0 0 15,0 0-9-15,19 13 9 0,-15-11 0 0,-1 2 0 0,0 0 0 16,-1 2 0-16,0 0 0 0,-1 3 0 0,0 1 13 0,-2-1-3 16,0 4-1-16,-1-1 0 0,-1 2-9 0,0 1 8 15,-2-2-8-15,0 2 8 0,3-5-8 0,-1 0 0 16,1-1 0-16,1-3 0 0,1-3-9 0,0 0 9 16,1-3-12-16,1-3 12 0,3 0-26 0,0-3 2 15,4-3 0-15,-2-1 0 0,3-4 8 0,0 2 3 16,1-4 0-16,-1-1 0 0,0 1 4 0,-1-1 1 15,-2 4 0-15,-2-2 0 0,0 5 8 0,-4 0-12 16,0 4 12-16,-2 1-12 0,0 4 12 0,-2-3 8 16,0 4-8-16,-1 0 11 0,-1 0 9 0,1 0 1 15,-1 0 1-15,0 0 0 0,1-2-8 0,0-1-2 16,0 2 0-16,2-4 0 0,-1 1-12 0,1 1-10 0,0 0 2 0,1-3 0 16,1 2-3-16,-1 1 0 0,1 3 0 0,0-3 0 15,0 3 11-15,0 0-8 0,1-2 8 0,-2 4-8 16,1-2 8-16,-1 3 16 0,1-2-4 0,-3 1-1 15,1 2 6-15,-2 0 2 0,3 2 0 0,-3 0 0 16,2 3-6-16,0 1-1 0,2-2 0 0,2 2 0 16,-1 0-12-16,1 0 9 0,1 1-9 0,1 0 8 15,-2 0-8-15,2 3 0 0,-1-2 0 0,0 1 8 16,-1-1-8-16,0 2 8 0,-1 0-8 0,-1 0 8 16,-1 2-8-16,-2 0 12 0,1 3-12 0,-1-3 12 15,1 1-12-15,-1-1 0 0,0-2 9 0,-1 1-9 16,1-2 0-16,2-3 0 0,0-1 0 0,1-3-12 15,1 0-11-15,2-6-2 0,3 0-1 0,0-6 0 16,3-4-154-16,3-11-30 0</inkml:trace>
  <inkml:trace contextRef="#ctx0" brushRef="#br0" timeOffset="176017.19">29738 17766 691 0,'1'2'61'16,"-1"-2"-49"-16,-1 0-12 0,1 0 0 0,0 0 146 0,0 0 26 16,-1 0 6-16,-1-2 1 0,0 1-123 0,-3 1-24 15,1-5-4-15,-1 1-440 16,0 0-87-16</inkml:trace>
  <inkml:trace contextRef="#ctx0" brushRef="#br0" timeOffset="176249.87">29614 17798 230 0,'6'-1'20'0,"-1"-3"-20"0,0 2 0 15,0-1 0-15,-1 2 189 0,-2 1 34 0,2-2 6 16,2-2 2-16,5 1-67 0,4-4-12 0,3 4-4 16,0-3 0-16,-1 3-28 0,-1 3-7 0,-1 0-1 0,-1 3 0 15,-3 1-36-15,-1 1-7 0,-1-1-1 0,-2-1-1 16,-1 4-29-16,-1-1-6 0,-1 0 0 0,-2 0-1 15,1 2-31-15,-1 0 0 0,2-2-8 0,0-2 8 16,-1 2-38-16,4-3-1 0,2-2 0 0,3-1 0 16,2-4-88-16,3-4-17 0,2-6-4 15,2-2-676-15</inkml:trace>
  <inkml:trace contextRef="#ctx0" brushRef="#br0" timeOffset="178250.02">29397 17771 1267 0,'-2'0'112'0,"0"-3"-89"0,1 3-23 0,-1 0 0 15,2-2 86-15,-1 1 13 0,-1-4 2 0,-2-1 1 16,-1-2-114-16,0-2-22 0,0-1-5 0,-1 4-1 16,1-3-25-16,0 4-6 0,1 3-1 0,-1 3 0 15,0 0 63-15,0 3 9 0,-1 0 8 0,-1 1-8 0,-1 1 87 0,1 0 11 16,0 0 2-16,-2-1 1 0,2-2-10 0,-2 2-3 15,-1 0 0-15,1-2 0 0,1-2-53 0,-2-2-11 16,1 0-3-16,-1 0 0 0,2-2-21 0,-2 2 0 16,2-2 0-16,-2 1-12 0,2 0-2 0,-1-1-1 15,0 2 0-15,1 2 0 0,-1 0 15 0,-1-3 0 16,2 2-10-16,-2 1 10 0,1 0 0 0,-1 0 0 16,0 0 8-16,-1 0-8 0,-1 0 17 0,-1 0-1 15,1 0-1-15,-3 0 0 0,2 1-5 0,-4-1-1 16,-1 3 0-16,-2-3 0 0,0 2-9 0,-1 2 0 15,-1-3 0-15,0 1 0 0,-2 1-39 0,0-2 0 16,-2 4 0-16,1-5 0 0,1 1-2 0,2 2-1 16,1-6 0-16,3 3 0 0,0-1 26 0,2 1 4 15,-1-2 2-15,1-1 0 0,-2 2 10 0,2 1 0 16,2-3 0-16,-4 1 0 0,2 4 18 0,-1 1-1 0,-3 1 0 0,2-2 0 16,-2 2-2-16,0 0-1 0,-1 1 0 0,-3 2 0 15,0-1-14-15,-1 3 0 0,0-3 0 0,-2 4 0 16,0-4 0-16,0 0-8 0,2-1 8 0,3 0-13 15,3-1 13-15,2-2 0 0,1-2 0 0,0 0 0 16,2-2 25-16,-1 2-1 0,3-3-1 0,-2 2 0 16,2-1-2-16,0-2 0 0,-1 4 0 0,0-4 0 15,-1 2-6-15,0-1-2 0,1 2 0 0,-3 1 0 16,0-2-1-16,-3 2 0 0,0 2 0 0,0-2 0 16,-2 4-12-16,0-2 0 0,0 3 0 0,-2 0 0 15,2-1 0-15,0 2 0 0,0-2-8 0,2 1 8 0,1 0-10 16,1 0 10-16,2 1-8 0,1-3 8 0,2 0 0 0,0 1 0 15,1-1 0-15,-3 0 0 0,0 1 9 0,1-2 1 16,-1 2 0-16,-2-4 0 0,1 2 10 0,-2 2 1 16,0-2 1-16,-2 0 0 0,-1 3-8 0,1-2-2 15,-2 1 0-15,-3 2 0 0,1 3-12 0,-2-3 0 16,-1 1 0-16,-1 2 0 0,-2-3 0 0,2 0 0 16,1-2 0-16,1 0 0 0,2 0 0 0,-1 1 0 15,3-4 0-15,-1 1 0 0,1 1 0 0,-1-3 0 16,2 3 0-16,-1-3 0 0,1 3 0 0,0-3 0 15,2 1 0-15,-2-1 0 0,1 3 0 0,1-2 9 16,-1 4-9-16,1-4 12 0,-2 4 0 0,-1-1 0 16,1 2 0-16,-1 0 0 0,-1-2-12 0,1 2 10 15,1-4-10-15,2 0 10 0,0 3-10 0,2-5 0 0,1 3 0 0,2-3 0 16,-2 0-19-16,1 0 4 0,2 0 1 0,-2-2 0 16,0 1 14-16,-1-2-11 0,-1 3 11 15,0-2-10-15,-3 0 10 0,0 0 0 0,0 2 0 0,-1 0 0 16,3 0 0-16,-2 2 11 0,0 0-3 0,0 0 0 15,-2 4 3-15,-2-2 0 0,2 2 0 0,-1 0 0 16,2 1-11-16,2-5 0 0,-1 2 9 0,3-2-9 16,1 2 0-16,2-3 0 0,2 2 0 0,1-3 0 15,0 0 0-15,2 0-12 0,0-3 12 0,0 2-12 16,-2 1 12-16,2 0 0 0,-1-3-9 0,-1 2 9 16,-1 1 0-16,0 1 0 0,-1-1 0 0,-2 3 0 15,0-2 0-15,0 4 0 0,-1-1 0 0,0 0 0 16,0 2 0-16,1-1 0 0,2 0 9 0,1 0-9 15,2-2 0-15,1 1 0 0,0 1 0 0,1-1 0 0,1-2 0 16,1-1 0-16,0 2 0 0,1-3 0 0,-1 0-13 0,1 1 2 16,1-1 1-16,-1 0 0 0,-1 0 10 0,0 0-8 15,-1 0 8-15,0 2-8 0,0-2 8 0,-2 0 8 16,1 3-8-16,-1-3 11 0,-2 1-3 0,2 2 0 16,0-3 0-16,1 2 0 0,-2-1-8 0,1 2 0 15,0 1 9-15,1 1-9 0,-1-4 0 0,2 1 0 16,1 2 0-16,0-4 0 0,3 2-9 0,-1-2 9 15,1-2-10-15,-1 2 10 0,2 0-8 0,0-3 8 16,1 2 0-16,-1 1-9 0,-1-2 9 0,0 1 0 16,-2-2 0-16,2 1-8 0,-1 0 8 0,1 0 0 15,-1 2 0-15,0-4 0 0,-1 2 0 0,0-2 0 0,-1 4 0 16,-1-3 0-16,1 0 0 0,0 0 0 16,1 0 0-16,-1-1 0 0,2 1 0 0,0-3 0 0,0 3 0 0,-1-4 8 15,1-1-8-15,0-2 0 0,-1 0 0 0,0-2 0 16,1-1 0-16,-1 0-8 0,1-2 8 0,0-1-12 15,-1 3 12-15,0 3-8 0,-1 2 8 0,0 0-8 16,0 2 8-16,0 0 0 0,-1 2 0 0,1 2 8 16,0-2-8-16,-1 4 0 0,0 0 8 0,1 0-8 15,1 0 11-15,1 0-3 0,-1 0 0 0,1 0 0 16,1 0-8-16,1 0 8 0,-2-2-8 0,2-1 8 16,1-1-8-16,0 1 0 0,0-3 0 0,1-4 0 15,1 0-15-15,0-1-1 0,2-3-1 0,-2 2 0 16,2 2 3-16,-2-3 1 0,1 5 0 0,-2 0 0 15,-1 2 13-15,0 2 0 0,0 2 0 0,-1 2 0 16,0 0 15-16,-2 0-1 0,-1 1 0 0,1 0 0 0,-2 3 10 0,0-3 1 16,-1 4 1-16,-1-1 0 0,1 0-7 0,0 1-2 15,1-2 0-15,1 0 0 0,2 1-4 0,0-3-1 16,2 1 0-16,-2-2 0 0,2 3-12 0,0-3 0 16,2 1 0-16,-2-1 0 0,1 0 0 0,-1 0 0 15,0 2 0-15,1-2 0 0,-1 0 0 0,0 0 0 16,0 0-12-16,0 0 12 0,-4 20 0 0,2-11 0 15,-1 0 8-15,0 4-8 0,-2 2 13 0,-2 1-3 16,0 0-1-16,1 3 0 0,0-3-9 0,1 0 10 16,1-3-10-16,2-1 10 0,-1-3-10 0,3-5 0 15,1 0 0-15,1-4 0 0,0-1-19 0,4-4-5 16,-1 1-2-16,3-3 0 0,1-2-36 0,3-5-7 16,-1-1-2-16,0-1 0 0,0-3 5 0,0 1 1 0,-2 2 0 0,-1 3 0 15,1 0 27-15,-3 5 6 0,-1 4 0 0,-2-2 1 16,-1 6 31-16,-2-3 12 0,1 3-1 0,-1 3 0 15,-1-3 33-15,0 0 6 0,1 0 2 0,-1 2 0 16,1-2 3-16,0 0 1 0,0 0 0 0,0 0 0 16,0 0-27-16,0 0-5 0,0 0 0 0,0 0-1 15,0 0-23-15,0 0 0 0,0 0 0 0,0 0 0 16,0 0 0-16,0 0 0 0,0 0 0 0,0 0 0 16,0 0 0-16,0 0 0 0,0 0 0 0,0 0 0 15,0 0 21-15,0 0 0 0,16 20 0 0,-14-14 0 16,2 3 2-16,0-3 0 0,1 4 0 0,0 0 0 15,0-2-7-15,-1 0 0 0,1 1-1 0,0-2 0 0,2 2-6 0,-1-3-1 16,-3 1 0-16,4-1 0 0,-2 3-8 0,1-5 8 16,1 2-8-16,2-2 8 15,1-2-85-15,5 1-18 0,4-2-3 0</inkml:trace>
  <inkml:trace contextRef="#ctx0" brushRef="#br0" timeOffset="185916.96">22800 3522 1544 0,'-4'-2'68'0,"1"2"15"0,2 0-67 0,0-2-16 15,1 2 0-15,0 0 0 0,0 0 29 0,0 0 3 16,-1 0 0-16,-1 0 0 0,0 0-4 0,2 0 0 15,0 0 0-15,-22 2 0 0,9 2-9 0,-2-1-3 0,-1 0 0 0,-5 3 0 16,0 1-16-16,-1 0 8 0,-4 2-8 0,-1 1 0 16,6-2 23-16,-1 2-3 0,-3-1 0 0,0 4 0 15,2 0-4-15,0-1 0 0,5 1-1 0,-1-2 0 16,2 1-15-16,1 0 0 0,-1 3 0 0,-1-2 0 16,0 4 0-16,-3 1 0 0,-3 1 0 0,-2 3 0 15,-5 1 0-15,-2 1-15 0,-2 0 5 0,0 3 1 16,-3-1 9-16,4-4-8 0,3 3 8 0,4-3-8 15,1 7 8-15,2-5 0 0,3 5 0 0,3-3-8 16,3-4 8-16,0 0 0 0,4-1 0 0,-2 2-8 16,5-4-5-16,-3 0-1 0,-2-1 0 0,1 2 0 15,-2-1-26-15,-2-3-4 0,0-3-2 0,-2 2 0 0,0-2 8 16,1-6 2-16,2-1 0 0,2-1 0 16,1-4 21-16,1-1 5 0,3 0 1 0,0-3 0 0,2-1-14 0,-1-2-2 15,2 0-1-15</inkml:trace>
  <inkml:trace contextRef="#ctx0" brushRef="#br0" timeOffset="186117.23">21918 3898 115 0,'2'-2'0'0,"-2"0"10"0,0 2-10 0,0 0 0 16,0 0 0-16,-1 0 0 0,1 0 322 0,-1 2 62 16,0 2 13-16,-2 2 3 0,1 7-279 0,-2 3-55 15,-1 6-11-15,0 3-3 0,-1 7-36 0,-2 2-7 16,1 5-1-16,-2-2-8 0,3-1 0 0,0-2 0 15,2-3 0-15,3-5 0 0,4-5 0 0,2-7 0 0,3-5 0 16,7-6 0-16,6-3-26 0,7-8-6 0,10-6 0 0,10-14-718 16</inkml:trace>
  <inkml:trace contextRef="#ctx0" brushRef="#br0" timeOffset="188100.59">29991 15408 1998 0,'-5'2'88'0,"0"1"19"0,2-3-86 0,1 1-21 0,1-1 0 0,1 0 0 16,0 0 24-16,-1-1 1 0,-1 1 0 0,-1-3 0 0,1 0-25 15,-1-6-9-15,2 0 0 0,-2-1 0 0,0 0-16 0,1-2-3 16,0 2-1-16,0 0 0 0,-2 4 29 0,0 0 20 15,0 2-4-15,-1 4 0 0,-1-2 20 0,0 4 4 16,-1-1 1-16,-3 6 0 0,0 1-24 0,-3 5-5 16,1-1 0-16,0 2-1 0,-2 4-11 0,1 1-12 15,0 1 2-15,3-2 1 0,4-4-6 0,2-2-1 16,3-3 0-16,1-3 0 0,3-2 7 0,0-4 1 16,2 0 0-16,3-3 0 0,-1-1 8 0,3 1 0 15,1-3 0-15,-1-1 0 0,1 1 14 0,0 0-2 16,-1-3 0-16,0 2 0 0,-1 1 4 0,-1 2 0 15,1-1 0-15,0 4 0 0,-2-2-7 0,1 3-1 16,-1 0 0-16,0 0 0 0,1 3-8 0,0 1 0 16,2-2 0-16,0-2-11 0,0 4 11 0,0-2 0 15,-1-2 0-15,-1 1 0 0,0-1 0 0,-1 0 0 0,-1 0 0 0,-1-1 0 16,0-1 0-16,-2 2 0 0,-1-4 0 0,-1 2 11 16,-1 2 26-16,-1-4 6 0,-1-1 1 0,-2 0 0 15,0 0 20-15,-2 1 4 0,0-4 0 0,0 0 1 16,-2 0-18-16,0 0-4 0,-1-1-1 0,0 0 0 15,2-1-35-15,-2-1-11 0,2-1 0 0,-1 1 0 32,2 0-85-32,0 0-24 0,-1 1-5 0,-2 0-1013 0</inkml:trace>
  <inkml:trace contextRef="#ctx0" brushRef="#br0" timeOffset="189950.5">21164 7422 2026 0,'-13'-4'90'0,"5"2"18"0,1-2-86 0,5 4-22 16,2 0 0-16,0 0 0 0,1 0 17 0,0 0-1 0,3 0 0 0,1 0-626 15,4 0-126-15</inkml:trace>
  <inkml:trace contextRef="#ctx0" brushRef="#br0" timeOffset="190438.92">21041 8499 115 0,'0'0'0'0,"0"0"10"0,0 0-10 0,-1-3 0 0,1 3 0 0,0-2 0 0</inkml:trace>
  <inkml:trace contextRef="#ctx0" brushRef="#br0" timeOffset="193083.74">22494 7422 230 0,'0'0'20'0,"0"0"-20"16,0 0 0-16,0 0 0 0,1-3 144 0,1 3 24 15,-2-1 4-15,1 1 2 0,1-2-81 0,0-1-16 16,-1 2-3-16,-1 1-1 0,0 0 8 0,0 0 2 15,0 0 0-15,0 0 0 0,0 0-9 0,0 0-2 16,0 0 0-16,0 0 0 0,0 0-17 0,0 0-4 0,0 0-1 0,0 0 0 16,0 0-29-16,0 0-5 0,0 0-2 15,0 0 0-15,0 0-14 0,0 0 0 0,0 0 0 0,0 0 0 16,21 10 0-16,-19-8 0 0,2 0 0 0,-2 0 0 16,1 2 0-16,-2-2 0 0,2 2 0 0,-2 0 9 15,0 1-9-15,0-2 0 0,2 0 0 0,-2 1 0 16,2-2 0-16,-1 2 0 0,0-2 0 0,2 2 0 15,0-3 0-15,1 2 0 0,0-3 0 0,0 0 0 16,0 0 0-16,0 0 0 0,0 0 0 0,-2 0 0 16,1 0 0-16,0 0 8 0,-1 0-8 0,0 2 0 15,-1-1 0-15,1 2 0 0,-1-1 0 0,1 2 0 16,-1-2 0-16,2 2 0 0,0 0 0 0,-1-2 0 16,2 2 0-16,0-4 0 0,0 0 0 0,1 0 0 0,1-4 0 0,0 1 0 15,2-2 0-15,-1 1 0 0,1-5 0 0,0 2 0 16,-1-2 0-16,1-1 0 0,0 4 0 0,0-4 0 15,0 2 0-15,-1 0 0 0,-1 2 0 0,0 2 0 16,0-1 0-16,-1 2 0 0,-4-1 0 0,2 4 0 16,-3-3 0-16,2 3 0 0,-2 0 0 0,3 0 0 15,-3 3 0-15,-1-2 0 0,2 2 14 0,0 0-2 16,-1 1-1-16,1 1 0 0,1-1-2 0,-1-1 0 16,1 2 0-16,-1-1 0 0,1-1-9 0,0 0 0 15,1 0 0-15,0 0 0 0,-1-3 0 0,4 2 0 16,-1-2 0-16,0 0 0 0,1-2 0 0,1 2 0 15,-1-2 0-15,1-1 0 0,-1 2 0 0,1-1 0 0,-1 1 0 0,2-2 0 16,-1 1 0-16,1-2 8 16,-2 4-8-16,1-3 0 0,-1 2 0 0,2 1 0 0,-1 0 0 0,1 0 0 15,0 0 0-15,-2 0 0 0,2 0 0 0,0 0 0 16,-1-2 0-16,2 2 0 0,0-3 0 0,2 2 0 16,2-3 0-16,0 2 0 0,2-1 0 0,0 2 0 15,0-4 0-15,0 4 0 0,-1 1 0 0,-2 0 0 16,1 1-12-16,-4 4-7 0,-3 6-1 0,-2 4-563 15,-2 4-112-15</inkml:trace>
  <inkml:trace contextRef="#ctx0" brushRef="#br0" timeOffset="203169.02">22477 18315 864 0,'-4'-2'76'0,"2"-1"-60"16,2 2-16-16,0 1 0 0,0-3 149 0,-2 1 27 15,0-3 6-15,-1-1 1 0,1-5-136 0,-1-3-27 16,1-1-6-16,-2 2-1 0,3-3-13 0,-1-1-12 16,-1 3 3-16,1 0 0 0,-2 2-7 0,1 2 0 15,1 1-1-15,-2-1 0 0,3-2 17 0,0 2 0 16,0-2 0-16,1-1 0 0,0 0 13 0,1 0 7 16,1 1 0-16,0-4 1 0,1-3 16 0,1 1 3 15,1-2 1-15,-1 1 0 0,-1-2-6 0,1 4-2 16,-2 2 0-16,0 2 0 0,-2 0-6 0,-2 3-2 0,2 2 0 15,0-1 0-15,0 5-4 0,0 1-1 16,0 3 0-16,0 0 0 0,-1 0-9 0,0 0-3 0,1 0 0 0,-1 0 0 16,0 2-8-16,-2-2 0 0,3 0 0 0,0 0 0 15,0 0 0-15,0 0 0 0,0 0 0 0,0 0 0 16,0 0 0-16,0 0 0 0,0 0 0 0,0 0 0 16,0 0 0-16,-21 4 0 0,20-2 0 0,0 0 0 15,-2 0 8-15,1 2-8 0,-1-2 8 0,1 4-8 16,-2 1 0-16,0 0 0 0,1 3 0 0,-1 1 0 15,0 3 0-15,0-2 0 0,1 0 0 0,-2 1 0 16,1-1 0-16,0-1 0 0,1 2-12 0,-2-5 12 16,1 2-20-16,0-4 3 0,2 0 1 0,-3 1 0 15,1-4-8-15,-2 0 0 0,2 1-1 0,-1-4 0 16,2 2-16-16,-1-2-3 0,0-2-1 0,0-1 0 16,2-1-27-16,0-2-4 0,2-1-2 0,1-4-377 15,2-3-75-15</inkml:trace>
  <inkml:trace contextRef="#ctx0" brushRef="#br0" timeOffset="203302.3">22405 17851 172 0,'1'0'16'0,"-1"0"-16"0,0 0 0 0,0 0 0 0,2 0 281 0,0-1 54 16,0 1 10-16,3 1 3 0,2 2-181 0,-1-3-36 15,1 2-7-15,1 2-2 0,-1 0-59 0,-1 2-12 16,4 0-3-16,1-2 0 0,2 4-34 0,0 0-14 16,3 3 11-16,0 0-11 15,3 4-56-15,-1 1-16 0,5 0-4 0</inkml:trace>
  <inkml:trace contextRef="#ctx0" brushRef="#br0" timeOffset="204650.25">24902 18205 1094 0,'-3'4'48'0,"1"-2"11"0,-1 1-47 0,2 0-12 0,0-3 0 0,1 0 0 15,0 0 204-15,-1 0 38 0,-1 2 8 0,1-1 2 16,0 0-194-16,1-1-38 0,-1 0-8 0,1-1-2 16,0-2-10-16,0 1 0 0,1-2 9 0,-2-2-9 15,1 0 0-15,-2-2 0 0,1 0 0 0,-1-5 0 16,-2 3 0-16,-1-2 8 0,1-1-8 0,-2-2 0 16,1 1 12-16,-1-3-3 0,1 3 0 0,0-2 0 0,0 0-9 15,1-1 0-15,2 3 9 0,-1-2-9 0,2 1 0 16,0 3 0-16,1 2 0 0,-1 0 0 0,0 3 0 0,1 0 0 15,-2 1 0-15,1 4 0 0,0-2 0 0,0 4 0 16,-1 0 0-16,1 0 0 0,0 0 16 0,-2 1 0 16,2 2-1-16,-1-1 0 0,0-2 6 0,0 1 2 15,0 2 0-15,-2-1 0 0,3-2-11 0,-1 2-3 16,0 0 0-16,1-1 0 0,-1 1-1 0,2 1-8 16,-1-3 12-16,0 2-4 0,1 0 2 0,-1-2 0 15,-1 3 0-15,1-3 0 0,-1 3-1 0,-1 0 0 16,0-2 0-16,-1 4 0 0,-1-1-9 0,0 3 0 15,-2 2 0-15,-1 1 0 0,-1-1-23 0,1 0-3 16,2 0-1-16,-1-4 0 16,4 0-51-16,1-5-10 0,4 0-3 0,0-5 0 15,2-3-21-15,3-4-4 0,3-4 0 0,3-6-1 0,0-4 39 0,3-2 8 0,2-1 2 0,-1-1 0 16,0 0 29-16,-2 4 7 0,-3 5 0 0,0 5 1 16,-5 4 71-16,-2 5 15 0,-1 0 2 0,-3 5 1 15,0 2 61-15,-1 0 12 0,0 0 2 0,0 0 1 16,0 2-25-16,-1 0-5 0,1 0 0 0,0 1-1 15,1 0-22-15,-1-3-4 0,0 0-1 0,0 0 0 16,7 19-23-16,-3-13-5 0,0 1 0 0,2-3-1 16,2 2-27-16,0 0-4 0,3 3-2 0,2-5 0 15,0 0-14-15,2-2 0 0,0 0 0 0,0-2 0 16,1-2-98 0,1 2-13-16,2-4-2 0</inkml:trace>
  <inkml:trace contextRef="#ctx0" brushRef="#br0" timeOffset="207534.55">29674 17765 115 0,'1'-3'10'0,"0"1"-10"0,-1 1 0 0,1-2 0 16,0 1 143-16,1-2 26 0,0-2 6 0,2-2 1 16,1-4-141-16,1 0-35 0,-2-1 0 0,-1 3 0 15,1 4 24-15,-3 0-3 0,2 4 0 0,-2 2 0 16,-1 0 74-16,0 2 14 0,1 0 3 0,1 2 1 16,-1 0 23-16,0 0 5 0,0 2 1 0,1-1 0 15,-1-2-50-15,-1 1-11 0,1 1-1 0,-1-4-1 16,0 2-53-16,0-3-10 0,1 1-3 0,-1 1 0 15,1-2-13-15,1 0-10 0,-1 0 2 0,1-2 0 16,1 2-2-16,-1-1 0 0,1 2 0 0,-2-1 0 16,-1 0 10-16,0 0 0 0,0 0 0 0,0 0 0 0,0 0 18 15,0 0 2-15,0 0 1 0,19 6 0 0,-18-3 7 0,0-3 2 16,2 2 0-16,-2-2 0 0,1 4-10 0,0-4-3 16,-1 2 0-16,1 0 0 0,-1 0-17 0,1 1 8 15,0-3-8-15,-1 3 0 0,1-3 8 0,-1 4-8 16,0-4 0-16,2 2 0 0,-2 0 0 0,0 0 0 15,2 1 8-15,-1-2-8 0,0 1 0 0,0-2 0 16,0 3 0-16,1-3 0 0,0 1 0 0,1 4 0 16,-1-5 0-16,-2 0 0 0,1 1 0 0,1 2 0 15,-2-3 0-15,0 0 0 0,0 1 9 0,1-1-9 16,-2 0 0-16,0-1 9 0,0 1-9 0,-2 0 0 16,0 0 0-16,-5-4-674 15,-7 1-142-15</inkml:trace>
  <inkml:trace contextRef="#ctx0" brushRef="#br0" timeOffset="212383.94">16799 14583 806 0,'-9'2'72'0,"3"-2"-58"0,3 3-14 0,2-3 0 15,1 0 188-15,-2 1 36 0,-2 2 6 0,-4 0 2 16,1 2-160-16,0 0-31 0,2 4-6 0,2-3-2 0,1 0-25 0,0 0-8 16,2 1 0-16,0-1 0 0,-1-2 0 0,1 2 0 15,1-4 0-15,-2 2 0 0,0-2 8 0,-2 2 2 16,1 0 0-16,0 0 0 0,-1 0 14 0,-1 3 4 15,1-2 0-15,-1 1 0 0,0 0 0 0,1 3 0 16,-1-3 0-16,0 1 0 0,2 2 1 0,-1 0 1 16,1 0 0-16,0-1 0 0,1 1-9 0,1 0-1 15,-1-2-1-15,1 1 0 0,0 2-2 0,1 0 0 16,-1 2 0-16,0-2 0 0,0 3-3 0,-1-1-1 16,-2 4 0-16,1-2 0 0,-2 3-4 0,1 3-1 15,-1 0 0-15,-1 3 0 0,0 3-8 0,0 2 0 16,-1-2 0-16,1 2 0 0,0 0 0 0,1-4 8 15,1 0-8-15,1 1 0 0,2-1 9 0,2-2-9 0,-1-1 10 0,0-3-10 16,2 0 8-16,-3-1-8 0,1-1 0 0,0 3 9 16,-1-3-9-16,0-3 0 0,0 2 9 15,0 1-9-15,-1 0 12 0,-2 0-3 0,2 4 0 0,0 1 0 16,0 4-1-16,1-3-8 0,-3 4 12 0,2-1-4 16,1-2-8-16,0 5 0 0,1-4 9 0,0-1-9 15,2 0 8-15,-1-1-8 0,1 1 8 0,-1-2-8 16,3-2 0-16,-2 2 9 0,0-1-9 0,0 1 0 15,-1 1 8-15,0-2-8 0,-1 0 0 0,0 1 0 16,-2 4 0-16,0-3 0 0,1 4 0 0,-3-1 0 16,2 1 0-16,1-2 0 0,-1 2 8 0,1 2-8 15,2 0 0-15,1-2 0 0,-1 4 0 0,2-3 0 16,-1 1 0-16,2-2 0 0,0 3 0 0,-2-2 0 16,0-1 0-16,1-1 0 0,-1 1 0 0,-2 2 0 0,0-6 0 0,0 1 0 15,1-2 0-15,-2-2 0 0,-2 0 0 0,1 1 0 16,0-2 0-16,-2 1 0 0,1 1 0 0,1 1 0 15,-1-2 0-15,2 4 0 0,0-5 0 0,2-2 0 16,-1 0 0-16,3-1 0 0,1-1-17 0,0-2 2 16,0 2 1-16,-2-2 0 0,2 1-3 0,1-1-1 15,-1-3 0-15,0 0 0 0,0 1 18 0,0-1-8 16,0-3 8-16,0 2 0 0,0 0 0 0,0 2 0 16,0-2 0-16,0 0 0 0,-1 1 0 0,0 1 0 15,0-3 0-15,2 2 9 0,-1 0-9 0,3-5 0 16,-1 5 0-16,2-3 0 0,-1 0 0 0,1 1 8 15,1-1-8-15,1 0 0 0,-1 0 0 0,1-2 0 16,0 2 0-16,0 0 0 0,1-2 0 0,0 2 0 0,-1 0 0 16,-1 1 0-16,2-1 0 0,3 1 0 0,0 2 0 0,-1 1 0 15,0 0 0-15,-1-1 0 0,0 0 0 0,1 0 0 16,0 1 0-16,0-4 0 0,1 0 0 0,3-2 0 16,3-2 0-16,-2 2-9 0,4-2 9 0,-2-2 0 15,-2-2-10-15,2-1 10 0,0 0-8 0,-1-1 8 16,-2-1 0-16,0 1 0 0,1 1 0 0,-2-3 0 15,-1 2 8-15,1-2 0 0,1 1 0 0,-2 1 0 16,-3 1-8-16,1 3 11 0,1 0-11 0,-2 0 12 16,2 2-12-16,-1 1 0 0,-1 1 0 0,1-1 8 15,0 0-8-15,-1 1 0 0,2 1 0 0,0 0 0 16,3 0 0-16,2-1 0 0,3 2 0 0,-2-4 0 0,0 2 0 16,0-2 0-16,-2 2 0 0,1-3 0 0,0 2 0 0,0-1 0 15,-2 2 0-15,1-1 0 0,-1 0 0 0,2 3 0 16,-3-3 0-16,2 2 0 0,0 1 0 0,2 3 0 15,0-1 0-15,1 0 0 0,-1 2 0 0,-1 1 0 16,2 2 0-16,-1 0 0 0,1-1 0 0,2 0 0 16,2 0 0-16,1-1 0 0,0-1 0 0,0-4 0 15,3 0 0-15,-2-2 0 0,1-2 0 0,-1-2 0 16,2 0 0-16,0 0 0 0,-1-2 0 0,2 2 0 16,1-3 0-16,2 3 0 0,2 0 0 0,-2 0 0 15,2 3 0-15,-1-1 0 0,-1-1 0 0,0 4 0 16,-2-1 0-16,-1 2 0 0,-2-2 0 0,0 2 0 15,1 0 0-15,-1 0 0 0,2 2 0 0,1 1 0 0,1-3 0 16,0 1 0-16,3 2 0 0,1-3 0 0,1 0-9 0,1-2 9 16,-2 2 0-16,-3 0 0 0,1-2 0 15,-3 1 0-15,0 1 0 0,-1-2 0 0,-1 2 0 0,-1 1 0 16,4 2 0-16,-3 0 0 0,3 1 0 0,-4 0 0 16,1 2 0-16,0-2 0 0,-1 2 0 0,0 1 0 15,-3-1 0-15,-3 1 0 0,1 2 0 0,-2-4 0 16,1 4 8-16,0-2-8 0,-2-1 0 0,0-2 9 15,2 0-9-15,0-2 0 0,0 2 0 0,1-2 0 16,-1 0 0-16,1 1 0 0,0-2 0 0,1 2 0 16,-2 1 0-16,2 0 0 0,2-1 0 0,2 3 0 15,-2-1 0-15,-1 0 0 0,0-1-12 0,-3 0 12 16,2 0-12-16,-1 2 12 0,-1 1-12 0,-2-5 12 16,3 3-8-16,-2 2 8 0,-1-1 0 0,1 1 0 15,-1-1 0-15,2 0 0 0,1 2 0 0,0 1 0 0,1-2 0 16,-2 2 0-16,2-1 0 0,-1 1 0 0,4-2 0 15,-1 0 0-15,0-1 0 0,0-2 0 0,2 0 0 0,-1-2 0 16,2 0-9-16,0-2 9 0,-1-1 0 0,2-1 0 16,1-2 0-16,2-1 0 0,1 2 8 0,1-3-8 15,0 1 11-15,3 1-11 0,1-2 12 0,0 0-4 16,-1 3 0-16,1-3-8 0,-3 0 8 0,0 4-8 16,0-2 0-16,-1 4 0 0,0 1 0 0,2-4 0 15,2 1 0-15,-2-2 0 0,-3 2 0 0,5-1 0 16,4 0 0-16,4 0 0 0,-1 0 0 0,0 0 0 15,-1-2 0-15,0-1 0 0,1 3 0 0,-2-3 0 16,2 0 0-16,2 0 0 0,0 0 0 0,-2 3 0 16,-1 0 0-16,-2 1 0 0,-2-2 9 0,2 4-1 15,-1 0-8-15,0 2 12 0,2-2-12 0,-2 3 11 16,2 1-11-16,-3-1 10 0,3 1-10 0,0 0 0 0,-2-1 0 16,0-3 0-16,0 0 0 0,-1 0 0 15,1 4 0-15,3-3 0 0,1 1 0 0,1 0 0 0,0-2 0 0,0 0 0 16,2 1 0-16,-3-2 0 0,-2 2 0 0,2-4 0 15,-5 0 0-15,3 3 0 0,2 0 0 0,1 1 0 16,2 2 0-16,0 1 0 0,4 0 0 0,-4-1 0 16,1-2 11-16,-2 2-3 0,3-2-8 0,0-2 12 15,4 1-4-15,1-2 0 0,3 0-8 0,0-2 12 16,0-1-12-16,-3 2 0 0,0-1 0 0,1-2 0 16,2 4 0-16,-1 0 0 0,0-2 0 0,1 1 0 15,0 2 0-15,-3 0 0 0,-4 1 0 0,4-3 0 0,-1 6 0 0,2-2 0 16,0 2 0-16,1-1 0 0,2 0 0 0,-3-2 0 15,-3 4 0-15,-2-4 0 0,0 1 0 0,1-1 8 16,6 0-8-16,0 0 0 0,2-5 12 0,0 2-4 16,1-1-8-16,0 2 12 0,-1-3-12 0,0 2 0 15,2-6 8-15,0 3-8 0,2 0 0 0,-2 0 0 16,-2 3 0-16,-3-3 0 0,1 2 0 0,-1 2 0 16,-1-2 0-16,0 2 0 0,-1 2 0 0,0 1 0 15,0-1 0-15,-1 0 0 0,-5 0 0 0,1-1 0 16,2 1 0-16,0-3 0 0,3-1 0 0,1-1 0 15,3-1-8-15,-2-1 8 0,0 1 0 0,-1-2-10 16,-2-2 10-16,2 2-8 0,-2-1 8 0,-1 2 0 16,2-3-9-16,-1 4 9 0,-2-2 0 0,-3 2 0 15,-3 0 0-15,-2 2 0 0,-3-2 0 0,-2 1 0 0,1 2 0 0,-1-2 0 16,1 4 0-16,-1-5 8 0,0 1-8 0,-1-1 8 16,0 3-8-16,-2-3 10 0,2 0-10 0,-1-3 10 15,1 2-10-15,0-1 0 0,-1-1 0 0,1-1 8 16,1 1-8-16,-1-1 0 0,1-2 0 0,0 1 0 15,-1 0 0-15,-2 0 0 0,-3 1 0 0,-1 0 0 16,1 4 0-16,-2-2 10 0,1 2-10 0,-1-2 10 16,2 2 2-16,-1-2 0 0,2 2 0 0,0 0 0 15,2 0 0-15,-1-2 1 0,4 2 0 0,-1-3 0 16,-2 2-5-16,-1 1 0 0,0 0-8 0,0 0 12 16,0 4-12-16,1-4 0 0,-5 0 8 0,34 0 1 15,-35 0-1-15,0 2 0 0,0-2 0 0,0 2 3 16,0 0 0-16,-1-2 0 0,1 2 0 0,-1-2-11 0,3 2 8 15,0-2-8-15,3-2 8 0,2 2-8 0,-1-2 0 16,2-2 0-16,1-1 0 0,-2 2 0 0,-1-1 0 16,2 0 0-16,0-1 0 0,-3 2-8 0,-4 0 8 15,0-1 0-15,0 1 0 0,-1-1 0 0,-1 1 0 16,-3 0 0-16,1 3 0 0,-3-3 0 0,-1 3 0 16,-1-2 8-16,-2 1-8 0,0 1 0 0,0 0 0 15,-4 1 0-15,1-1 0 0,2 0 0 0,-3 2 0 16,2-2 0-16,-1 0 0 0,-5 3 0 0,4-3 0 15,-1 0 0-15,0 0 0 0,1-3 0 0,-2 3 0 16,-1-3 8-16,-2 0-8 0,1 1 10 0,-3 0 0 16,0-3 0-16,-1 2 0 0,-1 2 2 0,-3-2 1 15,0-1 0-15,-2 2 0 0,-1-1-13 0,0 0 11 0,-2 0-11 16,0 2 10-16,-1-2-10 0,-1 0 0 0,0-1 0 0,-3-2 8 16,0-3-17-16,1-1-4 0,-2 0-1 0,0-4 0 15,0-6-7-15,0-2-2 0,0-3 0 0,0-4 0 16,3 1 11-16,-1 0 3 0,3 3 0 0,-1 0 0 15,2 3 9-15,-1 2 12 0,1 0-2 0,1 2-1 16,-1 2 8-16,-1 0 2 0,1 1 0 0,0-1 0 16,-1 3-3-16,0 0 0 0,0 0 0 0,0 2 0 15,-1 0-16-15,0 0 8 0,1 3-8 0,-3-1 0 16,2-3 0-16,-1 1 0 0,0 0 0 0,0-1 0 16,1-2-12-16,-1-2-2 0,0 0-1 0,-2-2 0 15,0-1-12-15,2-1-2 0,0 2-1 0,-1-3 0 16,1 1 10-16,0 1 1 0,0 6 1 0,1-3 0 0,-1 3 18 0,1 3 0 15,1 2 0-15,-2-1 0 0,0 4 11 0,2 0 5 16,-1 4 2-16,1-2 0 0,-1 3 1 0,1-2 0 16,-1 1 0-16,1 1 0 0,-1 0-10 0,1 0-1 15,-2-3-8-15,1 3 12 0,0-2-12 0,1 1 0 16,-1-2 0-16,1 3-10 0,0 0 1 0,0 0 0 16,0 0 0-16,0 0 0 0,0 0 9 0,0 0-10 15,0 0 10-15,0 0-10 0,-14-14 10 0,11 12 0 16,1 2 0-16,0 0 0 0,-1 2 0 0,-1-2 0 15,1 4 0-15,-1-1 8 0,-1 2-8 0,-1 1 0 16,0 0 8-16,-3 5-8 0,0-1 0 0,-1 6 0 16,-1 0 0-16,-1 0 8 0,-2 5-8 0,-1 1 0 15,-1-2 0-15,2 1 0 0,-1-1 0 0,1-4 0 0,2-1 0 16,-1-1 0-16,5-2 0 0,-1-2 0 16,3 0 0-16,0-2 0 0,1-4 0 0,0 0 0 0,1 1 0 0,2-4 0 15,0 1 0-15,1-2 0 0,1-2 0 0,0 2 0 16,0 0 0-16,0-1 0 0,3-4-10 0,-2 0 10 15,0-1-16-15,2-3 3 0,0-1 1 0,1-2 0 16,2-1-1-16,-1 1 0 0,1 0 0 0,2 1 0 16,-2-2 13-16,0 3-9 0,0 2 9 0,-1 1-8 15,0 1 8-15,0 0 0 0,0 2 10 0,0 1-10 16,0 0 13-16,1-1-3 0,2 2-1 0,0-4 0 16,2 0-9-16,2-2 0 0,2 0 0 0,2-6 0 15,0-1-16-15,2 2 0 0,0-6 1 0,1 3 0 16,-1-3 5-16,1 3 1 0,-1 0 0 0,-2 1 0 15,0 2 9-15,-1-2 0 0,-1 5 0 0,-2 1 0 0,-1 2 0 0,-1 2 11 16,-2 1-3-16,-2 1 0 0,0 3 5 0,-2 0 1 16,-2 0 0-16,1 0 0 0,-1 3 1 0,1 1 0 15,-1 1 0-15,-1-1 0 0,2-2-1 0,-1 2 0 16,1 0 0-16,-1-2 0 0,2 2-5 0,-2-4-1 16,2 2 0-16,0-2 0 0,1 0-8 0,0 0 0 15,1-2 9-15,0 2-9 0,0-4 0 0,2 0 8 16,-1 2-8-16,1-2 0 0,-1-1 0 0,-1 1 0 15,0-2 0-15,-1 3 0 0,0-1-9 0,-1 1-7 16,-2 1 0-16,0 1-1 0,-2 1-31 0,0-3-5 16,0 3-2-16,-2 3 0 15,1-3-27-15,1 3-6 0,0 0 0 0,-1 2-1 0,1 1 33 0,0-1 8 16,0 1 0-16,1 0 1 0,-1-4 47 0,0 0 20 16,0-2-2-16,0 0 0 0,0 0 18 0,0 0 4 0,0 0 1 0,0 0 0 15,-1-2-28-15,1 2-5 0,0 0-8 0,0 0 11 16,0 0-43-16,0 0-9 0,-20-10-2 0,13 7 0 31,-2 2-29-31,-2 1-5 0,-1 4-2 0,-1-2 0 0,1 4 5 0,1 2 1 0,2 0 0 0,2 0 0 16,2 0 57-16,-1 2 16 0,2-3 0 0,0-1 0 15,2-3 56-15,-2 1 16 0,1-1 3 0,2-1 1 16,0-1 3-16,0-1 1 0,1 0 0 0,-1 0 0 16,1 0-32-16,-2-1-7 0,2 1-1 0,0-2 0 15,0 2-25-15,0 0-6 0,0 0-1 0,0 0 0 16,0 0-8-16,0 0 0 0,0 0 0 0,0 0 0 15,0 0 0-15,0 0 12 0,0 0-12 0,0 0 12 0,0 0 16 0,0 0 4 16,0 0 1-16,0 0 0 0,0 0-2 0,0 0-1 16,0 0 0-16,0 0 0 15,0 0-3-15,0 0-1 0,0 0 0 0,0 0 0 16,0 0-9-16,0 0-1 0,0 0-1 0,0 0 0 0,0 0-5 0,0 0-1 16,0 0 0-16,0 0 0 0,0 0-9 0,0 0 0 15,0 0 9-15,0 0-9 0,0 0 0 0,-18-8 0 16,15 8-10-16,2 0 10 0,1 0-9 0,-1 0 9 15,1 0 0-15,-1-2-9 0,1 2 9 0,0 0 0 16,0-3 8-16,0 2-8 0,-2 1 13 0,2 0-1 16,0 0-1-16,0 0 0 0,0 0 2 0,0 0 1 15,0 0 0-15,0 0 0 0,0 0-6 0,0 0 0 16,0 0-8-16,0 0 12 0,0 0-12 0,0 0 0 16,0 0 8-16,0 0-8 0,0 0 0 0,0 0 9 0,0 0-9 0,0 0 8 15,0 0-8-15,0 0 0 0,0 0 9 0,0 0-9 16,0 0 0-16,0 0 0 0,0 0 0 0,0 0 8 15,0 0-8-15,24 0 0 0,-18 7 0 0,1 2 0 16,3 1 0-16,0 2 0 0,1 1 8 0,0-3-8 16,2 2 8-16,-1-2-8 0,1-1 10 0,-1 0-10 15,2-1 9-15,-2 0-9 0,1-1 8 0,0-1-8 16,0 0 8-16,0-2-8 0,0-1 0 0,-1 0 8 16,0 1 1-16,-1-2 0 0,-1-1 0 0,-1-1 0 15,-2 3-1-15,-1-6 0 0,-2 3 0 0,0 0 0 16,-2 0-8-16,-1 3 0 0,1-3 0 0,-4 0 8 15,2-3-8-15,-1 3 0 0,0 3-10 0,0-3 10 0,1 0-16 0,0 0 2 16,0 0 1-16,0 0 0 0,-19-6 3 16,14 2 1-16,-1-2 0 0,-1-4 0 0,-1-3-1 0,-1-1 0 15,0-6 0-15,0 0 0 0,-1 2-3 0,1-5-1 16,1 5 0-16,-1-1 0 0,2 3 14 0,-2 1 0 16,2 4-10-16,-2 0 10 0,0 4 0 0,1 0 0 15,-2 4-9-15,0 0 9 0,2 3 0 0,-2 3-8 16,1-2 8-16,-1 1 0 0,1 2-21 0,0 1 2 15,1 2 1-15,0 0 0 0,2 1-8 0,1 0-2 16,3-5 0-16,0 2 0 0,2-1 28 0,0-1 0 16,3 0 0-16,-1 0 0 0,1-2 10 0,2 1 7 15,0 2 2-15,0-1 0 0,1 0 2 0,1 0 1 16,2 1 0-16,0-2 0 0,1 2-3 0,-1 2-1 16,1 0 0-16,0 0 0 0,0 4-7 0,-1 0-2 0,1 2 0 15,0 1 0-15,1 5-1 0,0 0 0 0,1 3 0 0,1-3 0 16,-1 4 1-16,1-2 0 0,2 0 0 0,-1-1 0 15,0-3 1-15,-2-4 0 0,-1 0 0 0,0-3 0 16,-1-2 1-16,1 0 0 0,0-1 0 0,-1-2 0 16,0 1-11-16,-1-5 0 0,-2 1 0 0,-1-2 0 15,-1 2 12-15,-2-2-2 0,-1 1-1 0,-2-3 0 16,0 3-9-16,-1-4 0 0,0 4 0 0,-3-3 0 16,0 0-11-16,-2-1-7 0,-4 2-2 0,-3-4 0 15,-5 0 2-15,-3 2 0 0,-3-2 0 0,-4 2 0 16,2 2-6-16,2-2-2 0,3-1 0 0,2 1 0 15,4 0-2-15,4-2-1 0,3 0 0 0,1-3 0 16,4-2 14-16,-1-1 3 0,3-5 1 0,2-1 0 0,4-3-8 16,2 1-1-16,4 2-1 0,3-4 0 0,2 2 3 0,4 3 1 15,2 3 0-15,4-1-755 16,1 8-150-16</inkml:trace>
  <inkml:trace contextRef="#ctx0" brushRef="#br0" timeOffset="-213962.28">17717 13861 633 0,'-5'4'28'0,"0"-4"6"0,2 2-34 0,-1-2 0 15,2 4 0-15,0-2 0 0,0-1 135 0,-2 4 20 16,-3 5 4-16,-2 0 1 16,0 6-202-16,3-1-40 0,0 1-8 0,5-3-213 15,2-4-42-15</inkml:trace>
  <inkml:trace contextRef="#ctx0" brushRef="#br0" timeOffset="-211578.94">17608 13881 921 0,'-1'0'82'0,"0"0"-66"15,1 0-16-15,0 0 0 0,-1 0 233 0,0-2 43 16,-1 1 9-16,0 0 2 0,-2-3-157 0,-1-2-31 16,0 0-7-16,2 0 0 0,-2-1-56 0,1-1-12 15,1 2-1-15,0 2-1 0,1-3-22 0,1 2 9 16,1 1-9-16,0 1 0 0,0 2 0 0,1-1 0 15,2 2 0-15,-1 2 0 0,2-2 0 0,2 0 0 16,3 4-8-16,3-4 8 0,3 4 0 0,1-1 0 16,2 2-8-16,0-1 8 0,1-2 0 0,-2-2 12 15,1 0-3-15,-1 0 0 0,-1 0 5 0,0-2 1 16,0 2 0-16,0 0 0 0,2 0 1 0,0-3 0 16,3 3 0-16,0 0 0 0,1 0-7 0,0 3-1 15,3-3 0-15,1 2 0 0,0-2-8 0,1 0 0 16,-1 0 9-16,-1 0-9 0,-2 0 0 0,1-2 0 0,-2-1 0 0,-1 0 0 15,-1 0 0-15,-5 2 0 0,-2-3 0 0,-2 2 8 16,-1-1-8-16,-1 2 0 0,1 1 0 0,-3 0 0 16,1 0 0-16,-1 1 0 0,1 2 0 0,-2-1 0 15,0 2 0-15,1-3 0 0,2 4 0 0,-3-1 0 16,2 0 0-16,-2-2 0 0,0 1 0 0,0-3 0 16,-1 0 0-16,1 0 0 0,-1-5 0 0,1 1 0 15,-1 0 0-15,-1-2 0 0,-1-3 8 0,-1 2-8 16,-1-2 12-16,-1 2-3 0,-1-4 0 0,-3 1 0 15,-1 0-9-15,-2-2 0 0,-3-1 0 0,0-3 0 16,0-4-18-16,2-2-2 0,-1-3-1 0,3 1 0 0,2-1-2 0,3-7 0 16,2-7 0-16,3-4 0 0,1-3 6 15,2 2 1-15,1-3 0 0,0 0 0 0,1 5 6 0,-2 1 2 16,1 0 0-16,-3 4 0 0,0 1 8 0,-3-2 9 16,-2 5-1-16,-1-2-8 0,-2 3 14 0,-3 0-4 15,-2 3-1-15,-2 2 0 0,0 1-9 0,-1 0 0 16,0-1 0-16,-1 1 0 0,4-3-12 0,-2-1-5 15,4-3-1-15,1-4 0 16,1-2-47-16,2-2-10 0,0 3-1 0,1-2-1 0,1 2 11 0,0 8 2 16,0 2 1-16,0 4 0 0,-1 7 51 0,-2 1 12 15,2 3 0-15,0 3 0 0,-2 4 40 0,1 0 7 16,-1 0 1-16,0 1 1 0,-2 0 7 0,0 0 2 0,1-1 0 16,0 2 0-16,-1-2-12 0,1 2-2 0,0-2-1 0,-1 0 0 15,-1 2-22-15,0-2-4 0,-1 1-1 0,-1 0 0 16,0 0-16-16,0 1 0 0,-2-2-11 0,0 0 11 15,-3-1-12-15,2 2 4 0,0 1 8 0,0 0-13 16,1 2 13-16,-1-2 0 0,0 2 0 0,-1 2 0 16,-1 0 0-16,-4 2 0 0,2-1 12 0,-4 4-12 15,0 1 9-15,-2 1-9 0,-3 4 0 0,-3 1 9 16,-3 3-9-16,1 1 0 0,-1 3-10 0,2 0 10 16,2 0-22-16,2-3 2 0,4 0 0 0,3-1 0 15,3-4 6-15,3-2 2 0,3-1 0 0,1-1 0 16,1-4-3-16,2 1 0 0,2-2 0 0,1 0 0 15,0 0 15-15,1-4 0 0,-2 2 0 0,2-2 0 0,0 2 0 0,0 0 10 16,0 0 0-16,-1 0 0 0,0 0-10 0,-2 2 0 16,1 3 9-16,1-4-9 0,1-1 0 0,0 0 0 15,-10 25 0-15,7-13 0 0,1 2 0 0,1 3 0 16,1 3 0-16,0-2-8 0,1 1 8 0,1-2 0 16,1-1 0-16,-1-1 0 0,2-3 11 0,1 2 1 15,0-2 0-15,0 3 0 0,0-2 0 0,0 3 1 16,0 1 0-16,0 4 0 0,-2 4-1 0,2 3-1 15,-1 4 0-15,-2 7 0 0,1 8-3 0,-2 3 0 16,-1 5 0-16,-1 4 0 0,1-1-8 0,-1 2 12 16,-1-4-12-16,0-2 12 0,2-4-12 0,-1-5 0 15,2-3 0-15,0-3 0 0,0-4 0 0,2-5 0 16,2-2 9-16,1-3-9 0,0-5 0 0,0-3 0 16,1-1 0-16,0-2 0 15,2 0-73-15,-2-1-13 0,2-2-2 0,-1 0-905 0</inkml:trace>
  <inkml:trace contextRef="#ctx0" brushRef="#br0" timeOffset="-208979.49">32442 14718 921 0,'-4'-4'82'0,"1"2"-66"0,0-2-16 0,1 1 0 16,2 1 240-16,0 2 44 0,0-1 8 0,-1 1 3 15,-1-3-218-15,0 1-43 0,1 1-9 0,1-2-1 16,-2 2-24-16,1 0-8 0,2-1 0 0,-1 2 0 15,2 0-10-15,-1 0-2 0,-1 0 0 0,0 0 0 16,0 0 20-16,0 0 0 0,0 0 0 0,0 0 9 16,13 16 26-16,-9-12 5 0,-1 1 0 0,0 0 1 0,1 0 11 15,1 1 3-15,-1 0 0 0,-1 1 0 0,0-1-24 16,1 1-5-16,-1 2-1 0,0-2 0 16,0 2-12-16,0 1-2 0,-1-2-1 0,1 4 0 0,1 0-10 0,-2 0 0 15,1 3 0-15,-1 1 0 0,2 4 0 0,-2 1 0 16,1 2 0-16,-1 5 0 0,2 1 0 0,-2 5 0 15,3-2 0-15,-1 0 0 0,0 3 0 0,1-1 0 16,0-2 0-16,0-1 0 0,0-2 0 0,-1-4 0 16,0 1 0-16,0-4 0 0,0-2 0 0,-2-3 0 15,2-4 0-15,-2-4 0 0,1 1 0 0,-1-3 0 16,-1-2 8-16,1 2-8 0,-4-4 0 0,2-3 0 16,-1 3 0-16,-1 0 0 0,-1-3-18 0,-2 2-6 15,-1-2 0-15,0 1-1 16,-3 0-47-16,-1 2-10 0,-1-2-2 0,0 1 0 15,1-2-32-15,0-2-6 0,2 1-2 0,0-4 0 16,2 0 24-16,0-4 5 0,2 0 1 0,-1 0 0 0,2-4 52 0,-2 0 10 0,2-3 3 0,-2-1 0 16,1 0 2-16,0 0 1 0,0 2 0 0,0 1 0 15,-1 2 26-15,-1 0 17 0,1 2-2 0,-1 4-1 16,1 2 42-16,0-1 8 0,0 4 1 0,0 1 1 16,1 1 0-16,-1 1 0 0,3-2 0 0,-2 3 0 15,2 1-18-15,-1-3-3 0,2 1-1 0,-1 1 0 16,2-3 12-16,0 1 3 0,0 1 0 0,0-2 0 15,0 0 7-15,1 3 2 0,0-6 0 0,-2 3 0 16,3 3-24-16,-1-2-5 0,3 4-1 0,0-1 0 16,1 2-22-16,0 1-5 0,1 5-1 0,-1-1 0 15,1 6-10-15,0 0 0 0,0 6 0 0,1 5 8 16,0 0-8-16,-1 6 0 0,3-2 0 0,-2-1 0 16,2-3 0-16,0-4 0 0,-1-3 0 0,1-8 0 0,0 0 0 0,-1-7 0 15,1-2 9-15,-2-2-9 0,2-4 14 0,0-2-2 16,1 0 0-16,-1-6 0 0,1 2 12 0,1-5 1 15,1 0 1-15,-1-5 0 0,-1 1 2 0,0-4 0 16,-2 1 0-16,0-1 0 0,-3 4-14 0,-1-4-2 16,-1 2-1-16,-2 2 0 0,-1-1-11 0,-2-1-9 15,-1 0 9-15,0 0-13 16,0 0-74-16,1-7-14 0,0-5-3 0</inkml:trace>
  <inkml:trace contextRef="#ctx0" brushRef="#br0" timeOffset="-206780.3">32135 17804 748 0,'-1'3'67'0,"0"-3"-54"16,1 2-13-16,0-2 0 0,0 0 289 0,-1 0 55 15,1 2 12-15,-1 0 1 0,-1 0-246 0,1 2-50 16,1-4-9-16,0 0-3 0,0 0-49 0,0 0-24 15,0 0 3-15,0 0 0 0,0 0-3 0,21-4-1 16,-12 2 0-16,1 0 0 0,0 0 25 0,-1 0 0 16,1 2 0-16,0-3 11 0,1 2 21 0,2 1 4 0,-1 1 0 15,4 2 1-15,1-1-4 0,3-2-1 0,1 0 0 0,2 2 0 16,-1-2-15-16,1-2-3 0,2 0-1 0,-1-1 0 16,0 0-13-16,0-1 0 0,-1 1 0 0,-1 0 0 15,0-1 0-15,-3-2 0 0,0 3 0 0,-2 1 0 16,-2 1 0-16,-1 1 0 0,-2 0 8 0,-1 0-8 15,-1 0 0-15,-3 1 9 0,-2 1-9 0,0-2 8 16,-1 0 0-16,-2 0-8 0,0 3 12 0,-2-3-4 16,1 1-8-16,-1-1 0 0,-1 0 9 0,1 0-9 15,0 0 0-15,-2-1 0 0,2 1 0 0,0 0 0 16,0 0 0-16,0 0 0 0,0 0 0 0,0 0 0 16,0 0 0-16,-19-6 0 0,13 6 0 0,-3-4-8 15,-4 4-1-15,0-3 0 0,-2 0 0 0,-4 3 0 0,-2 0-3 16,-2 0 0-16,-3 3 0 0,-4 0 0 0,1 1-5 0,-2 2-2 15,-3 4 0-15,1 2 0 0,3 0-5 0,2 0-2 16,3-1 0-16,3-1 0 16,3-2 26-16,3 0 0 0,1-2 0 0,4 0-8 0,3-3 8 0,1-3 0 15,4 1 0-15,1-1-8 0,2 0 8 0,0-1 0 16,2 1 0-16,1-3 0 0,1 1-11 0,4-2 11 16,-1-2-13-16,4 0 5 0,3-2 8 0,2 2-8 15,2 0 8-15,2 0-8 0,1-1 8 0,-1 1 0 16,1 2 0-16,-1 4 8 0,0-2 0 0,-1 2 1 15,1 2 0-15,1 2 0 0,0 2 3 0,0-2 0 16,-1 2 0-16,1 0 0 0,0 1-12 0,-1-4 10 16,2 2-10-16,-1-3 10 0,0 0-10 0,-1-2 0 15,0-2 0-15,-2 0 0 0,-1 0 0 0,-2-2 0 16,0 2 0-16,-2-2 0 0,-1-2 0 0,-1 0 0 0,-1 1 0 16,-1 0 0-16,-3-2 11 0,-3 5 3 0,0-2 1 15,-2 2 0-15,0-2 13 0,-1 2 2 0,-1 2 1 0,-1-2 0 16,-3 1-14-16,-1 1-2 0,-3-1-1 0,-3 1 0 15,-5-3-14-15,-4 2 0 0,-6 1 0 0,-5 0 0 16,-5 1-10-16,-1 3-5 0,-1 5-1 0,3-3 0 16,4 3-2-16,5 1-1 0,5-4 0 0,3 0 0 15,3-2 19-15,1-1 8 0,3 0-8 0,0-3 12 16,2 0-4-16,1 0-8 0,0-3 11 0,2 2-11 16,1-1 9-16,1-2-9 0,0 1 0 0,1 1 9 15,1 1-9-15,0 1 0 0,2-3 0 0,0 3 8 16,-1 0 0-16,2 0-8 0,0 3 12 0,-1-3-4 0,2 1-8 15,1 1 0-15,0 2 0 0,2 1 0 0,2 0-15 16,3 1 2-16,2 3 0 0,2-3 0 0,3 0-1 0,3 0 0 16,1-2 0-16,3-1 0 0,3-3 14 15,1 0 0-15,4-3-10 0,0-3 10 0,-1 2 0 0,0 1 0 16,-1-4 0-16,0 5 0 0,-2-2 13 0,0 2-2 16,-1-2-1-16,-2 0 0 0,-3 2 6 0,-3 2 0 15,-2 0 1-15,-2-3 0 0,-4 6 3 0,-2-3 0 16,0 0 0-16,-3 0 0 0,-2 1-5 0,-1 2-1 15,-1-1 0-15,0-1 0 0,-1 2-14 0,0-3 8 16,-1 2-8-16,-2-2 0 0,2 1 0 0,-1-1 0 16,-2 0 0-16,4 0 0 0,0 0-15 0,-25-1 4 15,12-4 1-15,-3 2 0 0,-3-1 0 0,-2 0 0 16,-1-1 0-16,-2 1 0 0,-2 1 10 0,-2-2-8 0,-2 4 8 16,-3-2-8-16,-2 3 8 0,2 3 0 0,-1 0 0 0,4 1 0 15,2 2 0-15,1 0 0 0,2 3 0 0,3-3 8 16,4 0 4-16,0-2 0 0,3 2 1 0,2-3 0 15,3 0-13-15,0-3 0 0,4 2 8 0,2 0-8 16,2-2 0-16,2 0 0 0,0-2-9 0,2 2 9 16,3 0-9-16,1-2 9 0,2 4-8 0,4 0 8 15,3-2 0-15,2 0-8 0,4 3 8 0,3-2 0 16,2 1 0-16,1 1 9 0,0-2 0 0,3 2 0 16,-1-1 3-16,0 2 1 0,1-2 0 0,-3 2 0 15,0 0-13-15,0-2 9 0,0 2-9 0,-2-2 8 0,0 4-8 16,-3-4 0-16,-3 1 0 0,-2 2 0 0,-2-3-21 15,-4 0-3-15,-2 1-1 0</inkml:trace>
  <inkml:trace contextRef="#ctx0" brushRef="#br0" timeOffset="-182295.73">26377 9394 288 0,'-4'-6'25'0,"0"0"-25"0,2 6 0 0,1-4 0 15,1 4 121-15,-3-5 19 0,0-2 4 0,-4-3 1 16,0-5-211-16,-3-1-42 15</inkml:trace>
  <inkml:trace contextRef="#ctx0" brushRef="#br0" timeOffset="-182213.5">26238 9217 230 0,'-11'-6'10'0,"6"3"2"0,3 0-12 0,1 1 0 0,-1 0 0 0,2 0 0 0,-3-2 178 16,-1-6 33-16,-1-5 6 0,0-3 2 0,0-4-208 0,-1-2-42 16</inkml:trace>
  <inkml:trace contextRef="#ctx0" brushRef="#br0" timeOffset="-181625.51">26152 8980 1260 0,'-15'-4'56'0,"9"3"11"0,2 0-54 0,3 1-13 16,1 0 0-16,0 0 0 0,-1-3 97 0,-1 0 17 16,1-1 3-16,1-2 1 0,0-3-70 0,3 5-15 15,-1-2-2-15,2 2-1 0,2 2 2 0,-1 0 0 16,2 4 0-16,1-2 0 0,0 6 3 0,2 0 1 16,1 4 0-16,1 0 0 0,-4 5-1 0,2 4 0 15,0 3 0-15,-1 4 0 0,1 5-10 0,-1 3-1 16,3 5-1-16,-1 1 0 0,0 2-15 0,0 3-8 15,1 2 8-15,1 0-8 0,-1 0 0 0,2-2 0 0,-1-3-10 16,1-5 10-16,1-8-23 0,0-1 3 0,-1-5 0 0,1-2 0 16,1-2 8-16,-3-6 3 0,-2-3 0 0,0-1 0 15,-1-3 9-15,-2-4 8 0,1-2-8 0,0 0 11 16,-2-2 4-16,1-2 1 0,-1-1 0 0,0-2 0 16,1-6-4-16,-1-3 0 0,2-6 0 0,1-5 0 15,1-1-12-15,1-8 0 0,1-3 0 0,-1-4 0 16,2-1-15-16,1-1-5 0,-1 4-2 0,0-3 0 15,-2-1 8-15,-2 2 2 0,-1 5 0 0,-3-1 0 16,1-2 12-16,0 3 0 0,-1 0 0 0,0 3 0 16,0 2 0-16,2 3 0 0,0 5 0 0,0 3 0 0,0 6 0 0,-1 0 0 15,-1 4 0-15,1 3 0 16,-2 5 16-16,-1 0-3 0,0 2-1 0,-2 2 0 0,0 2 2 0,1 0 0 16,1 4 0-16,-1 4 0 0,2 5 1 0,0 4 0 15,1 4 0-15,-1 4 0 0,2 3-6 0,-1 4-1 16,1 4 0-16,2 2 0 0,1 1-8 0,1-3 0 15,2-2 0-15,2-3 0 0,4-3 0 0,1-3 0 16,-1-3 0-16,2 1 0 0,2-6-12 0,-1-1 12 16,1-2-10-16,-2-4 10 0,0-2-8 0,-1-4 8 15,0-2 0-15,-1-2-9 0,-3-2 17 0,-4-2 3 16,-1-2 1-16,-1-2 0 0,-1 0 18 0,-3-3 4 16,-1 2 1-16,-1-6 0 0,-1 1 0 0,0-2 0 15,0 0 0-15,0-5 0 0,-1-4-18 0,0-2-3 0,-1-7-1 16,0-3 0-16,0-5-13 0,1-4 0 15,-1-4 0-15,1-3 0 0,1 0-17 0,0 1-3 16,0 5-1-16,-1 2 0 0,2 2 1 0,0 5 1 0,3 8 0 16,-1 5 0-16,3 2-26 0,-4 8-6 0,-1 2-1 0,-2 6-650 15,-2 5-130-15</inkml:trace>
  <inkml:trace contextRef="#ctx0" brushRef="#br0" timeOffset="-180959.63">27813 9154 576 0,'3'0'51'0,"0"-2"-41"0,-1 1-10 0,-1 1 0 0,1-3 179 0,0 1 33 15,2-3 8-15,2-1 0 0,3-6-91 0,-2 1-18 16,2-1-4-16,-2-4-1 0,-1 1-45 0,-1-1-9 16,-1-3-1-16,-2 0-1 0,1 0-10 0,-2 1-3 15,0 1 0-15,-2 1 0 0,0 2-3 0,-2 2-1 16,0 0 0-16,-2 3 0 0,-1-1-12 0,-1 2-2 16,0 0-1-16,1 2 0 0,0 3-10 0,-2 3-8 15,1-3 12-15,-1 6-12 0,1 0 16 0,-2 3-3 16,-1 2-1-16,-1 3 0 0,0 5-4 0,-2 1-8 15,-2 4 11-15,0 8-11 0,-2-1 9 0,-1 7-9 16,0 3 0-16,0 1 9 0,2 1-9 0,2-3 0 0,4-1 0 0,0-1 0 16,6-7-20-16,3-2 3 0,3-3 1 0,3-6 0 15,4-1-10-15,3-6-2 0,3-4 0 0,2 0 0 16,6-5 13-16,-2 1 3 0,2-4 0 0,1-1 0 16,-2-1 12-16,1-5 0 0,0 3 0 0,-4-4 0 15,1 0 12-15,-1 1-12 0,-3-1 12 0,-1-3-12 16,-3 3 13-16,-1-2-4 0,-1 3-1 0,-1-3 0 15,-2 2-8-15,-1-3 12 0,0 0-12 0,-1-3 12 16,0-1-12-16,-1-3 0 0,-3 0 0 0,-2-1 8 16,0 1-8-16,-4-2 0 0,-1 4 0 0,-3-3 0 15,0 1 0-15,0 0-9 0,-3 1 9 0,0 1-13 16,-2-2 13-16,1 3 0 0,0 3 0 0,1 4 0 0,0 0 0 16,1 4 0-16,-1 1 0 0,1 4 10 0,0 1 0 15,0 4 0-15,0 2 0 0,-1 0 0 0,-1 2-10 0,-2 3 0 16,1-1 9-16,-1 3-9 0,1 3 0 0,1 5 0 15,0 2 0-15,2 1-8 0,2 2 8 0,4-1 0 16,4 1-9-16,6-4 9 0,6-3 0 0,4-3-9 16,5-4 9-16,3-2 0 0,2-1 0 0,0-6 0 15,1 0 8-15,2-3-8 0,1 0 13 0,0-3-3 16,1 1-1-16,0-2 0 0,2 1-9 0,-1 0 0 16,-3 1 9-16,-1 0-9 15,-2-1-58-15,-5 3-16 0,-3 3-3 0</inkml:trace>
  <inkml:trace contextRef="#ctx0" brushRef="#br0" timeOffset="-180379.88">28017 7884 172 0,'-2'2'16'0,"1"-2"-16"0,0 1 0 0,0-1 0 0,1 0 246 0,0 0 46 16,-2 0 10-16,1 2 2 0,0-2-136 0,-2 0-28 16,1 2-4-16,2-2-2 0,0 0-30 0,0 0-5 0,0 0-2 0,0 0 0 15,0 0-45-15,23 2-8 0,-11-2-3 0,1 0 0 16,2 0-16-16,1 0-3 0,1 0-1 0,3 0 0 16,1 2 3-16,3-4 0 0,0 2 0 0,2 0 0 15,0-4-7-15,2 2-1 0,-1-2 0 0,-1 0 0 16,0 2-16-16,0-4 10 0,1-3-10 0,-1 3 8 15,-3 1-8-15,0 3 0 0,-4-2-12 0,-1 4 12 16,-5 1-60-16,-3 2-4 0,-2 3 0 0,-6 0-1 16,-3 6-127-16,-4-1-26 15,-5 4-5-15</inkml:trace>
  <inkml:trace contextRef="#ctx0" brushRef="#br0" timeOffset="-180179.88">28374 7940 1490 0,'-9'4'66'0,"2"-2"14"0,1-1-64 0,2 2-16 16,3-3 0-16,-1 2 0 0,1-2 112 0,-1 2 19 15,-2 0 4-15,-2 2 1 0,1 1-74 0,1 0-14 16,2 1-4-16,0 0 0 0,2 3-29 0,2 1-7 16,1 2 0-16,0 4-8 0,-1 3 10 0,1 3-10 15,-2 3 8-15,0 3-8 0,-3 4 8 0,-1 5-8 16,-2 2 0-16,-2 1 8 15,-2 5-105-15,-1-3-22 0,1 1-4 0</inkml:trace>
  <inkml:trace contextRef="#ctx0" brushRef="#br0" timeOffset="-179680.18">28873 8834 2131 0,'-1'-5'189'0,"1"4"-151"15,1 1-30-15,-1 0-8 0,2 0 56 0,-2-3 11 16,0 3 1-16,0-2 1 0,-2 1-41 0,1-2-8 16,-1 3-1-16,2 0-1 0,0 0-41 0,-20 4-8 15,11 1-1-15,2 1-1 0,2 1-19 0,-1 0-3 16,2-1-1-16,3-2 0 0,1-2 34 0,1 1 6 15,3-3 2-15,1-3 0 0,1-3 25 0,1 0 5 16,1-4 0-16,-1 0 1 0,-1-1 22 0,1 0 4 16,-3 0 1-16,-1-2 0 0,-2 3-7 0,-2 0-1 15,-2 4 0-15,-1-1 0 0,-4 2-16 0,-1 1-4 16,2 2-1-16,-2 4 0 0,1 1-27 0,-1 3-6 0,-1 4-1 0,0 2 0 16,2 4-28-16,0 0-5 0,1 3-2 0,1 0 0 31,3 0-34-31,2-3-8 0,1 0 0 0,4-1-792 0</inkml:trace>
  <inkml:trace contextRef="#ctx0" brushRef="#br0" timeOffset="-178845.82">29368 8380 1728 0,'-4'5'153'0,"-1"-1"-122"0,3 0-31 0,1-1 0 15,1 0 138-15,-2 3 22 0,0 3 4 0,-3 4 0 16,-2 7-120-16,0 8-24 0,1 6-4 0,1 0-2 16,2 5-14-16,1-1 0 0,2-1 0 0,3 2 0 15,3 1 0-15,0-5 0 0,3-5 0 0,0-2-10 16,2-1 10-16,1-4-12 0,-1-6 12 0,0-2-12 16,2-3 12-16,-2-2 0 0,0-4 8 0,0-2-8 15,1-2 12-15,0-2-1 0,1-2-1 0,0-4 0 16,0-2 0-16,1-4 0 0,3 0 0 0,0-5 0 0,2-1-1 0,-2-4 0 15,3-1 0-15,-1-3 0 0,0 4-9 0,-1-5 0 16,-4 1 9-16,0-2-9 0,-2-1 0 0,-2-2 0 16,-1 3 0-16,-2-1 0 0,0 3 0 0,-4 4 0 15,1 1 0-15,-2 5 0 0,1 2 0 0,-4 5 0 16,2-3 0-16,0 5 0 0,2 1-14 0,-2 2-1 16,0 2 0-16,2 2 0 0,-2 2-2 0,0-1-1 15,2 5 0-15,-2 3 0 0,3 5 6 0,-1 4 2 16,1 5 0-16,0 3 0 0,2 4 10 0,-2 1 0 15,0 2 0-15,1-3 0 0,2 3 0 0,-2-5 0 16,2 0 0-16,0-3 0 0,2-3 0 0,0-2 0 16,3-5 0-16,2 1 0 0,-2-3 0 0,3-4 0 15,1-2 0-15,0-4 0 0,3-3 8 0,0-2-8 16,5-2 8-16,-1-6-8 0,0 0 26 0,-1-2 1 0,0-7 0 0,-1 3 0 16,0 0 16-16,-2 0 3 0,-3-2 1 0,-1-5 0 15,-3 1 1-15,0-3 1 0,-2-1 0 0,-1-2 0 16,0 0-21-16,-3-3-4 0,1-6 0 0,1-2-1 15,-1 1-23-15,0-5 0 0,-2 1 0 0,0-2-8 16,-2 5-35-16,-3-2-6 0,0 4-2 0,-3 5 0 16,0 3-8-16,-2 4-1 0,0 9-1 0,-1 6 0 15,-1 4 37-15,0 4 7 0,1 2 1 0,-3 5 1 16,-1 1-7-16,-1 1-2 0,0 6 0 0,0 0-1009 16</inkml:trace>
  <inkml:trace contextRef="#ctx0" brushRef="#br0" timeOffset="-178429.67">30559 7630 1879 0,'4'0'83'0,"-3"0"17"0,1 0-80 0,-2 0-20 0,2 1 0 0,-1 1 0 16,0-2 112-16,1 4 17 0,2 5 4 0,1 1 1 16,0 6-66-16,0 2-12 0,0 7-4 0,-3 1 0 15,1 4-36-15,-3 3-8 0,0 5-8 0,-3-1 11 16,1 3-11-16,0 1 0 0,-2 3-12 0,0-3 12 16,3 0-13-16,-2-6 5 0,1-3 8 0,2-1-13 15,0-7 0-15,-1-1 0 0,2-1 0 0,0-6 0 16,0 0-106-16,2-1-21 0,2-4-4 0,-1-2-812 15</inkml:trace>
  <inkml:trace contextRef="#ctx0" brushRef="#br0" timeOffset="-178129.43">30990 7930 2127 0,'2'-9'94'0,"-2"3"20"0,0 3-91 0,0-1-23 15,0-1 0-15,-2 4 0 0,1-2 85 0,0-3 13 16,-1-3 2-16,-3-2 1 0,-2-1-82 0,-3 0-19 15,1-3 0-15,-4 4 0 16,-2-1-67-16,-3 6-12 0,-2 3-2 0,-3 3-1 0,-3 3 13 0,-3 6 2 16,-3 1 1-16,0 5 0 0,0 1 50 0,2 0 16 15,4 2-10-15,4-2 10 0,3 0 45 0,2 3 15 16,3-3 2-16,3 0 1 0,4-1-9 0,2-4-2 0,2 2 0 0,3-1 0 16,3 0-25-16,2-2-6 15,1 2-1-15,3 1 0 0,1-1 0 0,2-2-1 0,1 2 0 0,4-2 0 16,1 0-8-16,1 0-2 0,0 1 0 0,2-3 0 15,5 0-9-15,-1-1 0 0,2-1 0 0,-2 1 8 16,2 2-25-16,-1-3-6 0,1 4-1 0,-1 2 0 31,-2 1-160-31,-2 0-33 0</inkml:trace>
  <inkml:trace contextRef="#ctx0" brushRef="#br0" timeOffset="-175846.25">26512 10081 115 0,'-14'-17'10'0,"4"5"-10"0,3 2 0 0,-1 0 0 16,5 4 320-16,0 1 61 0,-1-1 13 0,-2-4 2 16,-4-8-225-16,-6-6-46 0,-2-1-9 0,-1 1-1 15,3 1-22-15,-2 4-4 0,-2 0-1 0,-1-1 0 16,0 2-32-16,0-1-8 0,0 1 0 0,-2-2-1 16,0-5-32-16,1-1-7 0,-1-2 0 0,2-3-8 15,2 1 0-15,0-7 0 0,1-1 0 0,-1-3 0 16,2 0 0-16,-1-1 0 0,4 1 0 0,-1 4 0 15,0 1 0-15,0 2 0 0,1 5 0 0,1 1 10 16,0 1 6-16,1 3 2 0,0-3 0 0,-1 1 0 0,1 0 0 16,-2-3 0-16,2 2 0 0,1 1 0 0,-1-1-7 0,-1 1-2 15,1 0 0-15,1 1 0 0,1-1-9 16,1-2 0-16,2 0 0 0,0-1 0 0,3 1 0 0,0-3 0 16,1-1 0-16,1-3-11 0,1 3 11 0,-1-3-10 15,4-3 10-15,0 1-10 0,1 2 10 0,-1 3 0 16,1 4-9-16,0-1 9 0,0 4 0 0,0 3 0 15,0 2 0-15,1 2 0 0,-1 2 0 0,1 0 0 16,2 1 0-16,-1 0 0 0,0-1 0 0,1 0 0 16,3 0 0-16,0 0 0 0,-1 0 0 0,1-3 0 15,0 3 0-15,-1 0 0 0,2-3 0 0,-2 3 0 16,3-2 0-16,-1 2 0 0,2-3 0 0,2-1 0 16,0 2 0-16,1-1 0 0,0-1 0 0,2 2 0 15,3-3 0-15,1 1 0 0,1 1 0 0,2 0 0 0,1 0 0 0,1-1 0 16,3 2 0-16,1-3 0 0,2 1 0 0,-1-2 0 15,0-1-9-15,-1 2 9 0,-2 2 0 0,2-4 0 16,1 1 0-16,0 0 0 0,-3 3 0 0,2-3 0 16,2 2 0-16,0-1 0 0,1 3 0 0,3-2 0 15,3 1 0-15,-1 0 8 0,1 0-8 0,2-2 0 16,0 1 0-16,0-2 0 0,2-3 0 0,2 2 0 16,2 1 0-16,2 0-10 0,2 0 10 0,2 2-8 15,1-2 8-15,0 1 0 0,-4 1-9 0,-3 2 9 16,-1 2 0-16,0 0 0 0,1 1 0 0,0 5 0 15,2-2 0-15,1 4 0 0,0 3 0 0,0 2 0 16,-2-1 0-16,-1-1 0 0,0 1 0 0,0-2 0 16,-1 0 0-16,2 0 0 0,1-1 0 0,3 0 0 15,2 1 0-15,-1 0 0 0,-3-1 0 0,0-1 0 16,-4 0 0-16,1 2 0 0,1-2 0 0,0 0 0 0,5 2 0 0,0 0 0 16,3 0 0-16,-1-1 0 0,-2 1 0 0,0-1 0 15,-1 1 0-15,-3-1 0 0,-1 1 0 0,1 3 0 16,0-2 0-16,-2 5 0 0,1 2 0 0,-1-2-9 15,-3 4 9-15,0 2 0 0,-2-2-8 0,0 2 8 16,0 2 0-16,-1 0 0 0,1 3 0 0,0 0 0 16,1 0 0-16,3 2 0 0,2-3 0 0,-1-1 0 15,-2-2 0-15,-1-1 0 0,3-4-13 0,3 0 4 16,1-2 1-16,2 0 0 0,1-2-7 0,3 1-1 16,0 0 0-16,-1-3 0 0,-3 2 16 0,-4-1-9 15,-1-1 9-15,-2 2-8 0,0 1 8 0,-4 1 0 0,-2 0 0 16,-3 3 0-16,-1 0 0 0,-3 3 8 0,0-1-8 0,-3 4 11 15,-3-1-11-15,-1 2 0 0,0 3 9 0,-2-6-9 16,-1 3 0-16,-2 1 0 0,0-4 0 0,0 2 0 16,3-3-10-16,2 0 10 0,1-2-12 0,1-1 12 15,1 0-10-15,2 0 10 0,1-2-8 0,0 2 8 16,1-3 0-16,-2 0 0 0,0 1 0 0,-4 1 0 16,1 1 0-16,-6-2 0 0,-2 4 0 0,-3-1 0 15,-3 2 8-15,-2 0-8 0,-3 0 10 0,-3 0-10 16,-1 2 20-16,-3 0-3 0,1 2 0 0,-2 3 0 15,-1-1-9-15,0 4-8 0,0 0 9 0,-1 3-9 16,-1 3 0-16,1-3-12 0,2 3 1 0,1 0 0 0,-1 3 3 16,3-2 0-16,-1 0 0 0,3-1 0 15,1 3 8-15,0-3 0 0,2 3 0 0,-1-1 0 0,2 0 0 0,1 1 0 16,1-1 0-16,0 0 0 0,-1 0 0 0,-1 1 0 16,0-3 0-16,-2 3 0 0,2-3 0 0,-2 1 8 15,-2 0-8-15,0 2 0 0,2 0 0 0,-5 3 8 16,2 1-8-16,-1-1 0 0,1 4 0 0,-1-1 0 15,1 1 0-15,1 5 0 0,0-2 0 0,0-3 0 16,1 0 0-16,2 0 0 0,0 2 0 0,2 0 0 16,-1-1 0-16,-2-1 0 0,1 0 0 0,-1-1 0 15,-1 1 0-15,0 1 0 0,-2-1 0 0,-1 1 0 16,-1 1 0-16,-2-3 0 0,-1-1 0 0,-3 1 0 16,2-3 0-16,-3 1 8 0,1-5-8 0,0 2 0 15,1-1 0-15,-3-3 0 0,1 1 0 0,0-4 8 16,1 2-8-16,-2-2 0 0,1 1 0 0,0-4 9 15,1 0-9-15,-2 2 0 0,-2-3 14 0,0 1-4 0,0 0-1 0,-2 1 0 16,-2-1-1-16,0 0-8 0,-2 0 12 0,-2-1-4 16,-1-3-8-16,-1 2 0 0,-2-2 0 0,0 0 0 15,-4 1 0-15,1-6 0 0,0 2 0 0,-2-3 0 16,0 0-14-16,-3 0 5 0,-4 0 1 0,-2-2 0 16,-1-1 8-16,-2 0 0 0,-2 4 0 0,-3-1 0 15,0 0 0-15,-2 4 0 0,-2 0 0 0,1 0 8 16,0 2 0-16,1 3 1 0,-5-2 0 0,-3 2 0 15,-2-1-9-15,0-2 12 0,2-2-12 0,2-1 12 16,0 1-12-16,3-4 0 0,0 0-12 0,2-2 12 16,2-1-17-16,-2 0 4 0,-3-3 1 0,-3-4 0 15,-1 2 0-15,-3-2 1 0,0 0 0 0,-2 3 0 16,3 1 11-16,-3 5-10 0,0 1 10 0,-4 2-10 0,-3 0 10 16,0 2 0-16,-4-1 0 0,2 3 0 0,1 4 0 0,-1 0 0 15,-2 0 8-15,-1 3-8 0,2-7 0 0,-2 2 8 16,-3-2-8-16,2 2 0 0,5-2 0 0,-3 3 0 15,-4 1 0-15,0-3 0 0,1-1 0 0,0-1 0 16,1-2-10-16,1-3 10 0,3 3 0 0,0-2 0 16,-2 3 0-16,-2 1 0 0,1-4 0 0,0 2 12 15,2 1-1-15,3-3-1 0,5 2 4 0,-1-3 1 16,-2 0 0-16,2-2 0 0,-3 0-7 0,3-2-8 16,-1 1 11-16,5 0-11 0,3 1 0 0,-2 1 0 15,0-1 0-15,-2-2 0 0,1 0 0 0,2 0 0 16,2-2 0-16,3 0 0 0,3 0 0 0,3-2-9 15,5 2 9-15,1-2 0 0,5 0-9 0,0 2 9 0,3-4-10 16,1 2 10-16,2-1 0 0,1 2-9 0,3 1 9 0,4 0 0 16,4 1 0-16,3-2-10 0,2 2 10 0,4-1 0 15,4 3-32-15,2-3 0 0,1 0 0 0,2 0 0 32,5 0-118-32,8 0-23 0,5 0-5 0</inkml:trace>
  <inkml:trace contextRef="#ctx0" brushRef="#br0" timeOffset="-175244.96">28963 9726 1670 0,'-9'-3'148'0,"3"3"-118"15,3 0-30-15,3 0 0 0,0 0 105 0,0 0 15 0,-2 3 4 0,-3-3 0 16,-1 0-80-16,-1 1-15 0,2 1-3 0,1 5-1 16,0-1-4-16,0 4-1 0,2 2 0 0,0 0 0 15,1 4-8-15,1 4-1 0,0 2-1 0,0 6 0 16,1 0-10-16,-1 2 0 0,0 4 0 0,2 4 8 16,-1 2-8-16,0-1 0 0,3 1 0 0,0 1 0 0,0 1 0 15,4 2 0-15,1-2 0 0,2 1 0 0,1 3 0 0,3 1-16 16,1 0 3-16,-1-3 0 0,0-2-4 0,-1-2-1 15,-1-8 0-15,-2-4 0 0,-2-3 2 0,-2-3 0 16,-2-4 0-16,-1-6 0 0,-3-1-12 0,-2-6-1 16,-1-2-1-16,-1-6 0 15,0-1-88-15,0-3-18 0</inkml:trace>
  <inkml:trace contextRef="#ctx0" brushRef="#br0" timeOffset="-174946.72">29278 9768 1371 0,'2'-8'60'0,"0"6"14"0,-1-2-59 0,1 2-15 0,-1 2 0 0,-1 0 0 16,2 0 93-16,-1 2 16 0,3 2 3 0,-1 2 1 15,4 1-20-15,-2 8-4 0,2 4-1 0,-3 4 0 16,-1 8-24-16,1 6-4 0,0 5-2 0,-2 3 0 15,2 4-34-15,-2 2-6 0,0 1-2 0,-2 1 0 16,0 2-16-16,-3-2 0 0,1 4 8 0,-2-3-8 16,0 2 0-16,-1-3 0 0,2-2 0 0,0-3 0 15,4-5-35-15,-2-3-1 0,2-3 0 0,-1-6 0 16,2-3-16-16,-2-6-3 0,2-4-1 0,-2-4 0 16,0-1-4-16,-1-7-2 0,-2 0 0 0,0 0-502 15,-5-6-100-15</inkml:trace>
  <inkml:trace contextRef="#ctx0" brushRef="#br0" timeOffset="-174613.19">28864 10637 460 0,'3'9'41'0,"2"-2"-33"16,0-2-8-16,0-1 0 0,0 2 284 0,1-2 54 15,5 6 11-15,7 6 3 0,5 5-216 0,4 1-42 0,3 0-9 0,-3-2-1 16,2-1-41-16,-5-1-8 16,1 1-2-16,-1-2 0 0,-3 0-22 0,1 1-11 0,0 0 10 0,0 1-10 15,3-1 0-15,-4 2 0 0,0-4 0 0,-2-1 0 16,-1-5 0-16,0-4 8 0,1 0-8 0,0-5 0 16,-2-2 33-16,-1-3 4 0,0-4 1 0,1-5 0 15,1-3 25-15,-1-3 5 0,3-6 0 0,-1-4 1 16,-2-3-3-16,-1-1-1 0,-2 1 0 0,-1 0 0 15,0-2-29-15,-2-4-7 0,-3-1-1 0,-1-3 0 16,-2 2-17-16,-3-4-11 0,1 4 12 0,-1 4-12 16,-1 4-20-16,0 7-10 0,-1 4-2 0,3 3-1 15,-3 6-126-15,0 0-25 0,2 6-4 16</inkml:trace>
  <inkml:trace contextRef="#ctx0" brushRef="#br0" timeOffset="-172911.84">29071 12309 864 0,'-2'-10'76'0,"-1"4"-60"0,1 0-16 0,-1-1 0 0,2 5 286 0,1 1 54 15,0-2 12-15,-1-3 1 0,-2-3-217 0,1-2-44 16,0-1-9-16,-1 1-2 0,1 3-39 0,0 2-8 16,1 4-2-16,0 4 0 0,2 1-15 0,0 7-3 15,2 8-1-15,1 8 0 0,0 11-13 0,3 11-10 16,-2 9 2-16,2 6 0 0,-1 7-8 0,-1 0-2 15,0-1 0-15,3-2 0 0,-2-5-4 0,2-8-1 16,3-5 0-16,3-10 0 0,1-5 14 0,1-7 9 16,1-5-12-16,3-6 12 0,0-2 0 0,0-6 9 15,1-4 1-15,-4-4 0 0,-1-1-2 0,-1-8 0 16,1-1 0-16,0-5 0 0,-4-2 1 0,2-5 0 0,0-3 0 0,-2-1 0 16,2-5-9-16,-2-3-12 0,-1-5 2 0,0-2 1 15,-1 4-13-15,0-2-2 0,-1-1-1 0,-2-1 0 16,1-1 0-16,-2 2 0 0,0-5 0 0,-1 2 0 15,0 3 16-15,0 3 9 0,0 3-10 0,0 5 10 16,-2 3 0-16,2 4 0 0,0 3 0 0,-2 4 10 16,0 4 7-16,0 0 2 0,-1 4 0 0,1 1 0 15,-1 2-7-15,0 1-2 0,-1 3 0 0,0 3 0 16,1 3-10-16,0 5 0 0,1 4 0 0,4 7-11 16,0 9-3-16,0 5-1 0,3 7 0 0,1 6 0 15,1 4 7-15,2 1 8 0,1-3-13 0,3-4 5 0,0-5 8 16,2-5 0-16,3-2-9 0,1-9 9 15,1-4 0-15,-2-4 0 0,-2-3 0 0,-1-7 0 0,2-2 16 0,-3-6 4 16,-3-3 0-16,-1 0 1 0,-2-5 19 0,1-3 4 16,-2 0 1-16,-2-6 0 0,-1-1-11 0,-2 0-2 15,-1-1-1-15,-1-3 0 0,-1-3-20 0,-2-1-11 16,0-2 12-16,-2-4-12 0,1 1 0 0,-2-6-9 16,-1-2-1-16,1-1 0 0,-1 0-10 0,1-1-1 15,-2 0-1-15,1 7 0 0,0 2-6 0,0 7 0 16,-1 4-1-16,1 4 0 15,-3 4-81-15,1 4-16 0,1 6-3 0</inkml:trace>
  <inkml:trace contextRef="#ctx0" brushRef="#br0" timeOffset="-172360.7">30445 12496 921 0,'5'2'82'0,"-2"-2"-66"0,-2 0-16 0,1 0 0 16,-2 0 216-16,0 0 40 0,-1-2 8 0,1 2 2 15,0-4-146-15,0 1-30 0,-2-3-6 0,2 6 0 16,0 0-36-16,-13-16-6 0,9 10-2 0,0 2 0 16,0-1-25-16,0 4-6 0,-1 1-1 0,1 0 0 15,1 4 8-15,-1 4 2 0,2 2 0 0,-1 6 0 16,1 3-8-16,-1 3-2 0,1 3 0 0,0 1 0 15,0 5-8-15,1-1 0 0,-2 3 9 0,1 3-9 0,-2-2 0 16,0 1 0-16,1 6 0 0,-1-7 0 0,0 1 0 16,3 0 0-16,1-2 0 0,2-2 0 0,6-3 0 15,1-3 0-15,3-3 0 0,2-5-8 0,3-4-4 0,1-2 0 16,3-5 0-16,3-2 0 0,1-4 12 0,1-4 0 16,1 0 0-16,0-4 0 0,1-2 0 0,0-2 0 15,-1-4 0-15,0-3 0 0,0-3 13 0,2-3-1 16,-5-1-1-16,-3-2 0 0,-2 1 11 0,-5 1 2 15,-3-3 1-15,-4 1 0 0,-3-1-11 0,-3 1-2 16,-3 2-1-16,-6-1 0 0,-2 3-11 0,-5-3 8 16,-3 2-8-16,-3 5 8 0,0 4-8 0,-1 4 8 15,-2 3-8-15,3 6 8 0,3 5-8 0,0 1-11 16,2 4 3-16,1-1 0 0,3 7-6 0,1-1-1 16,2 2 0-16,2 0 0 0,2-1 6 0,1 0 1 0,4 0 0 0,1 0 0 15,2-2 8-15,2 2-12 0,1 0 12 0,1 0-12 16,2 3 12-16,2 0 0 0,0-1 0 0,2 1 0 15,0 0 0-15,3 0 0 0,2-1 0 0,0-2 0 16,4 0 0-16,1-3 0 0,0 0 0 0,-2-2 0 16,-1-2 0-16,0-2 0 0,0 0 0 0,-4-2 0 15,-2-2-36-15,-1 0-1 0,-2 0-1 0,-4-2-670 16,1-2-133-16</inkml:trace>
  <inkml:trace contextRef="#ctx0" brushRef="#br0" timeOffset="-171229.69">30705 11882 1342 0,'2'-3'60'0,"0"0"12"0,0 1-58 0,-1 0-14 0,0 0 0 0,1-2 0 15,0 1 100-15,-1 0 16 0,3-3 4 0,0-4 1 16,1 0-64-16,-2 1-13 0,1 0-2 0,-1 2-1 16,-2 2 0-16,0 2 0 0,-1 1 0 0,0 0 0 0,-1 2 23 0,1 2 4 15,-1 2 0-15,-1 0 1 0,2 5-22 0,-1 0-5 16,0 7-1-16,-2 3 0 0,1 1-31 0,0 1-10 16,0 1 0-16,1 0 0 0,1 1 0 0,0-4 0 15,3-3 0-15,-2-3 0 0,1-2 0 0,1-1 0 16,2-4-10-16,-2-2 10 0,0-4-10 0,-1 0 10 15,1 0-13-15,-1-3 5 0,0 0 8 0,-1-1 0 16,-2-2 8-16,1-4-8 0,-2 1 0 0,0-4 8 16,-2 0-8-16,0-3 0 0,1 1-36 0,-2-1-12 15,1 1-3-15,-1 2 0 16,1-2-21-16,1 1-4 0,-1-2 0 0,0 1-1 0,2 3 47 0,-2 1 10 16,2-1 1-16,-1 2 1 0,2 3 18 0,0 2 9 15,-1 4-1-15,1-1 0 0,0-2 26 0,0 2 5 16,1 2 1-16,0 0 0 0,-2 2 4 0,2-1 0 0,2 2 1 15,-1 3 0-15,0 1-11 0,2 5-2 0,-1 4-1 0,1 2 0 16,0 4-7-16,1 2-2 0,-2 3 0 0,0 3 0 16,0 3-3-16,-1-1-1 0,1-1 0 0,-4-1 0 15,2-3-18-15,-2-3 10 0,1 0-10 0,-3-5 8 16,-1 3-56-16,-2-3-12 0,-2 3-3 0</inkml:trace>
  <inkml:trace contextRef="#ctx0" brushRef="#br0" timeOffset="-170345.2">28960 13690 1094 0,'1'1'97'0,"-1"2"-77"0,0-3-20 0,2 0 0 0,-1 2 183 0,-1-2 33 16,1 2 6-16,1 0 2 0,3 1-121 0,2 0-24 15,2 3-5-15,4-2-1 0,0-1-49 0,5-3-9 16,2-3-3-16,2-3 0 0,3 0-12 0,3-2 11 15,3-3-11-15,2 0 10 0,3 0-10 0,1 0 8 16,0 0-8-16,0 1 8 0,1 2 0 0,-3 0 0 16,2 2 0-16,-1-1 0 0,1 4 23 0,1-1 4 15,-1 1 1-15,1 3 0 0,-2 0-8 0,2-2 0 16,4 2-1-16,0 0 0 0,0 0-27 0,-1 0 0 16,2 0 8-16,1-1-8 0,1-2 0 0,1 0 0 15,0-2 0-15,1 1 0 0,0-3 0 0,0-2 0 16,-1-1 0-16,-1 1 0 0,-3 2 0 0,-1-2 0 0,0 1 0 15,-3 0 0-15,-1 2 16 0,1 0 2 0,-1 3 0 0,-3 2 0 16,-2 1 14-16,-3 0 4 0,-1 0 0 0,-2 1 0 16,-3 2-15-16,-1 1-2 0,1 0-1 0,-2 0 0 15,0 2-18-15,-3 1 0 0,-2-1 8 0,-1-3-8 16,-2 4 0-16,0-1 0 0,1-4 0 0,-1 2 0 16,0 0 0-16,1-2 0 0,1-2 0 0,1 0 0 15,0 1 0-15,1-2 0 0,1 1 12 0,-1 0-12 16,1 0 28-16,0 0 0 0,-2 0-1 0,-1-2 0 15,-1 2-10-15,-2 2-1 0,-3-2-1 0,-1 0 0 16,-1 1 8-16,-2-1 1 0,-1 3 1 0,-3-1 0 16,0 0-25-16,1 0 0 0,-2 1 0 0,-2-3 0 15,1 1 0-15,-2 1 0 0,-1 2-14 0,-2-2 5 16,-3-2-95-16,-1 2-20 0,-4 0-3 0,-2-4-1074 16</inkml:trace>
  <inkml:trace contextRef="#ctx0" brushRef="#br0" timeOffset="-168646.25">29941 13605 979 0,'2'-6'87'0,"-1"-1"-70"16,1 7-17-16,-1 0 0 0,-1 0 223 0,1 0 41 15,0-2 8-15,2-2 1 0,0-2-150 0,1 2-31 16,0 2-5-16,-2-2-2 0,-2 2-45 0,2 1-10 15,-2 1-2-15,0-3 0 0,0 3-19 0,0 3-9 16,0-6 8-16,0 3-8 0,0 0 8 0,-2 0-8 0,2-2 0 16,0 2 8-16,0 0 4 0,0 0 0 0,0 0 0 0,0 0 0 15,0 0 0-15,0 0 0 0,0 0 0 0,-21 2 0 16,14-2-12-16,-4 6 0 0,-4 0 9 0,-2 4-9 16,-4 3 0-16,-3 3-8 0,-1 0 0 0,1 5 0 15,-2-1-10-15,3-1-2 0,2-1 0 0,4-2 0 16,2-3 2-16,4-4 0 0,4-2 0 0,3-2 0 15,3-1 18-15,1-1-12 0,1-2 12 0,1-1-10 16,1 2 10-16,2 0 0 0,1 0 10 0,1 4-10 16,3-3 15-16,2 3-3 0,1 0-1 0,2 1 0 15,4 2-11-15,-1 1 0 0,2-3 9 0,0 2-9 16,-1 0 0-16,2-2 0 0,0 2 0 0,2-5-12 16,0 2 0-16,2-4-1 0,1-2 0 0,0 0 0 0,0-2 13 15,1-2-12-15,-1 2 12 0,-3-2-12 0,1-2 12 0,-3 1 13 16,-2 1-2-16,-3 0-1 0,-2 1 22 0,-2-2 5 15,-4 3 1-15,-2 0 0 0,-2-1 5 0,-1 2 1 16,-2-1 0-16,-2 1 0 0,1-1 3 0,-2 1 1 16,0-1 0-16,-1 0 0 0,1 0-19 0,-2-4-3 15,1 2-1-15,-2-1 0 0,-2-2-16 0,0-2-9 16,0-1 10-16,-2 0-10 0,2-2 0 0,-1-2 0 16,1 3 0-16,-1 1 0 0,1-3 0 0,-1 1 0 15,1 3 0-15,-2 1 0 0,-1-1 0 0,1 1 0 16,-3 3 0-16,-1 0 0 0,-2 1-13 0,-2 2 1 15,-4 2 0-15,-2 2 0 0,-3 1-21 0,-3 3-4 16,-5 1-1-16,-3 2-784 16,-2-2-157-16</inkml:trace>
  <inkml:trace contextRef="#ctx0" brushRef="#br0" timeOffset="-166629.6">30479 11409 1530 0,'-12'-4'68'0,"4"0"13"0,2 2-65 0,2-1-16 16,3 2 0-16,-1-1 0 0,0-2 92 0,-2 0 14 16,-1-2 3-16,-2-6 1 0,-2-1-43 0,1 1-9 0,0-2-2 15,1 2 0-15,0 3-13 0,0-1-3 0,1 2-1 0,-2 2 0 16,0 2-5-16,-2 0-1 0,-1 0 0 0,-4-1 0 15,-1 4-16-15,-5 1-3 0,-4 0-1 0,-1 0 0 16,-4 4-13-16,-2 0 0 0,-1 2 0 0,-4-2 0 16,-3 4-8-16,-2 1 8 0,1-2 0 0,-1 2 0 15,-3-2 0-15,-2 2 0 0,-3-5 0 0,1-2 0 16,2-1 0-16,-2-1 0 0,3-1 0 0,1 1 0 16,0-2 0-16,1-2 0 0,-1 4 0 0,0-2 0 15,-2 2 0-15,0 0 0 0,1-2 0 0,3 2 0 16,2 0-8-16,4-2-2 0,3 2 0 0,1 2 0 15,3-2-1-15,1 2 0 0,3 0 0 0,2 2 0 16,2-4 11-16,0 2 0 0,-1-1-9 0,0-1 9 0,1 0 0 16,-1-1 0-16,2 1 0 0,-1 0 8 0,0 0 2 0,0-2 0 15,1 2 0-15,2 0 0 0,-1 0-10 0,3 0 10 16,1 2-10-16,0-1 10 0,3 4-10 0,0 2 0 16,2 0 0-16,1 3 0 0,2 5 0 0,1 1 0 15,2 2-10-15,1 7 10 0,3 5-9 0,1 1 9 16,1 7-8-16,2-1 8 0,0 5 0 0,1-5 0 15,2 2 0-15,-1-1 0 0,2-1 0 0,-1 5 0 16,0-1 0-16,1 6 8 0,2 5 1 0,1 7 1 16,1 4 0-16,0 4 0 0,1 5-2 0,3 7 0 15,1 12 0-15,2 5 0 0,0 7-8 0,3 3 0 16,5 4 0-16,-1-3 0 0,1 1 0 0,0-11 0 16,1-4-12-16,-1-11 12 0,-1-9-10 0,-2-10 10 15,-2-6 0-15,-1-7-9 0,0-3 9 0,-2-6 0 0,-1-1 0 0,-3-3 8 16,-1-6-8-16,-2-3 8 0,-4 1-8 0,-2-6 8 15,-1 2-8-15,-3-7 0 0,-1-1 0 0,0-5 8 32,0-6-81-32,1-2-16 0,-1-4-3 0,2-9-1 15,1-2-79-15,2-11-15 0</inkml:trace>
  <inkml:trace contextRef="#ctx0" brushRef="#br0" timeOffset="-165478.83">29330 11328 1497 0,'-8'0'133'0,"2"0"-106"0,4 2-27 0,2-2 0 0,2 2 129 0,-2-2 21 16,0 1 4-16,-1 2 1 0,1 0-126 0,0 2-29 16,2-1 0-16,2-4 0 0,0 3 0 0,2-3 0 15,3-3 0-15,2-1 0 0,1-4 0 0,2 0 9 16,2 0-9-16,0-5 10 0,1 3 3 0,-1 0 1 16,2 2 0-16,-1 0 0 0,1 2 15 0,2 0 3 15,1 4 1-15,3 2 0 0,2 0-18 0,2 2-4 0,6 2-1 16,-1 2 0-16,3 0-10 0,1-2 0 0,0 2 0 0,-1-4 0 15,1-2 0-15,3 0 0 0,2-2 0 0,1-4 0 16,1 2 12-16,1 0 4 0,2-2 1 0,0 1 0 16,0-1 11-16,-1 0 3 0,-2 1 0 0,-2 0 0 15,0 1-16-15,0 1-3 0,2 0-1 0,-4 3 0 16,1 3-11-16,-3 0 0 0,1 3 0 0,-1 4 0 16,0-1 0-16,1-2-12 0,-1 2 4 0,-1 1 8 15,-2-4-18-15,-2 0 4 0,1 1 1 0,-1-4 0 16,-1 0 13-16,-1-2 0 0,-2 1-10 0,-1-2 10 15,-1-2 0-15,0 2 8 0,-2 0 0 0,0-1 0 16,-3 1 12-16,-1 0 3 0,0 0 0 0,-2 0 0 0,-1 0-12 16,-2 0-3-16,-2 0 0 0,-1 0 0 0,-1 0-8 0,-2 1 0 15,-1-1 0-15,-1 0-11 0,-1 2 11 0,-2-2-12 16,0 3 12-16,-1-2-12 0,-2 2 12 0,1-1 0 16,-1 2 0-16,1-2-8 0,-1 2 8 0,-1 2 0 15,1 0 0-15,0 1 0 0,-1 2 0 0,1 1 0 16,-1-1 8-16,-1 2-8 0,0 1 8 0,0 3-8 15,0-2 8-15,0 3-8 0,0 0 0 0,0 2 0 16,1 1 0-16,-1 3 8 0,3-2-8 0,-2 5 0 16,3 1 0-16,-1 2 0 0,1 3 0 0,0 1 0 15,-1 3 0-15,1 3 0 0,0-1 0 0,-2 4 0 16,1 4 0-16,-1 5 0 0,1 5 0 0,-2 2 0 16,1 2 0-16,1 2 0 0,1 2 0 0,-1 1 0 15,2 4 0-15,3 5 0 0,-1 2 0 0,3-1 0 0,1 2 0 16,0-4 0-16,3-4-9 0,-2 0 9 0,1 0-10 0,0-5 10 15,-2-6-11-15,2-4 11 0,-1 4-12 0,2-7 12 16,-3-3-9-16,-1 2 9 0,0 0 0 0,-4 2-9 16,0 2 9-16,-1-1 0 0,-3 1 0 0,-2-2 0 15,0-1 0-15,-2-3 0 0,-1-2 0 16,2 2 8-16,-1-3-8 0,0-3 0 0,2-2 0 0,0-5-8 16,0 1-20-16,-1-1-3 0,1-5-1 0,0-3 0 15,-1-4 14-15,0-3 2 0,-1-1 1 0,2-5 0 16,-2-3 15-16,1-4 0 0,-2 0 0 0,1-2 0 15,-2-2 16-15,0-1-1 0,-2 2 0 0,0-3 0 16,0 0-3-16,-3-3-1 0,2 1 0 0,-3-3 0 16,1 0-11-16,2-2 0 0,-1-2 9 0,0-1-9 15,-2-5 0-15,0 2 0 0,-1-4 0 0,-2-1 0 0,1-2 0 0,-3 2 11 16,0-3-1-16,-2 3 0 0,1 0 11 0,-4 3 3 16,0 1 0-16,-4 2 0 0,-2 0-12 0,-3 2-3 15,-3 1 0-15,-2 3 0 0,-4 0-9 0,-4 1 0 16,-2 2 0-16,-6-1 8 0,0 4-8 0,-2 0 0 15,-1 2 0-15,-2 0 0 0,2-4 0 0,4 0 0 16,4-4 0-16,1-2 0 0,2-5 11 0,-1 1-3 16,4 1-8-16,1-4 12 0,0 5 0 0,1-2 0 15,-1 3 0-15,0 2 0 0,1 3 10 0,1-2 2 16,0 3 0-16,1 1 0 0,3 1 1 0,-1 1 1 16,-1 0 0-16,1 1 0 0,1 4-14 0,-2-2-4 15,1 5 0-15,-2 3 0 0,2-1-8 0,-2 2 0 16,1 1 0-16,-2 3 0 0,1-4-11 0,1-2-1 0,3-4 0 15,1-6 0-15,4-4-18 0,1-2-4 0,2-2-1 0,1-7 0 16,1-1 11-16,1-4 1 0,1-1 1 0,2-1 0 16,0-1-3-16,2 0-1 0,4 1 0 0,1-3 0 15,2 6-16-15,2-1-3 0,1 2-1 0,0 2-666 16,3 0-132-16</inkml:trace>
  <inkml:trace contextRef="#ctx0" brushRef="#br0" timeOffset="-163062.89">28384 11367 115 0,'1'-5'10'0,"0"3"-10"0,1 0 0 0,-2 2 0 16,0-1 287-16,0-1 55 0,1 1 11 0,0-5 3 15,0 2-187-15,-1-1-37 0,1 2-7 0,-1-1-1 16,-1 0-51-16,1 2-9 0,-1-1-3 0,0 0 0 16,0 0-61-16,-1-1 0 0,1 1-14 0,0-3 2 15,1-1-8-15,-1-3-3 0,2 2 0 0,-1-2 0 16,2 0 23-16,0-2-9 0,-1 2 9 0,0 1 0 15,1-1 8-15,-2 0 8 0,0 2 1 0,0 2 1 16,-2 2 22-16,1-2 5 0,-2-1 1 0,1 4 0 16,-2 0-7-16,-2 0-2 0,1 0 0 0,-2 3 0 15,0-4-26-15,0 1-11 0,0 0 8 0,-1-1-8 16,2 2 0-16,-2-2 0 0,2 2 0 0,-1-4 0 16,1-1 0-16,0 0 0 0,-2 1 0 0,2-3 0 0,-1 2 9 0,0-2-9 15,-1 0 10-15,-1 2-10 0,2-2 15 0,-2-1-3 16,-2 1-1-16,0-1 0 0,0 4 4 0,-1-3 1 15,0 1 0-15,-2 2 0 0,2 0-16 0,0 0 0 16,-3-3 0-16,1-1 0 0,1 0 0 0,-1 1 0 16,0-4 0-16,1 1 0 0,-2-1 0 0,-1 0 0 15,1 0 0-15,0 1 0 0,0 2 0 0,-2-5 0 16,-1 2 0-16,-1 0 0 0,-1 1 8 0,-1 0-8 16,-2 2 0-16,-3-3 9 0,0-1-9 0,-3 2 10 15,0 0-10-15,-3 0 10 0,-1 2-10 0,0 1 0 16,2 2 0-16,-1-2 0 0,0 0 0 0,2 2-12 15,3 1 2-15,0-3 1 0,-1 2 0 0,1-3 0 16,-1 1 0-16,-2-1 0 0,-1 0 9 0,-1 2 0 0,0-5 0 0,-3 4 0 16,1 0 12-16,-2-1-1 0,1 3-1 0,-1-5 0 15,-1 1-2-15,-1 0-8 0,0 1 12 0,-1 3-4 16,-2-2-8-16,-2 1 0 0,-1 0 0 0,-2-1 0 16,-1 2 0-16,1-4 0 0,4 0 0 0,1-2-11 15,1 4 11-15,0-4 0 0,2 1 0 0,1-1-8 16,1 1 8-16,0-2 0 0,-1 2 0 0,-2-3 0 15,1 3 0-15,-2 1 0 0,3-4 0 0,-1 3 8 16,0 2-8-16,-2 0 0 0,-1 0 0 0,1 4 8 16,-1-3-8-16,0 2 0 0,-1 0 0 0,0 1 0 15,0-2-13-15,0-1 2 0,1 2 1 0,0-2 0 16,2 1-1-16,-1-1 0 0,2-3 0 0,-1 1 0 0,2-1 11 0,-1 0 0 16,0-1 0-16,-3 1-8 0,0-2 8 0,-1 2 0 15,-3-1 0-15,5 1 0 0,1 2 10 0,-2-2-2 16,-1-1-8-16,0 4 12 0,2-1-12 0,-1 1 0 15,1 2 0-15,-1-2 0 0,-2 3 0 0,0 0 0 16,-3-2 0-16,0 0 0 0,-1-2 0 0,2 0 0 16,-1-1 0-16,1-1 0 0,4 6 0 0,-1-2 0 15,2 1-8-15,-2 1 8 0,-4 0 0 0,-1-1 0 16,0-2 0-16,1-3 0 0,2 2 0 0,-1 1-8 16,3 2 8-16,0 1 0 0,0-1-14 0,-3 1 4 15,2 2 1-15,-3-2 0 0,2 0 9 0,-4 0 0 16,2 0 0-16,-2-2-8 0,-1 2 8 0,1 1 0 15,1 1 0-15,-1 1 0 0,0 0 0 0,-3 1 0 16,0 1 0-16,-2-2 0 0,0 1 0 0,1 0 0 0,1-1 0 0,2-4 0 16,1 3 8-16,2 0-8 0,3 0 8 0,-2-2-8 15,1 2 0-15,-2-2 0 0,-1-3 0 0,2 2 0 16,1-5 0-16,1 3-10 0,1-1 10 0,1 0 0 16,1 1-10-16,1 2 10 0,0 1-8 0,0-3 8 15,-2 3 0-15,-2 0 0 0,-2 2 0 0,-1-2 0 16,1 2 0-16,0 2 0 0,1-2 0 0,-2-1 0 15,0 1 0-15,-1 1 0 0,0-1 0 0,-1-2 0 16,2 0 0-16,2-1 0 0,2 1 0 0,1 0 0 16,-1-3 0-16,1 2 0 0,1 1 0 0,2 0 0 15,2-1 0-15,0 4-10 0,-1-2 10 0,0 0 0 16,0 2-10-16,-3-3 10 0,1 3-8 0,2-4 8 0,2 2 0 16,1 0 0-16,-1 3 0 0,2-2 0 15,2-1 0-15,0 2 0 0,-3-1 0 0,1 4 0 0,1-3 0 0,-4 2 0 16,0 0 10-16,-2 1-10 0,-2-1 10 0,-1 1-10 15,2 0 10-15,-1 0-10 0,1 0 0 0,-1 1 0 16,2 1 0-16,1 1 0 0,2 1 0 0,3-4 0 16,1 2 0-16,0-1 0 0,1-1 0 0,-1 0 0 15,3-1 0-15,-2-1 0 0,2-1 0 0,-1-1-8 16,1 3 8-16,1 0 0 0,0 1 0 0,-2 1 0 16,3 0 0-16,-2 2 0 0,-2 1 0 0,-1 2 0 15,-1 0 0-15,-1 1 0 0,-2 2 0 0,-1 1 0 16,0 0 0-16,0-2 0 0,5 1 0 0,1-1 0 15,0 0 0-15,1 0 0 0,2 0 0 0,0-2 0 16,2 2 0-16,1-2 0 0,0 0 0 0,1-1 0 16,-2 3 0-16,-1-5 0 0,1 4 0 0,-2-3 0 0,0 3 0 0,-2-4 0 15,1 5 0-15,-2 0 0 0,1 1 0 0,-2-2 0 16,1 2 8-16,1 1-8 0,1 0 0 16,0-1 0-16,-1-2 8 0,2 2-8 0,2 1 0 0,-1-2 0 15,3 2 0-15,-1 0 0 0,2-1 0 0,-1 1 0 16,-1-1 0-16,2 0 0 0,0 1 0 0,-2-3 0 15,3 5 0-15,1-6 0 0,0 1 0 0,-1-1 0 16,3 3 0-16,-2-3 0 0,4 2 0 0,-1-2 0 16,-1 2 0-16,4-1 0 0,-1 3 0 0,1-4 0 15,0 4 0-15,1-4 0 0,1 6 0 0,-2-2 0 16,3 0 0-16,-3 0 0 0,1 2 0 0,-2 3 0 16,0 1 0-16,-1 0 0 0,0 3 0 0,0-2 0 0,-3 4 0 15,2-1 0-15,0 1 0 0,0-5 0 0,3 0 0 0,1-4 0 16,3 1 0-16,0-3 0 0,2 0 0 0,-1-2 0 15,2 2 0-15,-2-4 0 0,2 0 0 0,-1 1 0 16,0 0 0-16,-5 2 0 0,3-2 0 0,-2 2 0 16,1 1 0-16,-3 2 0 0,2 0 0 0,-3 1 0 15,0 3 0-15,-2 0 0 0,0 4 0 0,-3 1 0 16,-2 3 0-16,-1 0 0 0,1 4 0 0,0 0 0 16,1-5 0-16,1 2 0 0,3 0 0 0,-1-3 0 15,5-4 0-15,-1-4 0 0,3-2 0 0,0 1 0 16,2-3 0-16,-1-2 0 0,0 2 0 0,1-4 0 15,-1 4 0-15,0-4 0 0,0 3 0 0,0 1 8 16,0-3-8-16,-1 4 0 0,0 3 0 0,-3-2 0 16,-1 2 0-16,1 1 0 0,1-3 0 0,-2 2 0 0,0 4 0 0,1-1 0 15,0 1 0-15,0-2 8 0,2 0-8 0,1-1 0 16,2-3 0-16,2 0 0 0,1-1 0 0,1-1 0 16,1-1 0-16,0-2 0 0,1 1 0 0,0 2 0 15,-2-4 8-15,3 4-8 0,-1-2 0 0,0 0 0 16,-1 1 0-16,0 1 0 0,0-4 0 0,1 4 0 15,-2-3 0-15,0 2 0 0,0 0 0 0,0-3 0 16,0 0 12-16,1 1-4 0,-1 0-8 0,2-4 12 16,-1 2-12-16,0-1 8 0,-1-2-8 0,0 2 0 15,0-3 0-15,0 2 8 0,2-1-8 0,-1-2 0 16,0 2 0-16,-1 0 8 0,0-2-8 0,-1 3 0 16,1-3 0-16,-1 0 0 0,0 0 0 0,0 1 0 15,0 1 0-15,-1-2-8 0,1 0 8 0,1 0 0 16,1 0-90-16,1 0-11 0</inkml:trace>
  <inkml:trace contextRef="#ctx0" brushRef="#br0" timeOffset="-160879.89">17819 10836 288 0,'0'3'25'0,"0"-3"-25"0,0 0 0 0,0 0 0 0,0 0 292 16,0 0 52-16,0 0 12 0,0 0 1 0,0 0-220 0,0 0-44 16,0-3-9-16,0 3-1 0,0 0-27 0,0 0-6 15,0 0-1-15,-19 15 0 0,9-8-17 0,-3 2-4 16,-5 3-1-16,-1 0 0 0,-5 5-27 0,-2-1 8 16,-5 4-8-16,-2 2 0 0,4-1 0 0,-3 5 0 15,-6 2 0-15,-2 5 0 0,2 0 0 0,-2 0 0 16,2 2 0-16,2 0 0 0,3-1 0 0,1 1 0 15,3-1 0-15,1-1 0 0,1 1 8 0,-1 3-8 16,1-2 8-16,0 3-8 0,-1 1 0 0,2-1 0 16,0-1 0-16,0 1 0 0,-2 1 0 0,0 0 0 15,0 0 0-15,-2 3 0 0,0 5 0 0,-1 1 0 16,2 1 0-16,-2 2 0 0,3-4 0 0,3-2 0 16,2-5 0-16,5-5 0 0,3-7 0 0,5-5 0 0,5-10 0 15,3-4 0-15,4-5-11 0,2-4-4 0,2-4-1 0,3-2 0 16,2-4-31-16,-1-2-6 0,1-1-2 0,-1-3 0 15,1 0 17-15,0-3 3 0,-1-2 1 0,-3 4 0 16,1-1-14-16,-1 1-2 0,-1-1-1 0,-2 2-447 16,0 1-90-16</inkml:trace>
  <inkml:trace contextRef="#ctx0" brushRef="#br0" timeOffset="-160546.48">16716 11785 1670 0,'-15'6'148'0,"4"0"-118"0,6 0-30 0,4-5 0 0,1 4 103 0,-2 2 14 16,-4 2 3-16,-5 7 1 0,0 6-97 0,0 3-24 16,2 0 0-16,3 1 0 0,1-1 0 0,1-2 0 15,1 2 0-15,-1 1 0 0,1-1 0 0,2-3 0 16,1 0 0-16,1-3 0 0,1-1 14 0,0-5-2 15,2-3-1-15,-3-4 0 0,0-2 12 0,0-2 2 16,3-1 1-16,-1-1 0 0,0-1-5 0,0 1-1 16,-1-2 0-16,1-1 0 0,1 2-9 0,-1-2-3 15,2 0 0-15,0-1 0 0,4 2 4 0,1-5 0 16,2 4 0-16,3-2 0 0,3 0-1 0,5-1 0 16,0-3 0-16,7-1 0 0,1 0-11 0,2-1 12 15,2 0-12-15,-1-2 12 0,3 1-12 0,1 0 0 0,-1-1 0 0,1 3 0 31,0 1-136-31,7-4-30 0</inkml:trace>
  <inkml:trace contextRef="#ctx0" brushRef="#br0" timeOffset="-158346.22">29614 15483 1760 0,'-1'0'78'0,"0"0"16"16,1 0-75-16,-2 0-19 0,2 0 0 0,0 0 0 0,0 3 112 0,-1-3 20 15,0 3 3-15,-1 0 1 0,-2 3-82 0,0 2-16 16,-1 0-3-16,-1 5-1 0,0 0-34 0,0 2-9 15,-1 1-1-15,1 0 0 0,1 3 0 0,0-3 0 16,-1 2 0-16,2 0 0 0,2 0 10 0,1-2 0 16,0 5 0-16,1-1 0 0,1 1 0 0,-1 1 9 15,1 4-1-15,0 5-8 0,0 4 20 0,2 3-4 16,-2 1 0-16,-1 3 0 0,0 3-16 0,-1 1 10 16,0 1-10-16,1 3 8 0,0 1-8 0,1 9 0 15,0 3-10-15,4 6 10 0,1 4-26 0,4 3 1 16,1-6 0-16,3 0 0 0,2 2 5 0,3-3 2 15,0 2 0-15,0-3 0 0,1-4 18 0,-2-1-12 0,1-3 12 16,-1-3-10-16,2-3 10 0,-3-3 0 0,-2-1 0 0,-4-3 8 16,-2-2 0-16,-3-2 0 0,0-1 0 0,-2-1 0 15,-1-3 0-15,-1-1 1 0,-1 2 0 0,2-3 0 16,-1-3-9-16,1-3 0 0,3-3 0 0,0-7 0 16,1-2 0-16,1-5 0 0,1-3 0 0,-1-4 0 15,5 0 0-15,-2-6 0 0,1 1 0 0,0-2 0 16,2-2 0-16,1 0 8 0,1-3-8 0,1-1 0 15,2 1 13-15,-2-3-2 0,2 2-1 0,-4 3 0 16,1-1 6-16,-3 2 0 0,1 0 1 0,-1 2 0 16,0 1-1-16,0 0 0 0,0 1 0 0,0 2 0 15,3-1-16-15,3 2 0 0,1 2 8 0,1-2-8 16,2 1 0-16,2 0 0 0,-2 0 0 0,3-2 0 0,2 0 0 16,1-2 0-16,6 2 0 0,0-1 0 0,0-2 0 0,4-2 0 15,-1-2 0-15,2 1 0 0,-2 0 0 0,2 0 0 16,2 1 8-16,0 0-8 0,-4 0 0 0,2 1 8 15,-3 2-8-15,0-1 0 0,-1 2 0 0,-3-2 0 16,0 2 0-16,-3 0 0 0,0 1 0 0,-4-3-11 16,-2 0 2-16,0-3 0 0,-2 3 1 0,0-4 0 15,-2 1 0-15,0 0 0 0,0-3 8 0,-2 0 0 16,0 0 0-16,-2-3 0 0,-1 2 0 0,1-6 11 16,0 0-3-16,-1-2 0 0,-1-4-8 0,0-1 0 15,-2-2 9-15,-2-3-9 0,0 0 0 0,-2-6-12 16,-2-5 2-16,-1-4 0 0,-3-1-10 0,-2-4-3 15,-1-6 0-15,0-2 0 0,-2-4 6 0,-2-4 1 16,4 2 0-16,0-12 0 0,2 0 16 0,3-11 8 0,2-1-8 16,1-6 12-16,4 0 1 0,3-5 0 0,2-4 0 0,1 1 0 15,2 2-13-15,1 6 0 16,1 7 8-16,-4 5-8 0,-1 2 11 0,-2 6-1 0,-3 3 0 0,-2 10 0 16,-3 9 17-16,-1 4 3 0,-2 7 1 0,-3 3 0 15,-2 3-2-15,-3 5 0 0,-1 6 0 0,-3-2 0 16,2 2 23-16,-3-1 5 0,-1 2 1 0,-2-2 0 15,1-1-30-15,-2 1-7 0,2-2-1 0,1 0 0 16,-1-1-20-16,-1 1 0 0,1-3 0 0,-1 3 8 16,2 0-19-16,0 1-3 0,3 4-1 0,0-2 0 15,2 3-5-15,0 4 0 0,1-1-1 0,1 1 0 16,-1 2 1-16,0 0 1 0,2 1 0 0,-1 2 0 16,1 5 19-16,-2-2-12 0,2 1 12 0,-4 0-10 0,0 3 18 0,-2-3 4 15,0 3 1-15,-5 3 0 0,-2-3 11 0,-3 1 3 16,-2 1 0-16,-3 2 0 0,-6-1 3 0,-1-1 1 15,-1-1 0-15,-4-1 0 0,-5-1 2 0,-2-1 1 16,-4-7 0-16,-5-2 0 0,-2-2-18 0,-7-1-4 16,-5-3-1-16,-7-1 0 0,-3 2-11 0,-6 0 0 15,-4 3 0-15,-10 5 0 0,-7 4-12 0,-10 9-8 16,-3 9-2-16,-13 10 0 16,-8 11-114-16,-4 9-22 0,-3 17-5 0</inkml:trace>
  <inkml:trace contextRef="#ctx0" brushRef="#br0" timeOffset="-155262.65">7270 13915 1267 0,'0'-3'56'0,"0"-2"12"0,2 1-55 0,1 0-13 15,0-2 0-15,1 2 0 0,1-4 27 0,2-2 2 16,5-9 1-16,-1-3 0 0,4 0-30 0,-4-3 0 16,-4 8 0-16,-3-2-10 0,-2 7 10 0,-3-1 0 15,-1 5 8-15,-5 0-8 0,0 5 61 0,-2-2 8 16,-2 3 2-16,-1 0 0 0,-2 2 21 0,1 0 5 15,-3 0 1-15,-1 0 0 0,1 2-16 0,-1-2-3 16,0 4-1-16,-3-4 0 0,0 3-27 0,-1-2-6 16,0 4-1-16,-2 0 0 0,-5 1-28 0,1 3-5 15,0 3-2-15,0-2 0 0,2 2-9 0,2-2-11 16,-1 2 3-16,3 1 0 0,4-3 8 0,1-2-10 16,3 0 10-16,2-2-10 0,4 0 10 0,-1 0 0 0,1-2 0 0,0 1-8 15,-1-1 8-15,2-1 0 0,1 4 0 0,-1-4 0 16,1 2 0-16,0 1 0 0,-1 4 0 0,0 0 0 15,1 3 0-15,-2 5 0 0,4 2 0 0,-1 2 0 16,3 7 0-16,-2-1 0 0,3 3-9 0,1-1 9 16,2 3 0-16,-1-1 0 0,1 3 0 0,-1-3 0 15,1-4 0-15,-1 1 0 0,1-3 0 0,-2-1 0 16,0-1 0-16,2-4 0 0,-4-1 0 0,-1-3 0 16,1 0 0-16,-3 0 0 0,-1 1 0 0,-2 3 0 15,-3-2 0-15,-2 5 0 0,-3-1 0 0,-5 6 0 16,-2 7 0-16,-4 0-17 0,-1 3 2 0,-3 3 1 0,-1-3-44 15,3-1-9-15,2-2-1 0,5-5-1 0,5-6 10 16,-1-1 3-16,6-5 0 0,3-6 0 16,3-2 0-16,1-3 1 0,2-4 0 0,2 0 0 0,0-3-4 0,1 0-1 15,0-3 0-15,0 1 0 0,2 1 60 0,0-2 0 16,1 1 15-16,1 0-3 0,-5 2 32 0,0 0 6 16,20-3 2-16,-13 0 0 0,3 3-4 0,1 0 0 15,2 0 0-15,0 3 0 0,2-3-14 0,2 1-3 16,3 1-1-16,0 2 0 0,2 0-9 0,-1 1-1 15,-3-2-1-15,-2 0 0 0,0 3 0 0,1 1 0 16,2 3 0-16,-2 3 0 0,-1 5 0 0,0 1 0 16,-2 1 0-16,-2 4 0 0,-1 2-2 0,-2 5 0 15,-2 1 0-15,-2 3 0 0,-1-3 3 0,-2 5 0 16,-3 2 0-16,0-2 0 0,-2-3-4 0,2-2 0 16,0 1 0-16,1-2 0 0,2-3-5 0,2-5-2 15,1 1 0-15,-1-4 0 0,1-2-9 0,0 1 0 0,1 1 0 0,-1-2 0 16,2 1 0-16,-1 1 8 0,1-1-8 0,0 2 0 15,0-1 0-15,0 2 0 0,0 6 0 0,-2 0 0 16,1 0 0-16,-1 2 0 0,-1 4 8 0,-2-2-8 16,2 0 0-16,-1 0 0 0,-1 5 0 0,2-2 8 15,-1-4-8-15,1-3 0 0,1-2 0 0,1-4 0 16,-1 1 0-16,1-4 0 0,2 2 0 0,-2 4 0 16,-1-1 0-16,1 0 0 0,0 5 0 0,0-1 0 15,-1 7 0-15,0-1 8 0,0 1-8 0,-1 1 0 16,-2 1 0-16,1-2 0 0,-3 1 8 0,0 1-8 15,-1 0 0-15,-2 1 0 0,1 0 0 0,-2 1 0 16,2-1 0-16,-2-1 8 0,1 1-8 0,2-5 0 0,0-5 0 0,2-3 0 16,2-4 8-16,-1-1-8 0,1-2 0 15,3-4 0-15,-1 2 0 0,1-1 8 0,1-3-8 0,0 0 0 16,1 2 0-16,0 1 0 0,-2-2 0 0,0 0 0 16,-2-3 0-16,1 2 0 0,-2 0 0 0,0 1 0 15,-2-1 0-15,1 4 0 0,-2 0 0 0,0 0 0 16,-2 4 8-16,-2-1-8 0,1 2 0 0,-2-4 0 15,1 2 0-15,0-3 0 0,1-1 0 0,1-3-9 16,1-2 9-16,2-6-13 16,2-1-71-16,0 0-13 0,1-6-3 0,1-4-568 15,4-3-114-15</inkml:trace>
  <inkml:trace contextRef="#ctx0" brushRef="#br0" timeOffset="-147828.99">8217 13479 1998 0,'-4'2'88'0,"2"-2"19"0,-1 0-86 0,3 0-21 16,0 0 0-16,1 0 0 0,1 0 111 0,-1 0 17 16,3 0 4-16,-1 0 1 0,1 0-97 0,-4 0-20 15,0 0-4-15,0 0-1 0,22 1-11 0,-14 2 10 16,0 1-10-16,2 2 10 0,3 2-10 0,0 2 0 16,3 4 0-16,3 5 0 0,1 2 0 0,2 2 0 15,3 4 0-15,2 3 0 0,3 3 0 0,2-3 0 16,-3 5 0-16,0-4 0 0,-1-2 0 0,-1 5 0 15,-1-5 0-15,-2 2 0 0,-3-2 8 0,-1-1-8 0,2 0 0 0,-3 1 8 16,-1-1-8-16,-1-2 0 0,-1-1 0 0,-1-3 0 16,1 1 0-16,-2-2 0 0,-2-5 0 0,-2 0 0 15,1-4-16-15,-2-4-4 0,1 0-2 0,-4-7 0 32,0-1-45-32,-1-1-9 0,-1-5-1 0,0-4-1 15,-2-2-132-15,1-9-26 0</inkml:trace>
  <inkml:trace contextRef="#ctx0" brushRef="#br0" timeOffset="-147577.62">8949 13464 2505 0,'-9'5'111'0,"2"-4"23"0,1 4-107 16,2-1-27-16,1-2 0 0,3-2 0 0,-1 4 52 0,-4-3 6 15,0 8 1-15,-3-1 0 0,-1 9-59 0,-2-1 0 16,-1 3 0-16,-2 4 0 0,-3 1-24 0,-2 2 4 15,-1 2 0-15,-2 1 0 0,1 0-8 0,-2-1 0 16,-1 1-1-16,-1-2 0 0,-1-2 11 0,-1 0 2 16,0 1 1-16,-3-1 0 0,-1 0 15 0,2-3 0 15,-1 4 0-15,3-4 0 0,2 3 0 0,3-5 0 16,1 1 10-16,3-4-10 0,5-2 0 0,0-3 0 16,5 1-14-16,0-1 5 15,2 2-103-15,0 1-20 0,1 1-4 0,1 0-508 16,2 0-103-16</inkml:trace>
  <inkml:trace contextRef="#ctx0" brushRef="#br0" timeOffset="-145461.4">24878 4546 1760 0,'-11'-8'78'0,"5"3"16"0,2 1-75 0,2 1-19 0,0 0 0 0,1 1 0 16,1 1 30-16,0-6 2 0,-1-2 1 0,0-4 0 15,-2-2-33-15,1-2 0 0,-2 2 0 0,-1-1-12 16,0 4-15-16,-1-2-2 0,-3 2-1 0,1-1 0 16,0 1-12-16,1 2-2 0,1 1-1 0,-1 2 0 15,3-2 30-15,-1 2 7 0,2 1 8 0,1 0-13 16,0-1 35-16,1 2 7 0,1 4 2 0,1-2 0 16,-1 0 25-16,0 3 4 0,2 0 2 0,-2 3 0 15,0-2-6-15,1 2 0 0,0 2-1 0,3 5 0 16,0 3-15-16,0 3-4 0,3 6 0 0,-1 3 0 0,3 3-13 0,-2 4-3 15,0 3-1-15,-2 0 0 0,-1 3-9 0,-3 0-2 16,-1-1 0-16,-2-2 0 0,-6-3 0 0,0-1 0 16,-5 1 0-16,0-3 0 0,-3-1-8 0,-2-6 0 15,1 3 9-15,0-6-9 0,2-3 0 0,1-3-12 16,3-3 2-16,4-1 0 0,1-5-14 0,3-2-2 16,3-2-1-16,1 0 0 0,2-4-5 0,2 2-2 15,0-2 0-15,2-2 0 0,2-3-15 0,-1-1-3 16,2 1-1-16,-2-4 0 0,-2 1 23 0,-2-2 5 15,-4 2 1-15,-3-1 0 0,-4-1 13 0,-6 0 11 16,-4-2-13-16,-4 4 5 0,-4-1-20 0,-2 1-4 16,1 4-1-16,-1 0 0 0,1 2 4 0,1 2 1 15,5 1 0-15,4 1 0 0,6 1 37 0,4-3 8 16,3 1 2-16,3 1 0 0,1 1-7 0,3-2 0 0,-1 3-1 16,2 0 0-16,1-2-11 0,-1 2 10 0,-1 0-10 15,0 0 10-15,1 2 36 0,-2 1 7 0,2 0 2 0,-1 4 0 16,0 3 0-16,-2 4 0 0,2 4 0 0,1 3 0 15,-1 7-6-15,1 1-1 0,1 3 0 0,2-4 0 16,2 1-22-16,6-5-5 0,5-1-1 0,9-10 0 16,6-4-11-16,8-8-9 0,10-8 12 0,2-9-12 15,6-7-11-15,3-5-9 0,-2-7-1 0,-3 3-1 16,0-2-28-16,-4-1-6 0,-1-2 0 0,-6 1-1 16,-4-4-43-16,-4-5-8 0</inkml:trace>
  <inkml:trace contextRef="#ctx0" brushRef="#br0" timeOffset="-141946.6">9749 13889 172 0,'-4'0'16'0,"2"0"-16"16,1 2 0-16,-1-2 0 0,1 0 296 0,0-2 56 15,-2 2 11-15,-2 0 2 0,-1 0-276 0,-1-2-55 16,-1 2-11-16,1 0-3 0,2 2-20 0,-1-2 0 16,2 2 0-16,0 0 0 0,1-2-12 0,-1 2 4 15,2-2 0-15,0 0 0 0,1 0 24 0,0 0 4 16,1 0 2-16,0-2 0 0,0 2 56 0,0-2 11 16,0 0 3-16,0 0 0 0,0 2-6 0,0 0-1 15,0 0 0-15,0 0 0 0,0 0-33 0,0 0-6 0,0 0-2 16,-10-22 0-16,7 19-30 0,2-1-6 0,0 1-8 0,0-1 11 15,0 1-20-15,-2 0-4 0,2 0-1 0,0 0 0 16,1 0-2-16,0-1 0 0,-2-1 0 0,2 2 0 16,2-1 16-16,-1 0 0 0,0 2-10 0,0-4 10 15,2 2 0-15,-1 1 0 0,2 0 0 0,1-2 0 16,-1 0 11-16,-2 2-3 0,3 0-8 0,-1-2 12 16,1 1-12-16,-2 0 0 0,2 1 0 0,2-4 0 15,-1 2 0-15,0 2 0 0,0-3 0 0,0 2 0 16,2-2 0-16,-3 2 0 0,1-1 0 0,0 1-10 15,1-2 10-15,0 2-10 0,-1-2 10 0,1 0-10 16,2 2 10-16,-1-2 0 0,1 1 0 0,-1 0 0 16,0 3 0-16,1-4 0 0,2 2 0 0,-1 1 0 15,-3 0 0-15,2 0-8 0,0 0 8 0,2 0 0 16,-1-1 0-16,0 2 0 0,-1 1 0 0,3-4 0 16,-3 3 0-16,1 0 0 0,0-2 8 0,-1 2-8 0,2-2 8 0,-2 2-8 15,1 0 10-15,-2 2-10 0,0-2 8 0,-1 2-8 16,2-3 0-16,1 3 0 0,1-1 0 0,1 1 0 15,-1-2 0-15,2 2 0 0,-2-4 0 0,1 4 0 16,2-2 0-16,1-2 0 0,-3 1 0 0,2 3 0 16,-1-2 0-16,1 2 0 0,-1-1 0 0,0 1 0 15,2 0 0-15,-2 0 0 0,1 0 0 0,-1 0 0 16,1 1 0-16,1 1 0 0,1 1 0 0,-1-2 0 16,1 2 0-16,0-1 0 0,4-1 0 0,-1 2 0 15,1-1 0-15,2-1 0 0,1 2 0 0,-2-1 8 16,1-2-8-16,1 0 9 0,2 2-9 0,-1-2 0 15,2 0 9-15,-3 2-9 0,1-1 0 0,-2 2 0 0,-1-1 0 0,-3 2 0 16,2 0 0-16,-2 1 0 0,-2 1 0 16,-2 4 0-16,0-4 0 0,1 4 0 0,-1 2 0 0,-1-2 0 15,1 2 0-15,-1 1 0 0,2-3 0 0,-1 2 0 16,1-2 0-16,-1 0 0 0,3-1 0 0,-3 0 0 16,4-1 0-16,-1 0 0 0,0-1 0 0,1-4 0 15,0 2 10-15,-1-1-2 0,2 0-8 0,-2-1 12 16,-1 0 0-16,-1-1-1 0,1-2 0 0,-5 4 0 15,1-4-11-15,-4 0 10 0,2 3-10 0,-1-3 10 16,-3 3-10-16,-1-3 0 0,0 4 0 0,-1-2 0 16,1 0 0-16,-2 0 0 0,0 2-9 0,-1-2 9 15,-1-2-12-15,2 3 4 0,-2-2 8 0,-1-1-13 0,1 3 5 16,-2-6 8-16,1 3-13 0,0-1 5 0,-1 1-1 0,0-3 0 16,-1 0 0-16,0-2 0 0,-2 0-36 0,-2-1-7 15,0-1-2-15,-3-1-607 16,-2 0-122-16</inkml:trace>
  <inkml:trace contextRef="#ctx0" brushRef="#br0" timeOffset="-141329.48">11024 13564 1094 0,'-5'6'97'0,"1"-2"-77"0,0-2-20 0,2-2 0 0,1 2 173 0,1-2 31 0,0 2 7 0,-1-2 1 16,-2 3-113-16,1 3-23 0,-1-3-4 0,-1 4 0 15,3-4-32-15,0 4-7 0,0-1-1 0,1-3 0 16,0 4-20-16,1-1-12 0,1-2 12 0,2 0-12 16,0 0 0-16,1-1 0 0,0 0 0 0,0 0 0 15,0-2 0-15,0 2 0 0,2 0 0 0,0-3 0 16,2 3 0-16,1-2 0 0,1 4 11 0,-1-1-3 15,0-2 10-15,1 2 2 0,0 3 1 0,-1-1 0 16,0 3-3-16,0-3-1 0,1 4 0 0,-1-1 0 16,0 1-9-16,-2 0-8 0,1-1 12 0,-2 0-12 15,1-1 10-15,-2 0-10 0,-1-2 8 0,1 1-8 16,2-1 0-16,-3-3 8 0,-1 4-8 0,1-5 0 16,0-1 8-16,2 2-8 0,-4-1 0 0,2-2 8 0,-1 4-8 15,-2-1 0-15,2-2 0 0,-1 1 0 0,-1 2 0 0,-1-2 0 16,1 2 0-16,-2-1 0 0,0 0 0 0,0 0 0 15,-2 0 8-15,1 0-8 0,0 1 0 0,-2-1 12 16,1 0-12-16,-1 1 12 0,1-1-12 0,-2 2 10 16,2-4-10-16,-2 2 10 0,2 1-10 0,-2-2 12 15,0 2-12-15,0-2 12 0,-1 0-12 0,2 0 0 16,-1 0 0-16,-1 0 0 0,0 3 0 0,0-4 0 16,0 1 0-16,-2 2 0 0,-2 2 8 0,-2-2-8 15,-1 2 8-15,-2 0-8 0,-1 3 8 0,-2 1-8 16,0 0 8-16,-2 0-8 0,-1 1 0 0,3-5 8 15,0 1-8-15,1 0 0 0,2-4 0 0,0 2 0 16,3-1 8-16,0-4-8 0,2 2 0 0,2-2 8 16,1 0-8-16,0 0 8 0,1 0-8 0,0 0 0 0,1 0 0 15,0 0 8-15,1 0-8 0,-2 0 0 0,2-2 0 0,0 2 0 16,-2 0-33-16,0 0 1 0,0 2 0 16,0 2 0-1,0 0-101-15,-1 2-20 0,2 0-4 0,-1 0-778 0</inkml:trace>
  <inkml:trace contextRef="#ctx0" brushRef="#br0" timeOffset="-139613.46">12471 13745 1965 0,'0'2'87'0,"0"-2"18"0,1 1-84 0,-1 2-21 0,1-3 0 0,0 0 0 16,2 0 56-16,-1 0 6 0,3 2 2 0,1-2 0 16,2-2-49-16,-3-2-15 0,1 2 8 0,-2-6-8 15,-1 0 0-15,-1-2 0 0,-2-3 0 0,-2-2 0 16,1 2 0-16,-1-2-12 0,-2 1 12 0,-1 0-12 0,0 0 12 0,-1-1 0 15,1 1 0-15,-1 2 0 0,1-4 20 0,-1 0 0 16,1-3 0-16,-2 0 0 0,3-2 4 0,-1-2 2 16,0 4 0-16,0-4 0 0,0 5-10 0,-1 2-3 15,-2 1 0-15,2 2 0 0,-3 4-3 0,-1 1-1 16,1 2 0-16,-3 4 0 0,3 2-9 0,-4 0 0 16,2 6 0-16,-3 4 0 0,0 2-8 0,-2 7-4 15,-1 4-1-15,-1 4 0 0,2 5 2 0,0-1 1 16,1 4 0-16,0-3 0 0,0-1 10 0,2-1 0 15,3-2 0-15,1-3 0 0,3 0 0 0,1-8 0 16,5 0 8-16,1-3-8 0,3-2 0 0,1-2 0 16,2-1 0-16,1 1 0 0,3-4 0 0,0 1 0 0,0-1 0 15,3-1 0-15,2-1 0 0,0-3 0 0,0-1 0 0,0-3 0 16,3-4 0-16,-1 0-8 0,1-5 8 0,-1-3 0 16,-1 1-14-16,0-2 2 0,0-2 1 0,-2-1 0 15,-2 3 11-15,-2-3 0 0,1 1-9 0,-3 2 9 16,0 2 0-16,-1-1 0 0,-1-1 0 0,-2 3 0 15,0 0 0-15,-3 3 0 0,1 2 0 0,-2 2 0 16,-1-1 0-16,0 4 0 0,-1 0 9 0,-2 2-9 16,1 1 0-16,1 0 9 0,-2 0-9 0,1 4 0 15,-1-2 10-15,-1 2-10 0,3 0 8 0,-1 2-8 16,-2 2 0-16,3 2 0 0,0 0 8 0,-1 2-8 16,1 5 0-16,0 2 0 0,0 5 0 0,-3-2 8 15,1 4 0-15,0-1-8 0,1 3 12 0,0 2-4 0,-2 3 4 16,-1 1 0-16,-1 3 0 0,0 1 0 0,1 3-2 15,1 2 0-15,3-1 0 0,0 2 0 0,2-2-10 0,3-5 0 16,2-1 0-16,1 2 0 0,3-1 0 0,3 1 0 16,2 7 0-16,1-2 0 0,-2-5 0 0,4 3 0 15,-1 1 0-15,3-5 0 0,-2-4 0 0,0-5 0 16,-2-1 0-16,-3-5 0 0,1 1 0 0,-3-6-9 16,1 2 9-16,-4-5 0 0,-2 0 0 0,-1-5-8 15,-1-2 8-15,-1-2 0 0,5 1 0 0,-6-6 0 16,2 0 0-16,-1-5 0 0,0 2 0 0,1-7 0 15,3-3-10-15,0-6 10 0,1-6-19 0,1-4 2 16,0-3 0-16,2-7 0 0,1-3 3 0,2-3 1 16,0-2 0-16,0 3 0 0,1-3 4 0,-3 2 1 15,-1 7 0-15,-2 1 0 0,-2 6 8 0,-2 4 0 0,-1 3 0 0,-3 4 0 16,-1 2 0-16,-3 2 0 0,-4 3 0 16,-1 3 0-16,-1 7 0 0,-1-2 0 0,-2 5-9 0,-3 2 9 15,-2 2-12-15,-3 7 1 0,-1-1 1 0,-3 6 0 16,-2 0-1-16,2 0 0 0,3 3 0 0,2-6 0 15,4 0 11-15,0-5 0 0,2-2 0 0,-1-3 8 16,4 1 14-16,2-4 3 0,0 1 1 0,2-1 0 16,0 0-2-16,1 0 0 0,3 0 0 0,0 0 0 15,4 0-3-15,-2 0-1 0,2-1 0 0,0 1 0 16,3 0-20-16,3-4 8 0,3 1-8 0,4 3 0 16,3-3 0-16,2 0 0 0,2 0 0 0,1-4 0 15,0 5 0-15,4-5 0 0,1 0 0 0,-2 2 8 16,-1 2 7-16,0-1 1 0,0 4 1 0,-2-3 0 0,0 0 13 15,-1 0 2-15,-2 1 1 0,-2 1 0 0,-2-3 0 0,-2 1 0 16,-2 1 0-16,-3 1 0 0,-2-2-16 0,-3 1-3 16,0 2-1-16,-4-1 0 0,-1 1-13 0,-2-3-8 15,-3 3 8-15,-4 0-13 16,-6-2-144-16,-9-2-29 0</inkml:trace>
  <inkml:trace contextRef="#ctx0" brushRef="#br0" timeOffset="-138529.6">8164 15595 172 0,'-8'2'16'0,"3"0"-16"0,0-2 0 0,2 0 0 0,0 0 220 0,1 0 40 15,-2 0 9-15,-2 2 2 0,-4 0-123 0,-2 2-25 16,-3 1-5-16,1-1-1 0,1 2-40 0,3-3-8 16,2 1-1-16,3-1-1 0,4-1-19 0,0-2-4 15,2 0-1-15,2-2 0 0,1-2-31 0,3-1-12 16,1 1 11-16,1-3-11 0,0 1 0 0,1-1 0 15,-1-1 0-15,0 2 0 0,1-1 9 0,-3 1-1 16,1 3 0-16,-1-1 0 0,-1 1-8 0,1 1 12 16,-2 1-12-16,-1 1 12 0,0 0-4 0,-1 0-8 15,-1 1 12-15,1-1-4 0,0 0 12 0,1 1 1 16,1-1 1-16,1-1 0 0,0 0 7 0,1-2 2 0,0 2 0 16,0-4 0-16,1 1-7 0,2-2-2 15,1 0 0-15,-3-1 0 0,2 0-8 0,-1 2-2 0,-2 2 0 0,1-1 0 16,-1 0-12-16,-1 3 9 0,2 1-9 0,-1 3 8 15,4 3-8-15,3 2 0 0,1 6 0 0,5 5 0 16,1 5 0-16,6 2 0 0,3 9 0 0,4-1 0 16,2 1 13-16,-1 0 1 0,2-3 0 0,-3-1 0 15,0-3-2-15,-2-2 0 0,-1-1 0 0,0-3 0 16,-2 0 0-16,0-3 0 0,-4-2 0 0,-1-1 0 16,2 3 8-16,-2-1 2 0,-2-1 0 0,-2-1 0 15,-3 0-12-15,-3-1-2 0,-2 1-8 0,-3-2 12 16,-3 3-12-16,-2-4 0 0,-3 2 0 0,-2-3-10 15,-3-1-79-15,0 1-16 0,-2-3-3 0,-1-2-600 16,-1-4-120-16</inkml:trace>
  <inkml:trace contextRef="#ctx0" brushRef="#br0" timeOffset="-138262.83">8918 15487 2167 0,'-5'6'96'0,"1"-1"20"0,1-1-93 0,0-3-23 16,2 2 0-16,1-1 0 0,-1-1 66 0,-2 4 9 15,0 1 1-15,-4 5 1 0,0 4-58 0,-4 4-19 16,0 3 10-16,-3 0-10 0,-4 7 0 0,-4 2-12 16,0 5 0-16,-4 1 1 0,2 1-17 0,-5 3-3 15,-1 3-1-15,1-2 0 0,-1 2 20 0,3-4 12 0,-2-5-13 0,3-5 5 16,3 1 8-16,2-7 0 0,1-1 0 0,4-6 8 15,4-5-8-15,2 0 8 0,2-9-8 0,2 3 8 16,4-4-20-16,-2 0-3 0,3-2-1 0,0-4 0 31,3 2-132-31,0-4-26 0</inkml:trace>
  <inkml:trace contextRef="#ctx0" brushRef="#br0" timeOffset="-137196.81">9414 15916 1544 0,'-6'3'68'0,"1"-2"15"0,0 1-67 0,1-2-16 0,2 1 0 0,-1-1 0 15,1 0 90-15,-3 2 14 0,-3 1 4 0,-4-1 0 16,-3 0-41-16,-1 1-8 0,2-3-2 0,3 0 0 0,-1-3-23 16,1 1-5-16,2 0-1 0,2-4 0 0,1 3-8 0,-1-4-1 15,2 1-1-15,0 1 0 0,2 0-2 0,-1 3-1 16,2-2 0-16,0-1 0 0,1 1 6 0,-1 2 2 16,0 1 0-16,1-2 0 0,1 0-6 0,-1-1-1 15,1 1 0-15,0 1 0 0,0 1-16 0,0-4 0 16,1 3 8-16,2 0-8 0,-1-2 0 0,2 2 0 15,0-2-11-15,-1 2 11 0,3-1-16 0,1-1 4 16,1 3 1-16,1-4 0 0,2 2 11 0,0 0-8 16,0 2 8-16,0-2-8 0,3 0 8 0,-2-2 0 15,2 1 0-15,-2 0 0 0,2 1 0 0,-2-2 11 16,3 1-11-16,-2 0 12 0,0 1-4 0,-2 0-8 16,0 1 12-16,1 0-4 0,-3 2-8 0,0-2 8 15,1 2-8-15,0 0 8 0,0 0-8 0,2 0 8 0,2 0-8 16,1 0 8-16,1-3-8 0,0 2 12 0,1-1-12 0,0-2 12 15,-1-2-12-15,2 2 8 0,-2-1-8 0,0 1 8 16,0-2 1-16,0 3 0 0,-1 0 0 0,-2-3 0 16,2 2 5-16,-4 2 1 0,2 0 0 0,-2 0 0 15,-1 2-3-15,1 0-1 0,-1 2 0 0,0-2 0 16,0 4-11-16,-1-1 0 0,3 0 9 0,1 4-9 16,1-1 0-16,-1-3 0 0,2 4 0 0,1-1 0 15,2-3 0-15,-2 4 0 0,1-4 0 0,-1 2 0 16,0-1 0-16,0 0 0 0,0-1 0 0,0 0 0 15,-1 1 0-15,1 1 0 0,-2-4 0 0,-3 1 0 16,0 2 0-16,-1 0 0 0,-1 1 0 0,-1-2 0 16,2 1 0-16,-1 1 0 0,0 1 0 0,-1 0 8 0,1 2-8 15,0-2 0-15,3 0 0 0,-2 0 0 0,2-2 0 16,-1 2 0-16,3-3 0 0,-3 0 0 0,3 1 0 0,-2 1 0 16,3-1 0-16,-3 0 0 0,2-1 0 0,-2 2 0 15,3-1 0-15,-3-2 0 0,2 5 0 0,-2-4 0 16,-1 3 0-16,-1 1 0 0,0-1 0 0,-1 0 0 15,-2 1 0-15,1 2 0 0,-1-3 0 0,-2 0 0 16,1-2 0-16,-1 0 0 0,-1 0 0 0,0 0 0 16,-1 0 0-16,0-1 0 0,1 0-14 0,-3-3 2 15,1 3 1-15,0-3 0 0,-2 1-2 0,0-1-1 16,0 0 0-16,0-1 0 0,-2 1-13 0,-1-3-2 16,0 0-1-16,3 3 0 15,-11-19-193-15,4 4-38 0</inkml:trace>
  <inkml:trace contextRef="#ctx0" brushRef="#br0" timeOffset="-136826.89">10385 15676 1612 0,'-5'9'144'0,"1"-3"-116"0,0 0-28 0,3-2 0 0,0-3 196 0,1 2 32 0,0-1 8 0,0 2 0 16,-2 2-172-16,2 3-36 0,0 2-6 0,0 0-2 15,3 0-20-15,-1 0 8 0,2 2-8 0,1-4 0 16,1 1 0-16,2-2-20 0,-1 0 4 0,2-1 1 16,2-1-3-16,0 0-1 0,1 0 0 0,2-2 0 0,0-2 19 0,-1 2 0 15,1 0-8-15,1 1 8 0,-1-2 0 0,0 0 12 16,0 1-1-16,-1-3-1 0,1 4 10 0,-3-4 3 16,-1 4 0-16,-1-4 0 0,-2 4 0 0,-2-4 0 15,-1 3 0-15,-2-1 0 0,-1-1-9 0,-1 2-2 16,0-2 0-16,0-2 0 0,-1 4-4 0,-1-2 0 15,-1 0-8-15,-2 3 12 0,-1-2-1 0,-1 1-1 16,-3 2 0-16,-3 0 0 0,0 3-10 0,-3-2 10 16,-3 3-10-16,-3 1 10 0,-2 3-10 0,-3-2 0 15,-3 4 9-15,-4 3-9 0,-2 0 0 0,-4 4-16 16,0 2 2-16,1 0 1 0,1 0-11 0,3 4-3 16,3-3 0-16,1-1 0 0,3-1 3 0,1-1 0 15,3-5 0-15,4 1-734 16,6-2-146-16</inkml:trace>
  <inkml:trace contextRef="#ctx0" brushRef="#br0" timeOffset="-134280.18">11582 15774 921 0,'-2'0'40'0,"1"-3"10"0,0 2-40 0,0-1-10 16,1 2 0-16,0-3 0 0,0 2 238 0,-2-4 46 15,0 0 8-15,-1-4 3 0,0 0-211 0,-1-1-41 16,-1-3-9-16,0 5-2 0,0-2-13 0,0 1-3 15,-2 2-1-15,-1-3 0 0,2 4-3 0,-2-1 0 16,0 1 0-16,-1 1 0 0,0 2 24 0,-3-1 5 16,0 0 1-16,-2 2 0 0,1-2 4 0,-1 1 1 0,1 3 0 0,-2-2 0 15,0 2-19-15,-1 2-3 0,-3 1-1 0,2 3 0 16,0 0-15-16,-1 2-9 0,4 0 10 16,-1 2-10-16,0 0 0 0,1 3 0 0,2 3 0 0,1-2 0 15,2 3 0-15,0 1 0 0,2 2 0 0,0 6 0 16,0 1 0-16,1 5 0 0,0 0 0 0,2 5-10 15,-1 2 10-15,1 2 0 0,-1-1 0 0,1 2 0 16,0-1 0-16,0-4-8 0,2 2 8 0,-1-5 0 16,2-2 0-16,2-3 0 0,3-3 0 0,1-4 0 15,3-5 0-15,4-3 0 0,4-2 0 0,1 1 0 16,3 0 0-16,1 2 0 0,4-1 0 0,1 1-8 16,0-3 8-16,0 2 0 0,-3-4 0 0,2 1 0 15,0-1 0-15,1-3 8 0,-2-1-8 0,0-1 8 0,-2-4-8 16,-2-1 0-16,-2-1 0 0,0-5 0 0,-1-3-24 0,-2-1-5 15,1-6-2-15,-1-8-1097 16</inkml:trace>
  <inkml:trace contextRef="#ctx0" brushRef="#br0" timeOffset="-127145.89">12928 14041 1490 0,'-4'3'32'0,"-2"-3"8"0,1 0 0 0,3 0 3 0,1 0-35 0,1 0-8 0,0 0 0 16,-3 1 0-16,1 2 12 0,-2-3 1 0,1 1 0 0,2 1 0 15,0 1-13-15,1-3 0 0,0 1 0 0,1 1-10 16,0-2 22-16,1 0 5 0,-1 3 1 0,-1-3 0 15,0 0 55-15,0 0 11 0,0 0 3 0,0 0 0 16,0 0-29-16,0 0-6 0,22 0 0 0,-17 0-1 16,3 0-34-16,3 0-6 0,1 1-2 0,3 2 0 15,2-3-9-15,2 0 0 0,1 0 0 0,2 0 0 16,1 0 0-16,1-3 10 0,2 2-10 0,-4-2 10 16,0 1-1-16,-2 1 0 0,-1-2 0 0,-3 1 0 15,-1 1 18-15,-2 1 3 0,-2 0 1 0,-1 0 0 16,0 1-1-16,-1 4 0 0,-1-2 0 0,0 0 0 15,-1 1-14-15,1 2-2 0,0-4-1 0,1 6 0 0,0-2-13 0,-1 0 8 16,1 0-8-16,0 0 0 0,-2-2 0 0,-1 2 0 16,2-2 0-16,-3 1 0 0,1 1 0 0,-1-2 0 15,0 2 0-15,0-2 0 0,-1-2 9 0,1 2-9 16,0 0 8-16,-1 1-8 0,0-2 13 0,1-3-2 16,-2 4-1-16,1 0 0 0,1 1-10 0,-1-2 0 15,0 4 9-15,-1-1-9 0,2 0 0 0,0 0 0 16,-1-2 0-16,0 2 0 0,-1-2 0 0,0-1 0 15,-1 2 0-15,-1-3 0 0,1 0 0 0,-2 1 0 16,1-2 0-16,-1 1 0 0,0-2 0 0,-1 3 9 16,1 0-9-16,-2 0 0 0,1 1 8 0,0-1-8 15,0 1 0-15,-2 1 0 0,1-1 0 0,-1-1 0 16,0 2 0-16,-1-1 0 0,3 2 0 0,-1-2 0 0,1-2 0 0,0-2 0 16,0 2 8-16,1-2-8 0,0 0 0 0,-2 0 0 15,2 0 8-15,0-2-8 0,0 2 0 0,0 0 0 16,0 0 8-16,0 0-8 0,-1 2 0 0,1-2 0 15,0 0 0-15,0 0 0 0,0 0 0 0,0 0 0 16,0 0 0-16,0 0 0 0,0 0 0 0,0 0 0 16,-6 21 0-16,5-15 0 0,1-2 0 0,0-1 0 15,-1 4 0-15,1-4 0 0,0 2 0 0,0 1 0 16,0-2 0-16,0 2-9 0,0 0 9 0,1-2 0 16,-1 2 0-16,1 1 0 0,0-1 0 0,1 0 0 15,0 0 0-15,-1 0 0 0,2 0 0 0,0-2 0 16,1 0 0-16,-1-2 0 0,0 2 0 0,1-2-8 15,-2 0 8-15,1 0 0 0,-2 1 0 0,2-2 0 0,-2 1 0 0,0-2 0 16,0 0 0-16,1 3 0 0,-1-3 0 16,-1 1 0-16,0 3 0 0,0-2 0 0,0 4 0 0,0 1 0 15,-3-1 0-15,2 4 0 0,0-2 0 0,0 2 0 16,1 0 0-16,0-1 0 0,0 1 0 0,1 0 0 16,1-4 0-16,0 0 0 0,-2 0 0 0,2-3 0 15,1 0 0-15,-1-1 0 0,1 0 0 0,-2-2 0 16,1 0 0-16,-1 0 0 0,2 3 0 0,-2-3 0 15,0 0 0-15,1 1 0 0,-1 1 0 0,-1-2 0 16,1 3 0-16,-1 0 0 0,0 0 0 0,0 2 0 16,0 1 0-16,-1 0 0 0,1 3 0 0,-1-2 0 15,-1 4 0-15,2-1 0 0,0 0-10 0,0-1 10 16,0 1-12-16,-1-3 12 0,1 2-10 0,0-1 10 0,0-1-8 0,1-2 8 16,-1 1 0-16,0-1 0 0,0 1 0 15,0 0 0-15,0-2 0 0,2 3 0 0,-1-1 0 0,0 3 0 16,2 1 0-16,-1 5 0 0,1-2 0 0,-1 6 0 15,0 1 0-15,1 4 0 0,-1 5 0 0,0 2 0 16,1 3 0-16,4 1 0 0,-1-3 0 0,0-2 0 16,0-2 0-16,2 0-10 0,-1-4 10 0,-1-1 0 15,2-1 0-15,-2-2-8 0,0-2 8 0,0-2 0 16,0 3 0-16,0-6 0 0,2 3 0 0,-2 2 0 16,-2-2 0-16,2 0 0 0,-1 2 0 0,-1 2 9 15,-1 0-9-15,1 1 0 0,1 1 0 0,-1 1 0 16,-2-1 0-16,1 3 0 0,-1-2 0 0,2 2 0 0,-2 0 0 15,0-6 0-15,0 2 0 0,0-2 0 0,0 1 8 0,-1-4-8 16,-1 2 12-16,0-2-4 0,0-3-8 0,-1-1-14 16,-1-2 3-16,1-1 1 0,2-2 10 0,-1-3 0 15,0 1 0-15,0-4 0 0,2 1 0 0,-2 1 0 16,0-3 0-16,-2 0 0 0,1 0 0 0,1 0 0 16,-1 0 0-16,0 0 0 0,0 1 0 0,1-1 0 15,0 0 0-15,0 0 0 0,0 0 0 0,0 0 8 16,-25 3-8-16,17-3 0 0,0 0 0 0,0 0 9 15,0 0-9-15,-2 0 0 0,0 0 0 0,0-3 0 16,1 2 0-16,1-2 0 0,-2 0 0 0,1 0 0 16,-1 0 0-16,0 0 0 0,3-1 0 0,-2 2 0 15,-2-2 0-15,1 0 0 0,-1-1 8 0,-1 2-8 16,-1-3 0-16,-1 3 0 0,0 2 0 0,-2-3 0 16,0 4 0-16,-2-2 0 0,1 4 0 0,-1-1 0 0,0 2 0 0,0-2 0 15,0 4 0-15,2-1 0 0,0-1 0 0,1 2 0 16,3-5 0-16,0 4 0 0,1-4 0 0,-2 0-9 15,2 0 9-15,0 0 0 0,0-4 0 0,0 4 0 16,0-2 8-16,-1-2-8 0,0 2 8 0,-3-2-8 16,2 2 14-16,-5-2-2 0,3 0 0 0,-1-1 0 15,-1 4-12-15,0-1 8 0,-1 4-8 0,0-2 0 16,1 4 0-16,-3-1 0 0,-1 4 0 0,0-4 0 16,1 3-10-16,0 3 2 0,2-3 0 0,2 2 0 15,2-3 8-15,0 1-13 0,2-2 5 0,1-1 8 16,0 1 0-16,-2-2 0 0,1 1 0 0,1 1 0 15,-1-4 0-15,-2 2 0 0,2-2 10 0,-2 1-10 16,2 2 13-16,-2-3-4 0,2 0-1 0,-3 2 0 0,-1-2-8 0,-3 0 0 16,2 0 0-16,-2 2 0 0,1 0 0 0,-2 1 0 15,1-2 0-15,2 1 0 0,0 2 0 0,-2-2 0 16,2 2 0-16,-2-1 0 0,3 0 0 0,0-3 0 16,3 3 0-16,-2-3 0 0,1 0 0 0,1 0 0 15,0 0 0-15,1 0 0 0,1-3 0 0,0 3 0 16,1-2 0-16,0 1 0 0,1 1 0 0,1 0 0 15,0 0 0-15,1 0 0 0,2 0 8 0,-1 0-8 16,1 0 0-16,-2 1 8 0,2-1-8 0,-1 2 0 16,-1 1 0-16,-1 0 0 0,-1 0 0 0,-1 1 0 15,-1 2 0-15,-2 0 0 0,0 0 0 0,-5-1 0 16,2 1 0-16,0-1 0 0,1-1 0 0,2-2 8 16,0 2-8-16,2-1 8 0,3-2-8 0,-2 1 0 15,1-2 0-15,2 2 8 0,0-1-8 0,2-1 0 0,-1 1 0 0,0 2 0 16,2-3 0-16,2 0 0 0,-1 0 0 0,2 0 0 15,-1 0-23-15,0 0 3 0,2 0 1 0,0 1 0 32,2 1-143-32,0 1-29 0</inkml:trace>
  <inkml:trace contextRef="#ctx0" brushRef="#br0" timeOffset="-126113.8">13806 15067 345 0,'-6'-2'15'0,"1"2"4"0,1 0-19 0,1-2 0 0,0 2 0 0,1 0 0 15,-1 0 335-15,-1 0 63 0,-2 0 13 0,-2 0 2 16,-2 0-248-16,1 0-49 0,2 0-11 0,0 0-1 15,4 2-63-15,-1-2-12 0,0 0-2 0,2 0-1 16,1 0-26-16,-1 0 0 0,1 0 0 0,0 2 0 16,0 0 0-16,-1 0 0 0,1 2 0 0,1-1 0 0,0 2 0 15,0 1 0-15,1 0-9 0,2-1 9 0,-1 1 0 0,2-1 0 16,1 0 0-16,0 1 0 0,1-2 23 0,0 0-2 16,2 1 0-16,0-1 0 0,2 1 5 0,1-1 1 15,2-1 0-15,0 0 0 0,3 0-9 0,2-2-2 16,-2 2 0-16,2-1 0 0,1-1-4 0,2 2 0 15,1-3-1-15,-2 3 0 0,-1 0-11 0,-1 1 8 16,-1-2-8-16,-1-2 8 0,-1 4-8 0,-1-2 8 16,0-1-8-16,-2 4 8 0,3-3 0 0,-3 4-8 15,2-4 12-15,-3 2-4 0,2 0 1 0,-1 1 0 16,-3-2 0-16,1 0 0 0,0 1-9 0,0 2 8 16,-1 0-8-16,1 0 8 0,0-2-8 0,-1 2 0 15,1 1 0-15,0 0 0 0,1 1 0 0,-1-2 0 0,0 2 0 16,0-2 0-16,0 0 0 0,0 0 0 0,1 1 0 0,-1-1 0 15,1 0 0-15,-1 0 0 0,0-2 0 0,0 0 0 16,1 1 0-16,-1-4 0 0,0 1 0 0,-2 1 0 16,3 0 0-16,1 0 0 0,0 1 0 0,0-2 0 15,2 3 0-15,-1 0 0 0,4-1 0 0,-1 2 0 16,2 0 0-16,-1 0 0 0,2-2 0 0,0 2 0 16,2 3 0-16,-2-6 0 0,0 4 0 0,-2-1 0 15,-2-2 0-15,1-1 0 0,-2 2 0 0,-2-1 0 16,0 2 0-16,0-2 0 0,-1 0 0 0,-1 0 0 15,-1 3 0-15,1-2 0 0,-1 0 0 0,-2 1 0 16,2 0 0-16,-3 4 0 0,2-3 8 0,-2 2-8 16,0 1 0-16,0-2 0 0,-1 2 0 0,0-1 0 0,0-4 0 0,0 0 0 15,-1 1 0-15,1-2 0 0,0-2 0 0,-2-2 0 16,2 1 0-16,0 2 0 0,-1-3 10 0,0 0 0 16,-2 0 0-16,-1 0 0 0,1 0-10 0,-2-3-9 15,0 6 9-15,0-6-13 0,0 3 13 0,0 0 0 16,-2 0 0-16,2 3 0 0,0-3-9 0,-1 0 1 15,1 0 0-15,0 0 0 0,0 0-25 0,0 0-5 16,0 0-1-16,0 0 0 16,0 0-95-16,-21-6-19 0,19 0-4 0,-2-4-1 15,0-5-26-15,3-2-4 0,0-2-2 0,0-3-272 16,1-1-54-16</inkml:trace>
  <inkml:trace contextRef="#ctx0" brushRef="#br0" timeOffset="-125762.95">14774 15271 403 0,'-7'6'36'0,"2"-5"-36"0,0 1 0 0,3-2 0 15,0 0 169-15,2 0 27 0,-1 0 6 0,-1 0 1 16,-1 0-126-16,1-2-25 0,-2 1-4 0,3-2-2 15,-1 1-24-15,1 1-5 0,1-2-1 0,0 1 0 16,1 0 5-16,-1 0 1 0,0 2 0 0,0-3 0 16,0 3 36-16,0 0 7 0,0 0 2 0,0 3 0 15,-1-1 24-15,1-2 5 0,0 0 0 0,0 0 1 0,0 0-35 0,0 0-7 16,0 0-2-16,0 0 0 0,0 0-35 0,0 0-7 16,0 0-2-16,0 0 0 0,0 0-9 0,0 0 0 15,0 0 0-15,0 0 8 0,11 16-8 0,-9-16 0 16,-1-2 0-16,0 1 0 0,0 1 0 0,1-3 0 15,-2 1 0-15,-2 1 0 0,0-2-52 0,-2-1-4 16,0 2 0-16,-3-4-576 16,-4 2-115-16</inkml:trace>
  <inkml:trace contextRef="#ctx0" brushRef="#br0" timeOffset="-124380.28">14703 15220 230 0,'-2'1'20'0,"2"-1"-20"16,0 0 0-16,0 0 0 0,0 0 274 0,0 0 50 15,0 3 11-15,-1-3 1 0,0 0-167 0,0 0-33 16,-1 0-8-16,2 0 0 0,0 0-12 0,0 0-1 16,0 0-1-16,0 0 0 0,0 0-30 0,0 0-5 15,-22 0-2-15,17 0 0 0,-1 0-40 0,0 0-8 16,1 0-1-16,-1 3-1 0,0 0-27 0,-1 0 0 16,1 4 0-16,0-4 0 0,1 2 0 0,-1 3 0 15,1-2 0-15,0-2 0 0,2 1 0 0,2-2 0 16,0 0 0-16,1 0 12 0,1 1 6 0,2-1 2 15,-2-2 0-15,1 1 0 0,2 1 4 0,1-2 2 16,-1 4 0-16,2-4 0 0,0 4-6 0,0-4-2 0,2 3 0 0,-1 1 0 16,3 1-10-16,-1 0-8 0,-1 2 12 0,1 1-12 15,-2-2 0-15,1 2 0 0,2 0 0 0,-3 0 0 16,2 1 0-16,-2 0 0 0,-2 2 0 0,0-3 0 16,1 1 0-16,1 0 0 0,-3 2 0 0,3-4 0 15,-1 3 0-15,-1-5 0 0,0 1 0 0,0-1 0 16,1 3 0-16,0-4 0 0,-1 4 0 0,0-1 0 15,0-1 0-15,0-1 0 0,-1 1 0 0,-1-1 0 16,0 1 0-16,-1-1 0 0,1-4 0 0,-2 3 0 16,0 1 0-16,0-1 0 0,1 1-10 0,-1-2 10 15,0 0-8-15,0 2 8 0,2-4-10 0,-1 2 10 16,2 0-9-16,0-2 9 0,-1 1-8 0,1 1 8 0,1-1 0 16,1 0-8-16,0 0 8 0,1 0 0 0,0 1 0 15,-1-2 0-15,-1 2 0 0,0-2 0 0,-1 0 0 0,0 0 0 16,-1 2 0-16,0-4 0 0,-2 2 0 0,0-1 0 15,0 2 0-15,-1-3 0 0,0 2 0 0,-1-2 0 16,1 2 0-16,0-2 0 0,0 2 0 0,0-2 0 16,0 0 0-16,0 0 0 0,0 0 0 0,0 0 8 15,0 0-8-15,0 0 0 0,0 0 0 0,0 0 0 16,0 0 0-16,0 0 0 0,0 0 0 0,0 0 0 16,0 0 0-16,0 0 0 0,0 0 0 0,0 0 0 15,0 0 0-15,0 0 0 0,0 0 8 0,0 0-8 16,0 0 8-16,0 0-8 0,0 0 0 0,0 0 8 15,0 0-8-15,0 0 0 0,0 0 8 0,0 0-8 0,0 0 10 0,0 0-10 16,0 0 11-16,0 0-11 0,0 0 12 16,0 0-12-16,0 0 15 0,0 0-4 0,0 0-1 0,0 0 0 15,-16 12 6-15,11-15 2 0,0 3 0 0,-2-3 0 16,-2 3-3-16,-1 0-1 0,-1-2 0 0,-2 1 0 16,-2 1-14-16,-3 1 0 0,0 1 8 0,-3 1-8 15,-1 2 0-15,-2 1 0 0,-2 3 0 0,-2 0-10 16,-1 1 10-16,-2 1-10 0,4-4 10 0,-4 0-10 15,1-4 10-15,-2 0 0 0,0-3 10 0,0 3-10 16,4-3-19-16,-1 0-9 0,2-3-3 0,1 3 0 31,1 0-69-31,2-2-13 0,0 1-3 0,0-2-1099 0</inkml:trace>
  <inkml:trace contextRef="#ctx0" brushRef="#br0" timeOffset="-111395.2">15649 15808 806 0,'0'-3'36'0,"0"-3"7"0,-2 3-35 0,2-1-8 0,0 2 0 0,-1 2 0 0,1-4 204 0,-1 1 40 16,-2-4 7-16,0 1 1 0,-2 0-120 0,-1-3-24 16,1 6-4-16,-3-4-2 0,1 4-13 0,-1-2-2 15,0 1-1-15,-2-2 0 0,-1 0-38 0,1-2-8 0,-3 0-2 16,2-2 0-16,-1 1-17 0,-2 2-3 0,1-2-1 16,-2 2 0-16,-1 0 3 0,0 1 1 0,0 4 0 0,0-1 0 15,-1 2-9-15,0 1-3 0,1 1 0 0,-1 2 0 16,2 3-9-16,0-2 12 0,2 4-12 0,1 2 12 15,0 3-12-15,1 5 0 0,-1 1 0 0,-1 7 0 16,-2 5 0-16,-1 4 0 0,1 9-12 0,-1-2 12 16,1 1-22-16,-1 5 3 0,-2 3 1 0,2 2 0 15,0-1 4-15,2-1 1 0,2 1 0 0,1-7 0 16,3 2 13-16,2-3 0 0,2-5-10 0,2-2 10 16,2-2 0-16,2-7 0 0,1-3 0 0,2-8 0 15,3-2-28-15,4-2 3 0,2-3 0 0,4-4 0 16,3-3-39-16,2-4-8 0,1-1-2 0,2-4 0 15,1-4-26-15,0-6-4 0,0 0-2 0,-2-3 0 16,-2 0-26-16,2-3-6 0,1 0-1 0,-1-3 0 16,-4 5 1-16,-1 2 0 0,-3 5 0 0,-2 0 0 0,-2 4 99 0,-3 3 20 15,-2 4 4-15,-2 0 1 0,-1 4 113 0,0 0 22 16,-1 4 5-16,-1 3 1 0,2-2-21 0,0 8-4 16,0 1-1-16,0 4 0 0,0 1-51 0,-1 1-10 15,1 4-3-15,1 0 0 0,0 1-28 0,0-4-9 16,3-1 0-16,-2-4 0 0,1-1 0 0,-1-1 0 15,3-4 0-15,1 0-12 0,0-1 1 0,-1-2 1 16,0-3 0-16,0-3 0 0,-1 1 1 0,-1-4 0 16,1-4 0-16,2-7 0 0,3-5-7 0,4-10-2 15,2-9 0-15,1-10 0 0,0-2 3 0,0-7 1 0,0-3 0 16,-2 0 0-16,-3 4 5 0,-4 5 1 0,-2 7 0 16,-5 6 0-16,-3 5 44 0,-3 6 8 0,-3 6 3 0,-3 1 0 15,-3 9 77-15,-1 2 15 0,-1 2 3 0,-2 4 1 16,-1 4-40-16,-3 2-8 0,-3 6-2 0,-2 4 0 15,0 4-61-15,-3 7-13 0,0 8-3 0,-4 3 0 32,1 3-133-32,-4 4-27 0,1-1-6 0</inkml:trace>
  <inkml:trace contextRef="#ctx0" brushRef="#br0" timeOffset="-109995.93">15043 16738 172 0,'-3'-1'16'0,"1"1"-16"15,0 0 0-15,2 0 0 0,0 0 356 0,-1-1 68 16,0 0 13-16,-3 1 3 0,1 0-296 0,-2 0-59 16,0 0-12-16,0-3-2 0,0 6-40 0,1-7-8 15,0 4-2-15,1 0 0 0,-1 0-21 0,-1-2 8 16,1 2-8-16,-1-4 0 0,-1 4 0 0,1-3 0 15,2 3 0-15,-2-2 8 0,0 1 1 0,0 1 1 16,1 0 0-16,0 0 0 0,2 0 13 0,-2 0 2 16,0 0 1-16,2 0 0 0,-2 0-2 0,2 0-1 15,-2-3 0-15,3 3 0 0,-3 0-2 0,0-2 0 16,-1 0 0-16,2 0 0 0,-1-2-9 0,-1 2-1 16,-1-2-1-16,-2 0 0 0,1-2 2 0,-3 1 0 15,0 0 0-15,-1 0 0 0,-1 2-4 0,-1 0-8 0,1 2 12 0,-2-2-4 16,1 1-8-16,-2 1 8 0,0 1-8 0,0-3 8 15,-1 3 0-15,-1 0-8 0,2-2 12 0,-2 1-4 16,-1-2-8-16,-1 1 8 0,-2 0-8 0,-2 2 8 16,1-3-8-16,0 0 0 0,1 3 0 0,-1 3 0 15,-1-2 0-15,1 3 0 0,-1 1 0 0,-1-2-11 16,1 6 11-16,0-3-12 0,1 4 12 0,3 0-12 16,1 2 12-16,2-4 0 0,1 0-9 0,3-1 9 15,-1-1 0-15,2 0 0 0,3-2 8 0,-1-2-8 16,0-1 9-16,2-1-9 0,-1 3 10 0,2-3-10 15,0 0 0-15,1 0 8 0,-1 2-8 0,0-2 0 16,0 0 0-16,-1 1 0 0,0 2 0 0,-1 1 0 16,0 1 0-16,-5 2 0 0,4 2-10 0,-3 1 10 0,1 3-12 15,0 2 4-15,3 4 0 0,-1-2 0 0,3 1 8 0,1 1-12 16,1 1 12-16,-1-2-12 0,3 1 12 0,-2-3 0 16,1-4 0-16,2-2 0 0,0 3 0 0,0-7 0 15,-1 1 0-15,1-1 0 0,1-1 0 0,0 1-8 16,0 1 8-16,-1-1 0 0,1-1-19 0,-1 1 2 15,0 0 0-15,1 0 0 0,-2 3-27 0,1-3-6 16,1 2-1-16,-2-2 0 16,0-1-31-16,1 0-6 0,0-3-2 0,0-2 0 15,-1-2-6-15,0-3-2 0,-1-1 0 0</inkml:trace>
  <inkml:trace contextRef="#ctx0" brushRef="#br0" timeOffset="-109696.02">13988 16816 691 0,'-4'5'61'0,"0"0"-49"0,2-1-12 0,2-4 0 16,0 0 211-16,-1 2 39 0,-2 0 8 0,0 3 2 16,-1 1-180-16,0 1-36 0,0-1-8 0,3-3 0 15,0 1-36-15,0-1 0 0,1 0 0 0,0-1 0 16,1 2 0-16,-1-3 0 0,0 2 0 0,0-1 0 16,0 2 0-16,-1-2 0 0,-1 2 0 0,0 2 0 15,0 0 23-15,-3 1 1 0,1 0 0 0,0 2 0 16,0-2 20-16,1 2 4 0,2-3 0 0,-1-2 1 15,4 1-16-15,0-2-3 0,0 1-1 0,2-2 0 16,1 0-21-16,0 0-8 0,2-2 0 0,2 3 9 16,1-3-9-16,0 1 0 0,-1 1 0 0,0-2-11 0,1 3 11 0,-1 0-13 15,-2 0 5-15,-2 1 8 0,-1 2 0 0,-1-2 0 16,-1-1 0-16,-2 2 0 0,0 0 0 0,-2 0 0 16,-1 1 0-16,1 0 0 0,-2 1 8 0,0-4-8 15,0 4 12-15,2-7-951 16</inkml:trace>
  <inkml:trace contextRef="#ctx0" brushRef="#br0" timeOffset="-109112.97">16433 16103 1094 0,'6'-13'97'0,"-4"4"-77"0,1 0-20 0,-1 3 0 0,1 1 156 0,-1 0 27 16,1 1 5-16,-1-6 2 0,3-2-114 0,0-3-22 16,0 4-5-16,0-2-1 0,-3 7-17 0,0 0-4 15,-2 4-1-15,-2 0 0 0,0 4 22 0,-1 1 4 16,0 4 0-16,-1 1 1 0,1 2 10 0,0 5 1 16,-2 1 1-16,0 0 0 0,0 4-29 0,-1 2-5 15,1 3-2-15,0 0 0 0,0 3-21 0,-1-3-8 16,1 3 0-16,0-2 9 0,-1 0-9 0,-1 1 0 0,2 2 0 0,1-1 0 15,0-2 0-15,-1 3 0 0,2-3 0 0,-2 1 0 16,2-5-8-16,-1-2 8 0,3-2-10 0,-2-5 10 16,2-1-37-16,0-6-2 0,0-2 0 0,1-4 0 31,0-2-146-31,-2-2-30 0,1-6-5 0</inkml:trace>
  <inkml:trace contextRef="#ctx0" brushRef="#br0" timeOffset="-108462.97">16331 16081 1652 0,'-7'6'73'0,"1"-4"15"0,1 2-70 0,1 0-18 0,3-1 0 0,1 0 0 16,0-1 87-16,-2 4 13 0,1 4 4 0,0 3 0 15,2-1-68-15,2-1-14 0,2 0-2 0,0 0-1 0,1 1-11 0,1-3-8 16,-1 1 12-16,3-1-12 0,1 1 17 0,-1 2-3 16,-1-2-1-16,0 0 0 0,-2 5-5 0,-1-1 0 15,0 4-8-15,-3 1 12 0,-1 0-12 0,-2 4 0 16,0 1 0-16,-2-1 0 0,0 1-40 0,-1-4-2 15,0-1 0-15,2-7 0 16,1 0-41-16,-2-5-8 0,1-4-1 0,-1-3-1 16,-1-3 9-16,0-4 1 0,-1 1 1 0,0-5 0 0,-3 0 29 0,1-1 5 15,-1-3 2-15,0 1 0 0,0-1 46 0,0 2 0 16,-1-3 10-16,-1 3-2 0,0 1 35 0,2 2 6 16,0 4 2-16,2 0 0 0,2 3 0 0,1 2 0 15,1 2 0-15,1 2 0 0,1-3 9 0,1 2 3 16,2-1 0-16,4 2 0 0,3-3-35 0,2-5-6 15,7 0-2-15,4-4 0 0,5-6-20 0,4-2 8 0,4-4-8 0,2-2 0 16,2-2 0-16,2-1 0 0,-2-2 0 0,0-3 0 16,-3 5 0-16,3-3 0 0,2-4 0 0,-3 1-8 15,-4-1 8-15,-4 3-12 0,-4 1 12 0,-3 1-12 16,-3 5 12-16,-5 1 0 0,-2 4 0 0,-2 4-8 16,-4 2 8-16,-2 5 11 0,1 1-3 0,-4 3 0 15,-1 0 34-15,-1 1 6 0,-1 0 2 0,0 2 0 16,0 0 3-16,-1 0 1 0,-1 2 0 0,0 0 0 15,-1-2-23-15,-2 3-5 0,2-3-1 0,3 0 0 16,0 0-9-16,-18 12-3 0,13-5 0 0,-1 3 0 16,-2 3-5-16,1 3-8 0,2 5 11 0,2 5-11 15,0 6 0-15,1 9 0 0,2 8 0 0,0 3 0 0,0 4 0 16,0-2 0-16,-3-1 0 0,2 2 0 0,0-5 0 16,0 1 0-16,1 0-10 0,1-8 10 0,3-7-20 0,1-8 0 15,1-7 0-15,1-7 0 0,2-5 4 0,-2-6 0 16,3-3 1-16,0-3 0 0,1-6 15 0,3-5 0 15,-1-7 0-15,3-5 0 0,2-8 18 0,-1-7 10 16,0-4 1-16,1-5 1 0,0-1 6 0,1 3 2 16,-1 1 0-16,-2 0 0 0,-1 2-18 0,1 1-3 15,-1-1-1-15,-1 4 0 0,-2 3-30 0,-2 7-6 16,0 5-2-16,-3 8 0 16,-1 5-152-16,-3 5-30 0,-2 6-7 0</inkml:trace>
  <inkml:trace contextRef="#ctx0" brushRef="#br0" timeOffset="-106379.25">13922 17389 115 0,'-8'-9'0'0,"1"5"10"0,3-2-10 0,1 3 0 0,2 0 0 0,0-1 0 16,-1 2 56-16</inkml:trace>
  <inkml:trace contextRef="#ctx0" brushRef="#br0" timeOffset="-105612.68">14291 16704 57 0,'-4'2'0'0,"0"-2"0"15,2 0 0-15,-1 0 0 0,2 0 371 0,0 0 69 16,0 0 13-16,-2 0 3 0,0 1-271 0,-4 1-54 15,0-2-11-15,1 1-3 0,1 1-53 0,0-2-12 16,-1 2-1-16,-2 0-1 0,-3 4-38 0,-2 1-12 16,-4 1 8-16,-2 6-8 0,-6-2 0 0,-1 2 0 15,3 1 0-15,-3 1 0 0,1 3 0 0,-1 2-9 16,-1 2 9-16,-1-5-12 0,5 2 12 0,-2-1 0 0,-1-1 0 16,2 2-8-16,-2-5 8 0,1 1 0 0,0 0 0 0,0 2 0 15,-1-1 12-15,0 1-3 0,-1-2 0 0,1 3 0 16,-1 1 1-16,1-2 0 0,3 2 0 0,3 1 0 15,1 1-10-15,3-2 12 0,1 2-12 0,3 0 12 16,0 3-12-16,2 0 0 0,1 1 0 0,3-1 0 16,0 1 0-16,1 2 0 0,1 0 0 0,0 1 0 15,1-1-14-15,-1 1 5 0,1-4 1 0,1-6 0 16,-2 2 8-16,2-3 0 0,-1 0 0 0,1-2 0 16,1-1 0-16,-2-3 0 0,2 2 0 0,0-4 0 15,-1 5 0-15,2-3 0 0,0 1 10 0,2 0-10 16,-1 2 0-16,1-1 0 0,3-2 0 0,1 4 0 15,4-4 0-15,0 4-8 0,1-3 8 0,2 3 0 0,-1-3-10 0,2 2 10 16,2 1-8-16,-1 0 8 0,-2-1 0 0,1 1 0 16,1-3 0-16,0-1 0 0,-1 4 0 0,1-2 0 15,3 1 0-15,-4-5 0 0,1 2 0 0,-1 0 0 16,1 1 0-16,2-2 0 0,3 0 0 0,0-1 0 16,2-3 0-16,1 2 0 0,4-5 0 0,2-2 11 15,-1-4-11-15,4-2 12 0,3-2 0 0,1-3 1 16,0-1 0-16,0-2 0 0,0 1 2 0,-2-2 0 15,0 1 0-15,-2 2 0 0,-1 1-15 0,-3 1 9 16,-1 3-9-16,-3-1 8 0,-2 3-8 0,-2-1 0 16,1 4 0-16,-3 0 0 0,1 4 0 0,-2-1 0 15,2 0 0-15,1 0 0 0,-1 2 0 0,1 0 0 16,1-2 0-16,0 0-11 0,-1-3 11 0,-1 0 0 0,0 0 0 16,1-3-8-16,1 0 8 0,-4 0 0 0,-1-1 0 0,-3 2 8 15,-1 1-8-15,1-2 0 0,-1 1 0 0,-1 1 0 16,-1-2 0-16,-3 3 8 0,1 0-8 0,-2 0 0 15,-1 0 0-15,-1 0 0 0,1 0 0 0,-3 0 0 16,1 3-15-16,-2-3-7 0,1 1-2 0,-1-1 0 31,1 0-114-31,-2-1-23 0,1-2-5 0,-2-3-1 16,-1-4-45-16,1-6-8 0,-1 0-3 0</inkml:trace>
  <inkml:trace contextRef="#ctx0" brushRef="#br0" timeOffset="-105163.21">14599 17661 115 0,'-9'6'10'0,"2"-2"-10"0,4-4 0 0,2 2 0 0,1 0 217 0,-4 2 42 16,-1 3 8-16,-5 0 1 0,0 5-118 0,-1 1-24 15,3-3-5-15,0-4-1 0,5 3-20 0,0-5-5 16,2 1-1-16,1-3 0 0,0 0-26 0,1 1-4 16,2 0-2-16,-1-3 0 0,3 3-33 0,-1 0-6 15,1 1-2-15,0 2 0 0,1 1-12 0,-1-1-9 16,2 0 12-16,-1 1-12 0,2 2 8 0,0 1-8 15,4 2 0-15,-1 1 0 0,2-1 0 0,1 0 8 16,-1 1-8-16,2-3 0 0,0 0 29 0,-1-1-1 16,1 1 0-16,1-1 0 0,1-2-4 0,0 2-2 15,-1 0 0-15,0-3 0 0,-2-1-10 0,2 1-1 16,-1 0-1-16,-3-1 0 0,1 3-2 0,-3-2 0 0,-1 2 0 16,-1-4 0-16,-2 2 2 0,-1-2 0 0,0 2 0 15,-3-2 0-15,1 1 3 0,-1-1 1 0,0 2 0 0,-1-4 0 16,0 3-2-16,2 0-1 0,-1-1 0 0,1 0 0 15,-1 0-11-15,0 3 0 0,2-2 0 0,-3 0 0 16,2-2 0-16,-2 3 0 0,0 1 0 0,1-1 0 16,-2 0 0-16,-2 0 0 0,1 0 0 0,-3 2 0 15,1 0 11-15,-3-1-3 0,-1 2-8 0,-4 1 12 16,-2 3-3-16,-3-3-1 0,-3 4 0 0,-1 0 0 16,0 1-8-16,-2-1 10 0,0 0-10 0,0-3 10 15,-1 2-10-15,1-4-11 0,4-3 3 0,-1-4 0 16,0-1-31-16,2-2-5 0,0-1-2 0,1-4 0 15,-2-4-144-15,5-3-29 0</inkml:trace>
  <inkml:trace contextRef="#ctx0" brushRef="#br0" timeOffset="-98063.24">15845 17705 460 0,'0'4'41'0,"0"-1"-33"16,0-1-8-16,0-1 0 0,0-1 134 0,0 3 25 16,1-3 5-16,2 0 0 0,-1 1-132 0,2 1-32 15,0 1 0-15,1-2 0 0,1 2-41 0,-1-3-10 16,0-3-1-16,-1 3-1 16,-3 0-19-16,1-1-4 0,1 2-1 0,-2-1 0 0,0 3 85 0,-1-3 18 15,0 0 3-15,0 0 1 0,0 2-10 0</inkml:trace>
  <inkml:trace contextRef="#ctx0" brushRef="#br0" timeOffset="-97278.08">15969 17886 172 0,'2'2'16'0,"0"-2"-16"0,-1-2 0 0,0 1 0 16,0-2 243-16,0 0 45 0,2-2 10 0,1-3 2 15,2-4-236-15,1-7-46 0,1-1-10 0,-2 2-8 0,-1 2 10 0,-3 0-10 16,1-2 8-16,-3 5-8 0,-1 0 64 0,-2 0 7 16,1 1 1-16,-3-1 1 0,0 3 5 0,0-1 1 15,-1 1 0-15,-1 3 0 0,2-4-25 0,0 3-5 16,-1-2-1-16,0-1 0 0,1 4-16 0,0-2-4 15,0 2-1-15,0 2 0 0,-1 0 1 0,1-1 0 16,1 1 0-16,0 1 0 0,0 2 11 0,-1-2 2 16,1 1 1-16,2 2 0 0,0-1 6 0,-1 0 0 15,-3 2 1-15,-1 0 0 0,1 0-9 0,-1 0-3 16,-1 4 0-16,1-4 0 0,0 4-17 0,-2 0-4 16,-2 2-1-16,0 2 0 0,2-1-15 0,-2-1 0 15,-3 6 8-15,-1 2-8 0,2-2 0 0,-1 4 0 16,2-1-9-16,2 1 9 0,1-4-9 0,2 2 9 0,2-2-8 15,0 1 8-15,2-1 0 0,0 2 0 0,0 1 0 0,1 1-8 16,1 0 8-16,-1 2 0 0,2 0-9 0,0 3 9 16,2 3-11-16,0 0 3 0,-1 3 0 0,2 3 0 15,0 3-4-15,1-1-1 0,1-1 0 0,0-2 0 16,3 0 13-16,-1-1-12 0,3-6 12 0,1-5-12 16,3 2 12-16,0-1 0 0,2-2-10 0,2 3 10 15,-1-7 0-15,3 2-11 0,1 1 11 0,0-5-8 16,-1-1 0-16,1 0 0 0,1-3 0 0,0-5 0 15,1 4-6-15,-2-1-1 0,1-4 0 0,-1 0 0 16,-1 0 3-16,1-4 0 0,0-1 0 0,0-2 0 16,0-3 12-16,-3-2 0 0,1-1 0 0,-3-5 0 0,1-2 0 15,-2-5 0-15,0 3 0 0,-3-5 0 16,-2 1 10-16,1-6-10 0,-3 1 8 0,-3-5-8 0,0-5 0 0,-3 0 0 16,0 1 0-16,-2-1 0 0,-1 2 0 0,-4 5 8 15,0-1-8-15,-3 3 0 0,-2 4 8 0,-3 2-8 16,-1 5 8-16,-4-2-8 0,1 7 25 0,-2 0 0 15,1 4 0-15,-3-1 0 0,-1 5 9 0,-3 3 2 16,4 2 0-16,-1 3 0 0,-3 3-8 0,-2 2-2 16,-3 1 0-16,0 5 0 0,1 3-16 0,0 1-10 15,3 4 12-15,4 4-12 0,2-2 0 0,2 1 0 16,3 4 0-16,0-1 0 0,4 3-8 0,0 2 8 16,1 1-13-16,1 0 5 0,2-3 0 0,2-2 0 15,1-1 0-15,3-6 0 0,1 4 0 0,0-5 0 16,2-2 0-16,1-6 0 0,-1 0-10 0,3-1-2 15,1-3 0-15,3 0 0 0,0-3-36 0,1-2-7 0,2 1-1 0,2-8-682 16,2 0-136-16</inkml:trace>
  <inkml:trace contextRef="#ctx0" brushRef="#br0" timeOffset="-95779.53">16570 18097 345 0,'-5'10'15'0,"0"-1"4"0,-1-3-19 0,2 0 0 16,2-2 0-16,-1-1 0 0,-1 0 381 0,-2 5 73 15,-2 4 14-15,-5 3 4 0,2 1-321 0,1-4-64 16,1 1-13-16,3-3-2 0,3-3-50 0,0-2-10 15,1 1-1-15,2-2-1 0,2-3-10 0,-1 2 0 16,2-1 0-16,1-2 0 0,0 0-8 0,3 0 8 0,0 0-10 0,2 0 10 16,1-2 0-16,2-2 0 0,2 0 0 0,-1-1 0 15,1-2 9-15,1 1-1 0,-1-4-8 0,3 1 12 16,-3-5 2-16,0 2 0 0,2 1 0 16,-5 0 0-16,-1-2-3 0,-3 1-1 0,0 2 0 0,-1-2 0 15,-4-1-10-15,1 4 10 0,-2-4-10 0,-1 5 10 16,0 0-10-16,-1-1 8 0,0 2-8 0,-2-2 8 15,1 3-8-15,-1 0 10 0,2 2-10 0,-2 1 10 16,2 0-10-16,-1 1 0 0,2 0 9 0,-3 2-9 16,2 0 0-16,0-2 0 0,0 4 0 0,-1-2 8 15,1 2-8-15,-1 0 0 0,0 1 0 0,1-3 0 16,-1 3-11-16,-2 1 11 0,1 0-13 0,1 1 5 16,-2 1 8-16,-1 1-8 0,0 2 8 0,0 1-8 0,1-2 8 0,-1 4 0 15,1 0 0-15,1 3-8 0,2 3 8 0,1-2 0 16,1 3 0-16,2 1 0 0,1 4 0 0,1 2 0 15,1 0 0-15,1 2 0 0,1 0 0 0,-2-2-10 16,1-1 10-16,1-5 0 0,-1-2-10 0,0 1 10 16,1-1-8-16,-1-4 8 0,2-4-17 0,-2-2 1 15,3 0 1-15,3-3 0 0,-5-2-1 0,2 0 0 16,1-3 0-16,0-3 0 0,2-3-7 0,0-2-1 16,2-6-1-16,-1-5 0 0,-1-3-9 0,1-6-2 15,-2-1 0-15,-1 0 0 16,-1-1-32-16,-2 1-6 0,-3 6-2 0,-3-2 0 15,-1 5-36-15,-4 2-7 0,-3 6-1 0,-4-1-1 16,-3 6-61-16,-5 1-12 0</inkml:trace>
  <inkml:trace contextRef="#ctx0" brushRef="#br0" timeOffset="-95645.68">16597 18262 115 0,'-4'0'10'0,"4"0"-10"0,0 0 0 0,-3 0 0 0,-2 2 377 0,-5 2 74 0,-4-1 14 0,-1 0 3 16,-1 0-280-16,4 0-57 0,3-3-11 0,4 2-3 15,3-2-29-15,2-2-5 0,1 2-2 0,6 2 0 16,5 0-28-16,5 2-5 0,5 2-2 0,9 3 0 15,7-2-34-15,6 2-12 0,3-3 0 0,1-2 9 32,5-4-89-32,1-8-17 0</inkml:trace>
  <inkml:trace contextRef="#ctx0" brushRef="#br0" timeOffset="-86580.3">25901 5458 1036 0,'-5'0'92'0,"1"0"-73"0,3 0-19 0,1 1 0 0,0-1 88 16,-1 3 15-16,-2-3 2 0,-2 2 1 16,-1 2-3-16,-1-1-1 0,-1 1 0 0,2 1 0 0,0-1-32 0,1-1-6 15,0 0-2-15,0 0 0 0,4-2-23 0,0 2-5 16,-1-3-1-16,2 0 0 0,2 2-6 0,-2-2-2 15,3 0 0-15,1 0 0 0,2 0-15 0,3 1-10 16,-1 3 12-16,4-2-12 0,-1 5 0 0,2-1 0 16,5 0 0-16,3 6 0 0,0-2 8 0,2 3-8 15,1-1 9-15,-1 2-9 0,-1 0 0 0,1-1 8 16,-2 0-8-16,0 2 0 0,0 1 0 0,-1-3 8 16,-1 0-8-16,0 0 0 0,-3-4 9 0,0 4-9 15,-2-3 8-15,-3 2-8 0,-1-3 8 0,-2-2-8 0,-2 2 0 16,-1-3 8-16,-1 0-8 0,-1-2 0 0,-1-3 9 15,-2 2-9-15,1-1 0 0,-2-1 9 0,0 2-9 0,0-3 0 16,-2 0 10-16,-1 2-10 0,-1-2 8 0,1 0-8 16,-3 0 9-16,0 0-9 0,0 2 10 0,-3 0-10 15,-2 0 0-15,-2 0 8 0,-2 3-8 0,-3-2 0 16,-1 5 0-16,-2 0 0 0,0 2 0 0,1 3 0 16,1-1 0-16,0 0 0 0,3 2 0 0,1 1 0 15,3-3 0-15,3 2 0 0,2-4 0 0,0 1 0 16,2 2 0-16,0 0-8 0,-1 0 8 0,2 2 0 15,-1-1 0-15,-1-2 0 0,2 3-8 0,-1-3 8 16,1 2 0-16,0 1 0 0,2-4 0 0,-4 4 0 16,4-3 0-16,-1 2 0 0,0 4 0 0,1 1 9 15,0 3-9-15,-1 7 0 0,2-1 0 0,-2 7 0 0,2 1 0 16,-1 4 0-16,2 1 0 0,1 2 0 0,0-3 0 0,1 3 0 16,0-1 0-16,3-2 0 0,0-1 0 0,0-4 0 15,1 0 0-15,-2-4 0 0,2-3 0 0,-4-2 0 16,2 1-10-16,-3-1 10 0,1-4 0 0,-1 1 0 15,1-2 0-15,-1 2 0 0,2 2 0 0,-1-3 0 16,3-1 0-16,-1-1 0 0,2-1 0 0,0-7 0 16,3 2 0-16,-1-6 0 0,0 2 0 0,1-4 0 15,-1 0 0-15,1 1 0 0,-1-4 0 0,-1 0 0 16,0 1 0-16,1-1 0 0,-4 0 0 0,2-2 0 16,-2 1 0-16,-1 1 0 0,1-2 0 0,-1 2 0 15,1-1 0-15,-3-2 0 0,2 1 0 0,1 2 0 0,-1-3 0 16,1 2-9-16,-1-2 0 0,2 0 0 0,-2 2 0 15,2-2 0-15,0 0 9 0,-1 0 0 0,2 0 0 16,-1 0-8-16,-1 0 8 0,-1-2 0 0,0 4 0 0,0-2 0 16,-1 0 0-16,-2 2 0 0,1-2 0 0,-2 6 0 15,-1-2 0-15,-1 2 9 0,-2 3-9 0,-2 1 0 16,1 2 10-16,-4 2-10 0,1 2 8 0,0 2-8 16,0 1 0-16,0-1 0 0,2 0 0 0,1 3 0 15,3 1 0-15,0 0 0 0,1 0 0 0,3 3 0 16,0-1-12-16,0 3 12 0,2 1-10 0,-1 1 10 15,0 0 0-15,2 2 0 0,-1 0-8 0,0 1 8 16,2-1 0-16,0-1 0 0,0-2 0 0,-1 1-9 16,1-2 9-16,1 2 0 0,-1-3 0 0,1 2 0 15,-2-2 0-15,1 2 0 0,1 1 0 0,1-2 0 0,-1-1 0 0,1-1 0 16,2 1 0-16,-1 0 0 0,1 1 0 0,-2-5 0 16,1 2 0-16,-2-3 0 0,-1-2 0 0,-2 0 0 15,1 0 0-15,-3-3 0 0,-1-2 0 0,-3 0 0 16,0-2 0-16,-2 1 8 0,0-3 0 0,-3-2 0 15,0 0 0-15,-2-2 0 0,1 0 1 0,-3-2 1 16,-5 1 0-16,-4-2 0 0,-4 1 3 0,-2 0 1 16,-4 1 0-16,-5-1 0 0,-3-2-1 0,-2 2 0 15,-1-4 0-15,-1-3 0 0,2 2-13 0,0-5 0 16,2 0 0-16,1-7 0 0,7 1-38 0,2-4-10 16,3-6-3-16,2-7-985 0</inkml:trace>
  <inkml:trace contextRef="#ctx0" brushRef="#br0" timeOffset="-84479.51">22840 4845 460 0,'-6'-5'20'0,"1"1"5"0,2 0-25 0,0 2 0 16,3 1 0-16,-1 1 0 0,1-3 253 0,-1 0 46 15,-1-2 9-15,1-2 1 0,-1 0-193 0,0 1-40 16,-1 0-7-16,1 2-1 0,1 1-10 0,0 1-2 16,1 2 0-16,0 2 0 0,0 1-25 0,0-2-6 15,0 5-1-15,1 1 0 0,2 2-12 0,-2 3-4 16,1-1 0-16,0 4 0 0,0-2 8 0,2 2 2 15,0-1 0-15,-1 0 0 0,2 0-3 0,0 1-1 16,0 1 0-16,0-1 0 0,-3-2-14 0,3 0 8 16,-1-1-8-16,1-2 0 0,-1 2 8 0,-1-2-8 0,2 0 0 15,-1-1 0-15,1-2 0 0,-2 2 0 0,3-3 0 16,-1 0 0-16,2-3 0 0,1 0 8 0,-2-3-8 0,1 0 0 16,1 0 12-16,-2-3-1 0,2-2 0 0,1 1 0 15,1-5 14-15,1 0 3 0,0-4 1 0,3-5 0 16,2 0-2-16,2-4-1 0,6-6 0 0,3-3 0 15,4-4-14-15,4-1-4 0,4-5 0 0,1 1 0 16,1-4-8-16,-3 2 0 0,-1 1 0 0,5-7 0 16,4-1 0-16,1-2 0 0,-1 3 0 0,2 1-11 15,1 6-14-15,-1-1-3 0,1 1-1 0,-5 2-1064 16</inkml:trace>
  <inkml:trace contextRef="#ctx0" brushRef="#br0" timeOffset="-83445.61">22273 6289 288 0,'-8'-2'25'0,"3"-2"-25"0,0 4 0 0,3-2 0 0,1 2 255 0,0 0 45 15,1 0 10-15,-2 0 2 0,1 0-180 0,1 0-36 16,1 0-8-16,3-3 0 0,2 2-50 0,3 1-10 16,1 0-1-16,2-3-1 0,0 0-5 0,3-2-1 15,1-2 0-15,2 3 0 0,-2-3-10 0,0 1-2 16,0 0-8-16,-3 1 12 0,1 0-12 0,-2 0-12 0,-2 1 3 0,0 1 0 31,-2 0-138-31,-1 0-27 0</inkml:trace>
  <inkml:trace contextRef="#ctx0" brushRef="#br0" timeOffset="-80263.14">22434 7333 288 0,'0'-3'12'0,"0"1"4"0,0 1-16 0,-2 1 0 0,2 0 0 0,-1 0 0 0,1 0 252 0,-1 0 48 15,0 0 10-15,-2 1 2 0,-1 1-180 0,4-2-35 16,0 0-7-16,0 0-2 0,0 0-44 0,0 0-8 15,0 0-3-15,0 0 0 0,0 0-33 0,2 20 0 16,1-17 0-16,1-1 0 0,-1 2 0 0,0-2 0 16,2 0 0-16,1 2 0 0,1-2 14 0,0 0-4 15,2 2-1-15,-1 0 0 0,1 1 2 0,1-2 0 16,-2 6 0-16,2-3 0 0,-1 2-3 0,-2 0-8 16,1 0 12-16,-2 0-4 0,0 2-8 0,-2-1 12 15,0 1-12-15,-2-4 12 0,1 4-2 0,-1-7 0 16,1 2 0-16,-1-1 0 0,2-1-10 0,-1-2 0 0,2-1 9 15,2-1-9-15,0-2 0 0,3-3 0 0,1 2 0 16,0-2 0-16,1-3-12 0,1 2 4 0,-2 1 0 0,0-3 0 16,-1 0 8-16,0 2 0 0,-1 1-9 0,-2 0 9 15,2 2 0-15,-2-2 0 0,2 2 0 0,-2-2 0 16,1 0 0-16,1-3 0 0,0 3 8 0,0-2-8 16,-1 2 9-16,2 0-9 0,-1 0 10 0,0 0-10 15,-3 2 0-15,1-1 8 0,-1 4-8 0,-1-2 0 16,-1 3 0-16,-1 0 0 0,-2 0 8 0,1 0-8 15,1 3 0-15,-2 1 0 0,1-2 0 0,2 2 0 16,-1-2 0-16,0 2 0 0,1-2 0 0,1 2 0 16,0 2 0-16,0-2 0 0,1 2 0 0,1-2 0 15,1 1 0-15,1 0 0 0,2 1 0 0,0-1 0 16,0-1 0-16,0-2 0 0,0 2 0 0,0-3 0 0,-1 0 0 16,-1-1 0-16,1 2 0 0,-3 0 0 0,1-2 0 0,-2 0 0 15,1 0 0-15,-2 0 0 0,0 1 0 0,0 2 0 16,0-3 0-16,-1 0 0 0,1 2 9 0,-2-2-9 15,1 0 8-15,0 1-8 0,-1-1 0 0,2 0 0 16,-1 0 8-16,1-1-8 0,0 1 0 0,2-5 8 16,2 2-8-16,1-4 8 0,2 1-8 0,3-1 0 15,-1-4 0-15,1 1 0 0,-1 0 0 0,1 0 0 16,-1 0 0-16,-2 4 0 0,-1 0 0 0,-1 1 0 16,-2 1 0-16,-1 3 0 0,-1 1 0 0,-1 3 0 15,0-1 9-15,0 0-9 0,0 4 22 0,-2-2 0 16,-1 1 0-16,1 1 0 0,-2 4-3 0,0-4-1 15,0 4 0-15,3-4 0 0,0 2-18 0,-2-2 10 0,2 0-10 0,0-1 8 16,0-1-8-16,1-2 0 0,0 0 0 0,0 0 0 16,2 2 0-16,-1-2 0 0,1-1 0 0,1-1 0 15,0 0 0-15,0-1 0 0,0 1 0 0,0 0 0 16,0-2 0-16,1 2 0 0,0 0 0 0,-1-3 0 16,-2 3 0-16,1 3 0 0,-1-6 0 0,0 6 0 15,0-3 0-15,-1 2 0 0,0-1 0 0,-1 2 0 16,0-3 0-16,-1 2 0 0,0 0 0 0,-1 0 0 15,-1 1 0-15,2-3-12 0,1 0 0 0,-2 0 1 16,1 1-41-16,0 1-9 0,1-2-2 0,0 1-545 16,-1 1-108-16</inkml:trace>
  <inkml:trace contextRef="#ctx0" brushRef="#br0" timeOffset="-70863.54">23355 7282 172 0,'-8'0'16'0,"3"0"-16"0,2 0 0 0,1 0 0 16,2 0 49-16,0 0 7 0,0-2 2 0,0 2 0 0,0-3-50 0,-1 2-8 15,1-2 0-15,1 1-11 0,-1 1 11 0,2 1 0 16,-1-3 0-16,0 2 0 0,0-1 56 0,-1 2 6 16,2 0 2-16,-2 0 0 0,0-3 41 0,0 3 9 15,0 0 2-15,0 0 0 0,0 0 6 0,0 0 2 16,0 0 0-16,0 0 0 0,0 0-53 0,0 0-11 16,0 0-1-16,0 0-1 0,0 0-44 0,0 0-14 15,0 0 8-15,0 0-8 0,0 0 0 0,0 0 0 16,0 0 8-16,0 0-8 0,0 0 12 0,6 21-2 15,-6-17 0-15,-1 0 0 0,-2 1 5 0,1 2 1 16,-1 2 0-16,-1-2 0 0,-1 2 2 0,1 1 1 16,-1-1 0-16,1 1 0 0,-1 1-9 0,1-1-2 15,2 0 0-15,1-1 0 0,-1-3-8 0,1-1 0 16,2 0 0-16,-1-1 0 0,2-2 0 0,-1-1 0 0,0 2 0 16,0-3 0-16,-1 0 0 0,1 2 0 0,-1-2 0 0,0 0 0 15,-1 4 0-15,0-4 0 0,-1 4 0 0,-2-1 8 16,0 2-8-16,-1-1 0 0,0 2 0 0,1 1 8 15,1-4-8-15,0 2 0 0,2-1 0 0,1 0 0 16,1-2 0-16,2-2 0 0,0 0 0 0,2 0-11 16,0 0 1-16,3-2 0 0,-2-1 0 0,1 2 0 15,2-3 10-15,-2 2 0 0,1 2 0 0,-2-3 0 16,2 2 0-16,-2 1 0 0,0 0 0 0,-1 0 0 16,1 1 14-16,-2 2-2 0,1-3 0 0,0 0 0 15,0 1-4-15,1 0-8 0,0 0 11 0,0-1-11 16,2 3 8-16,1-3-8 0,1-3 0 0,1 2 0 15,2 0 0-15,-1 0 0 0,1-3 0 0,-1 2 0 0,-1-2 0 16,1 4 0-16,1-3 0 0,-1 1 0 0,0 4 0 0,0-2 0 16,-2 0 0-16,1-2 0 0,0 2 0 0,1-1 0 15,0 1 0-15,3 0 0 0,0-3 0 0,1 3 0 16,0-2 0-16,-1 2 0 0,0-2 0 0,0 2 0 16,-2 0 0-16,2 0 0 0,-2 2 0 0,-1 3 0 15,-1-2 0-15,0 0 0 0,2 3 0 0,-2 1 0 16,1 0 0-16,0 1 0 0,2-2 0 0,1-2 0 15,1 2 0-15,1-2 0 0,4-2 8 0,2-2-8 16,1 0 0-16,2-4 0 0,2-1 0 0,-1-2 0 16,0 1 0-16,4-2 0 0,2 1-12 0,-3 1 3 15,-3 3 1-15,-2-4 0 0,-4 5 8 0,-4-2 0 0,0 2 0 16,-2 0 0-16,-1 0 0 0,-3 2 9 16,-1 2-1-16,0 0-8 0,-2 3 17 0,1-2-3 0,1 1-1 0,0 1 0 15,0-1-13-15,1-2 8 0,1 2-8 0,1-3 0 16,0 2 8-16,0-1-8 0,0-2 0 0,2 1 0 15,0-2 0-15,1 1 0 0,0-2 0 0,1-2 0 16,2 1-9-16,-3 0-2 0,1 0 0 0,1 2 0 16,-1 1 11-16,-1-2-8 0,-1 4 8 0,-3-1-8 15,1 2 8-15,-4-2 0 0,1 1 0 0,-2 1 0 16,0 1 0-16,0-1 0 0,1 0 0 0,-1-1 0 16,2-1 0-16,0-1 0 0,2 0 0 0,-1-1 0 15,3-1 0-15,1-1 0 0,-2 0 0 0,1-1 0 16,1-1-12-16,-1 0 2 0,-1 0 1 0,1 1 0 0,-1-2 1 15,1 0 0-15,-2 2 0 0,1-2 0 0,-2 2 8 0,-3 2 0 16,1-2 0-16,0 4 0 0,-1-2 0 0,1 2 0 16,-3-4 0-16,2 2 0 0,-3 0 0 0,1 1 0 15,0 0 0-15,1 1 0 0,0-4 0 0,-1 4 0 16,1-2 0-16,-1-1 0 0,1 2 0 0,-1-2-8 16,-1 3 8-16,-2 0-8 0,2 0 8 0,-2 0 0 15,-2 0-9-15,2 0 9 0,-2 0 0 0,0 0 0 16,0 3 0-16,-1-3 0 0,1 1 0 0,1 2 0 15,-1-3 12-15,0 0-4 0,-1 0-8 0,0 0 10 16,0 0-10-16,0 0 10 0,20-3-10 0,-14 2 0 16,0-2 0-16,2 0 0 0,-1 3 0 0,-1-5 0 15,2 0 0-15,-2 2 0 0,0 0 0 0,-1-4 0 16,0 5 0-16,-1-2 8 0,-3 2 6 0,1-2 1 16,-2 4 0-16,0-4 0 0,-1 2 5 0,0-1 0 0,0 2 1 15,1-1 0-15,0-2-6 0,2-1-2 0,2-1 0 0,0 0 0 16,-1-2-23-16,2-2-5 0,1 1-1 0,-1-3 0 15,2 0-5-15,-1-2-2 0,-1-2 0 0,-2 2 0 16,1 1 15-16,-1 2 8 0,-1-1-10 0,-1 2 10 16,-1 4 0-16,-1-3 0 0,0 3 0 0,0 2 0 15,-2-2 0-15,2 2 0 0,0 2 0 0,-1-2 10 16,2 1-10-16,2 0 0 0,0-2 0 0,1 0 0 16,2-4 0-16,0-1 0 0,2 0 0 0,2-2-11 15,0-3 11-15,3-1 0 0,0-2 0 0,2 0 0 16,-3 1 0-16,-1 0 0 0,0 2 0 0,-1 1 0 15,1-1 0-15,1 2 0 0,-1-2 0 0,1 1 0 16,2-1 0-16,0 2-8 0,2-4 8 0,1 0 0 0,-1 4 0 16,2-3-10-16,1 0 10 0,-1 3 0 0,2-1-14 0,-2 1 4 15,-1 1 1-15,0 1 0 0,0-2 9 16,-1 3 0-16,0 2 0 0,-2-1-8 0,-1 3 8 0,-1 1 0 16,-1-1 0-16,0 1 0 0,-2 1 0 0,1-2 0 15,-1 0 0-15,2 0 11 0,3-2-11 0,0-2 0 16,3-1 0-16,0-1 0 0,4-2 0 0,0-6 8 15,1 2-8-15,0-4 0 0,-2 3 0 0,0 0 0 16,1 0 0-16,0 3 0 0,0-2 0 0,-3 5 0 16,-2 0 0-16,-1 3 0 0,-2 4 0 0,-2-2 0 15,-2 4 0-15,0-2 0 0,-2 3 9 0,0 2-9 16,0-3 10-16,1 2-10 0,0 2 0 0,0 0 0 16,1-4 0-16,2 4 0 0,0-2 0 0,1-1 0 0,1 2 0 15,2-2 0-15,-1 3 0 0,2-3 0 0,-1 3 0 0,-1 0 0 16,3 0 0-16,-3 0 0 0,-1 0 0 0,-1 0 0 15,-1 0 11-15,-1 3-1 0,2 0 0 0,-2 1 0 16,-2-2 6-16,0-1 2 0,2 2 0 0,-1-1 0 16,0 2-3-16,1-4-1 0,2 1 0 0,0-1 0 15,3-1-14-15,-1 1 9 0,2-4-9 0,0 4 8 16,0-2-8-16,0-2 0 0,0 2 0 0,-3-2 0 16,1 1 0-16,0 3 8 0,-1-2-8 0,-1 1 0 15,0 1 9-15,-1 1-9 0,2 1 10 0,-3 1-10 16,1-3 9-16,1 1-9 0,2 2 8 0,-1-3-8 15,3 0 0-15,0 0 8 0,0 0-8 0,1 0 0 0,-1 0 0 0,1 0 0 16,-3 0 8-16,0 0-8 0,0 0 0 16,-2 0 0-16,2 0 0 0,-1 0 0 0,-1 0 12 0,-1 2 1 15,0-1 0-15,0 2 0 0,0 1-5 0,0-1-8 16,0 2 11-16,-2 1-11 0,1 1 0 0,-2-4 0 16,1 1 0-16,-1 2 0 0,1 0 0 0,-1-3 0 15,-1 1 0-15,0 2 0 0,3-4 0 0,-2 2 0 16,1 0 0-16,-3-2 0 0,0-1 0 0,0 2 0 15,-2-1 0-15,1-2 0 0,-3 1-12 0,2-1 1 16,-2 3 0-16,0-3 0 0,-1 0-9 0,-1 2-1 16,0-2-1-16,0 0 0 0,-2 0-14 0,3 0-2 15,0 0-1-15,0 0-541 16,0 0-109-16</inkml:trace>
  <inkml:trace contextRef="#ctx0" brushRef="#br0" timeOffset="-70462.88">26884 6311 774 0,'-9'0'34'0,"4"0"7"0,2 0-33 0,0-2-8 0,2 2 0 0,1-3 0 15,-1 3 48-15,-1-1 8 0,0 1 2 0,-1-2 0 16,1 2 4-16,-1-3 1 0,2 2 0 0,0 1 0 16,0 0-3-16,1-2 0 0,0 2 0 0,0 0 0 15,1 0-26-15,-1-3-6 0,1 3 0 0,0 0-1 16,3 0 0-16,-1 0 0 0,2 0 0 0,-5 0 0 15,0 0-10-15,0 0-1 0,23 3-1 0,-18-3 0 16,2 2-15-16,0-2 0 0,0 1 0 0,-1 2 0 16,0-1 12-16,-1-1-4 0,2 2-8 0,-1 1 12 0,-1-2 11 15,0-1 1-15,1 4 1 0,1-3 0 0,1 2 0 0,-2 0 0 16,1-1 0-16,-2 0 0 0,-1 1-6 0,1 0-2 16,0 1 0-16,-1-2 0 0,-1 1-3 0,0 1-1 15,-2-1 0-15,0-2 0 0,0 2-1 0,-1-3-1 16,-1 4 0-16,0-1 0 0,0-2-3 0,-1 2 0 15,0 0 0-15,1-2 0 0,0 1-8 0,-1-3 0 16,2 1 0-16,0-1 8 0,2 0-8 0,-2 2 0 16,0-2 0-16,1-2 8 0,-1 2-8 0,0 0 0 15,0 0 0-15,0 0 0 0,0 0 0 0,0 0 0 16,0 0 0-16,0 0 0 0,0 0 0 0,0 0-20 16,-24 2 3-16,13 2-891 0</inkml:trace>
  <inkml:trace contextRef="#ctx0" brushRef="#br0" timeOffset="-67129.9">23977 17202 1018 0,'0'6'45'0,"-2"-2"10"0,1 0-44 0,0-2-11 0,1-1 0 0,0 2 0 16,-1-1 135-16,-2 2 25 0,2 2 4 0,-4 0 2 16,1 2-60-16,1 1-12 0,0-3-2 0,0 0-1 15,0-2-33-15,2-1-6 0,-3 0-2 0,3-1 0 16,0-2-30-16,-1 0-7 0,0 2-1 0,-1-2 0 16,1 0-12-16,0 2 0 0,-1-2 0 0,-1 2 0 15,1 0 0-15,0 3 0 0,1-2 0 0,-2 1 0 0,0-1 0 0,1 3 0 16,0 0 0-16,-1 1 0 0,2 2-9 0,-2-2 9 15,2 0 0-15,-2-1-9 0,2 0 9 0,0-4-12 16,0 2 12-16,1-1-12 16,1-3-99-16,-2 1-20 0</inkml:trace>
  <inkml:trace contextRef="#ctx0" brushRef="#br0" timeOffset="-66329.27">23827 17553 403 0,'-10'0'36'0,"3"2"-36"15,4-2 0-15,5 0 0 0,-1-2 337 0,-1 2 61 16,-1-2 12-16,-2-2 2 0,2-2-329 0,2-4-67 0,5-5-16 0,4-1 0 16,1 0-18-16,0 0-7 0,1-3-2 0,-3 6 0 15,-1 4 11-15,-3 3 1 0,-1 4 1 0,-3 2 0 16,0 4 54-16,-1 3 12 0,0-1 1 0,0 5 1 15,0 4 12-15,0 5 2 0,1 4 1 0,0 5 0 16,1-1-41-16,0 3-9 0,1-2-2 0,0-1 0 16,4 0-17-16,0-5 0 0,0-1 0 0,1-6 0 15,-1 0 0-15,1-6 0 0,-1 2-10 0,0-5 10 16,2-1 0-16,-4-4-11 0,0-1 11 0,-3 2-8 16,3-3 8-16,0-3 0 0,-1 3 0 0,0-1 0 15,0 1 0-15,-1-2 8 0,1 2-8 0,0-3 11 16,-2 3-11-16,1 0 0 0,-1 0 9 0,1 0-9 0,-1 3 0 0,2-3 0 15,1 2 0-15,0-1 0 0,2 2 0 0,0-6-13 16,5 2 5-16,-1-5 8 0,4 0-20 0,-1-4 3 16,2-2 1-16,2-4 0 0,2 1 1 0,-1-5 1 15,5-2 0-15,-3 3 0 0,0 1 14 0,-4 3 0 16,-1 4 0-16,-3 2-9 0,-1 3 20 0,-1 2 4 16,-1 4 1-16,0 0 0 0,-1 6 12 0,-2 4 2 15,2 2 1-15,-1 7 0 0,2 1-4 0,0 6-1 16,2 2 0-16,1 3 0 0,0-2-9 0,0-1-1 15,2 0-1-15,-2-3 0 0,1-1-15 0,-1-3 0 16,2-3 8-16,1-7-8 0,0-2 0 0,0-3 0 16,2-6 0-16,-1-3-10 0,0-6 10 0,-1-1-8 15,-1 0 8-15,1-6-8 0,4 1 8 0,0-5 0 0,1-2 0 16,-1 4 8-16,-3-1-8 0,-2 3 8 0,-3 4-8 16,-2 2 8-16,-1 3-8 0,-3 4 0 0,0 0 8 0,0 3-8 15,-1 3 0-15,2 0 9 0,-1 4-9 0,0 0 0 16,1 2 8-16,1-1-8 0,2 4 0 0,0-1 0 15,-1-1 0-15,1-3 0 0,3-1 8 0,-1-3-8 16,2-3 0-16,2-4 0 0,0-2 0 0,1-5 0 16,4-3-12-16,1-2 12 0,1-3-13 0,-1-3 5 15,1 2 8-15,1-2 0 0,-3 1 0 0,0 1-8 16,-1 4 8-16,-2 1 0 0,0 5 0 0,-4 4 8 16,0 3-8-16,-2 3 11 0,1 3-11 0,-2 1 12 15,-1 2-4-15,1 4-8 0,2 2 12 0,0 3-4 16,0 1 3-16,2 3 0 0,-1-2 0 0,1 1 0 0,0-1 1 15,1-1 0-15,-3-1 0 0,3-5 0 0,-1-2-12 16,0-2 0-16,1-2 9 0,0-4-9 0,1 0 0 0,3-4 9 16,1-2-9-16,0-2 0 0,2 0 8 0,-2-3-8 15,0 0 0-15,0 0 0 0,0 1 0 0,-2-2 0 16,-1 2 0-16,-2 0 0 0,-1 0 0 0,-4 4 0 16,0 0 0-16,-2 3 0 15,-2 3-107-15,-3 0-25 0,1 4-4 0</inkml:trace>
  <inkml:trace contextRef="#ctx0" brushRef="#br0" timeOffset="-64495.82">22505 8357 1497 0,'-7'-5'133'0,"2"4"-106"0,-1-2-27 0,3 3 0 0,2 0 73 0,-1 3 10 15,0-2 1-15,1 1 1 0,-4 4-65 0,0 4-12 0,1 0-8 0,-2 5 8 16,3-1-8-16,-2 1 0 0,3-3 0 0,1-2 0 15,1-3 8-15,1-1-8 0,1-1 8 0,0-1-8 16,2-4 32-16,-1 3 3 0,2-2 0 0,-1 1 0 16,0-2 14-16,1 0 3 0,0 4 1 0,0-4 0 15,-2 4-4-15,0-2-1 0,1 2 0 0,-2 1 0 16,1 2-20-16,-1 3-5 0,-1 2-1 0,0 3 0 16,-1 1-14-16,2 0-8 0,-2-2 10 0,0 1-10 15,0-2 8-15,1-1-8 0,1-5 0 0,1-2 0 16,1-1 0-16,-1-4 0 0,2 0 0 0,0 0 0 15,0-3 8-15,0 2-8 0,1-1 0 0,-1-1 9 16,0 2-9-16,0-2 0 0,0 0 0 0,-1 0 0 16,1-1 19-16,0-2-2 0,1 3 0 0,1-4 0 0,2-1-7 15,3-1-2-15,3-1 0 0,1 0 0 16,3 0-8-16,1-2 0 0,-2 2 0 0,4-2 0 0,1 2 0 0,-4 0 0 16,-1 4-8-16,-3 3 8 0,-2 1 0 0,-3 2-9 15,-1 2 9-15,-2 2 0 0,-2-2-9 0,0 5 9 16,-1-1 0-16,-1 4-9 0,0 2 9 0,-1 2 0 15,1 1 0-15,-1-2 0 0,1 2 0 0,-2-3 0 16,1-1 0-16,1 1 0 0,2-6 0 0,1 0 0 16,2-2 0-16,1-4 0 0,1 0 0 0,3-3 0 15,-1 0 0-15,0-4 0 0,2 1 0 0,-2-3 0 16,1 2 0-16,-2-2 0 0,0 2 0 0,-1 1 0 16,-3-3 10-16,-2 5-10 0,-1 1 11 0,0 0-11 15,-3 1 12-15,-1 2-12 0,0 2 15 0,0-2-4 16,0 3-1-16,1 0 0 0,0 1-10 0,1 1 8 0,1 1-8 0,1 2 8 15,1-2-8-15,2 0 0 0,2 0 0 0,1 0 0 16,1 1 0-16,3-6 0 0,1 1 0 0,1 1 0 16,1-2 0-16,0 2 0 0,1-1 0 0,-2-2 0 15,-2 0 0-15,-1 0 0 0,-2 0 0 0,-1 0 0 16,-4 1 0-16,0 2 0 0,-2-1 0 0,0 2 0 16,-1 0 0-16,0 2 0 0,-2 0 0 0,0 0 0 15,0 0 0-15,2 4 0 0,1-4 0 0,1 1 0 16,5-1 0-16,3-5 0 0,3 1 0 0,4-5 0 15,2-2 0-15,3-3 0 0,-2-1 0 0,2-3 0 16,2-1 0-16,-1-1 8 0,0 2-8 0,-1-3 0 16,-1 3 0-16,-5 2 0 0,0-3 0 0,-6 6 0 15,0-2-56-15,-7 3-17 0,-5 2-3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0:37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277 255 1376 0 0,'-1'-2'346'0'0,"1"1"0"0"0,0-1 0 0 0,0 1-1 0 0,-1-1 1 0 0,1 0 0 0 0,1 1 0 0 0,-1-1 0 0 0,0 1-1 0 0,0-1 1 0 0,0 0 0 0 0,1 1 0 0 0,-1-1 0 0 0,1 1-1 0 0,-1-1 1 0 0,1 1 0 0 0,0 0 0 0 0,0-1 0 0 0,1-1-1 0 0,21-27 4557 0 0,-17 22-5159 0 0,15-17 1392 0 0,-1-2 1 0 0,17-31 0 0 0,-36 58-1108 0 0,-1-1 0 0 0,1 0 1 0 0,-1 0-1 0 0,0 0 0 0 0,1 0 0 0 0,-1 0 0 0 0,0 0 1 0 0,1 0-1 0 0,-1 0 0 0 0,0 0 0 0 0,0 0 0 0 0,0 0 0 0 0,0 0 1 0 0,0 0-1 0 0,0 0 0 0 0,-1-1 0 0 0,1 1 0 0 0,0 0 1 0 0,0 0-1 0 0,-1 0 0 0 0,0-1 0 0 0,0 1 38 0 0,0-1-1 0 0,0 0 1 0 0,-1 0 0 0 0,1 0-1 0 0,0 1 1 0 0,-1-1 0 0 0,0 1-1 0 0,1-1 1 0 0,-4-1 0 0 0,-3-2 119 0 0,0 1 1 0 0,0 0 0 0 0,-14-5-1 0 0,22 9-185 0 0,-12-5 121 0 0,10 4-107 0 0,0 0 0 0 0,1 0 0 0 0,-1 0 1 0 0,0 1-1 0 0,1-1 0 0 0,-1 0 0 0 0,0 1 0 0 0,0-1 0 0 0,1 1 0 0 0,-1 0 0 0 0,0 0 0 0 0,0 0 1 0 0,0 0-1 0 0,0 0 0 0 0,-2 0 0 0 0,-10 2 108 0 0,13-3-119 0 0,-1 1 0 0 0,1 0 0 0 0,0 0 0 0 0,0 1 0 0 0,0-1 1 0 0,0 0-1 0 0,-1 0 0 0 0,1 0 0 0 0,0 1 0 0 0,0-1 0 0 0,0 1 0 0 0,0-1 0 0 0,0 1 0 0 0,0-1 0 0 0,0 1 0 0 0,0-1 0 0 0,0 1 0 0 0,0 0 0 0 0,0 0 1 0 0,-1 1-1 0 0,-7 8 23 0 0,0 2 0 0 0,1-1 0 0 0,0 1 0 0 0,-7 14 0 0 0,0 2 22 0 0,2-8-24 0 0,-81 145 151 0 0,78-134-141 0 0,2 0 0 0 0,2 1 0 0 0,-14 50 0 0 0,24-70-23 0 0,0-1 0 0 0,0 1 0 0 0,1 0 1 0 0,1-1-1 0 0,1 22 0 0 0,-1-29-8 0 0,1 1 0 0 0,0-1 0 0 0,0 0 0 0 0,0 0 0 0 0,1 0 1 0 0,-1 0-1 0 0,1-1 0 0 0,3 7 0 0 0,-3-8-4 0 0,-1 0 1 0 0,1 0-1 0 0,-1 0 0 0 0,1-1 1 0 0,0 1-1 0 0,0-1 0 0 0,-1 1 1 0 0,1-1-1 0 0,0 0 1 0 0,0 0-1 0 0,0 1 0 0 0,1-1 1 0 0,-1-1-1 0 0,0 1 0 0 0,0 0 1 0 0,4 0-1 0 0,-3-1 1 0 0,0 0 0 0 0,0 0 0 0 0,0 0 0 0 0,0 0-1 0 0,0-1 1 0 0,0 1 0 0 0,0-1 0 0 0,-1 0 0 0 0,1 0 0 0 0,0 0 0 0 0,0 0 0 0 0,-1 0 0 0 0,1-1-1 0 0,-1 1 1 0 0,1-1 0 0 0,3-3 0 0 0,5-4 16 0 0,-1 0-1 0 0,11-13 1 0 0,-18 20-8 0 0,34-44 16 0 0,-2-1 0 0 0,48-84 0 0 0,-61 93-21 0 0,44-75-3 0 0,-62 107-1 0 0,0-1 1 0 0,-1 0-1 0 0,4-9 0 0 0,-7 15 2 0 0,1 0-1 0 0,-1 0 1 0 0,1 0-1 0 0,-1-1 1 0 0,0 1-1 0 0,1 0 1 0 0,-1 0-1 0 0,0-1 1 0 0,0 1-1 0 0,0 0 1 0 0,0-1-1 0 0,0 1 1 0 0,0 0-1 0 0,0-1 1 0 0,-1 1-1 0 0,1 0 1 0 0,0 0-1 0 0,-1-1 1 0 0,1 1-1 0 0,-1 0 1 0 0,1 0-1 0 0,-1 0 1 0 0,1 0-1 0 0,-1-1 1 0 0,0 1-1 0 0,-1-1 1 0 0,1 2 1 0 0,0-1-1 0 0,1 1 1 0 0,-1-1 0 0 0,0 1 0 0 0,0 0-1 0 0,0 0 1 0 0,0 0 0 0 0,0-1 0 0 0,0 1 0 0 0,0 0-1 0 0,0 0 1 0 0,0 0 0 0 0,0 0 0 0 0,0 0-1 0 0,0 1 1 0 0,0-1 0 0 0,0 0 0 0 0,1 0-1 0 0,-3 1 1 0 0,2 0-1 0 0,0-1 0 0 0,0 0 1 0 0,-1 1-1 0 0,1-1 0 0 0,0 0 0 0 0,0 0 0 0 0,-1 0 0 0 0,1 0 0 0 0,0 0 0 0 0,0 0 1 0 0,0 0-1 0 0,-1 0 0 0 0,1 0 0 0 0,0-1 0 0 0,-2 1 0 0 0,3 0 0 0 0,1 0-1 0 0,-1 0 1 0 0,0 0 0 0 0,0 0-1 0 0,0-1 1 0 0,0 1 0 0 0,0 0-1 0 0,0 0 1 0 0,0 0 0 0 0,0 0-1 0 0,0 0 1 0 0,0 0 0 0 0,1 0-1 0 0,-1 0 1 0 0,0 0 0 0 0,0 0-1 0 0,0 0 1 0 0,0 0 0 0 0,0 0-1 0 0,0 0 1 0 0,0 0 0 0 0,0 0-1 0 0,0 0 1 0 0,0 0 0 0 0,0-1-1 0 0,0 1 1 0 0,0 0 0 0 0,0 0-1 0 0,1 0 1 0 0,-1 0 0 0 0,0 0-1 0 0,0 0 1 0 0,0 0 0 0 0,0 0-1 0 0,0 0 1 0 0,0-1 0 0 0,0 1-1 0 0,0 0 1 0 0,0 0 0 0 0,0 0-1 0 0,0 0 1 0 0,0 0 0 0 0,0 0-1 0 0,0 0 1 0 0,0 0 0 0 0,-1 0-1 0 0,1 0 1 0 0,0-1 0 0 0,0 1-1 0 0,0 0 1 0 0,0 0 0 0 0,0 0-1 0 0,0 0 1 0 0,0 0 0 0 0,0 0-1 0 0,0 0 1 0 0,0 0 0 0 0,0 0-1 0 0,0 0 1 0 0,0 0 0 0 0,0 0-1 0 0,0 0 1 0 0,-1-1 0 0 0,1 1-1 0 0,0 0 1 0 0,0 0 0 0 0,0 0-1 0 0,0 0 1 0 0,3-2 17 0 0,-2 1-34 0 0,1 4-93 0 0,8 20-546 0 0,-8-4-237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0:38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256 119 1376 0 0,'-1'-6'1136'0'0,"0"0"-1"0"0,0 0 1 0 0,-3-11-1 0 0,2 11-494 0 0,1 0 0 0 0,-1-1 0 0 0,1 1 0 0 0,0-7 0 0 0,2-33 4183 0 0,-4 56-4483 0 0,-1 0 0 0 0,-6 11 0 0 0,-6 12-220 0 0,5 4 72 0 0,1 1 0 0 0,1 0-1 0 0,-4 47 1 0 0,5-28-6 0 0,3-28-101 0 0,-82 408 1023 0 0,83-423-1085 0 0,-17 55 232 0 0,-18 124 0 0 0,37-184-247 0 0,2 0 1 0 0,-1 1-1 0 0,1-1 1 0 0,1 0-1 0 0,0 1 0 0 0,2 11 1 0 0,-3-19-10 0 0,1-1 1 0 0,-1 1-1 0 0,1 0 1 0 0,-1-1-1 0 0,1 1 1 0 0,0-1-1 0 0,0 1 1 0 0,0-1 0 0 0,-1 1-1 0 0,1-1 1 0 0,1 1-1 0 0,-1-1 1 0 0,0 0-1 0 0,0 0 1 0 0,0 1-1 0 0,1-1 1 0 0,-1 0-1 0 0,1 0 1 0 0,-1 0-1 0 0,1-1 1 0 0,-1 1-1 0 0,1 0 1 0 0,-1 0-1 0 0,1-1 1 0 0,0 1-1 0 0,-1-1 1 0 0,1 0-1 0 0,0 1 1 0 0,-1-1 0 0 0,1 0-1 0 0,0 0 1 0 0,0 0-1 0 0,-1 0 1 0 0,1 0-1 0 0,0 0 1 0 0,-1-1-1 0 0,1 1 1 0 0,0-1-1 0 0,0 1 1 0 0,-1-1-1 0 0,2 0 1 0 0,8-3 13 0 0,-1-1 0 0 0,1 0 0 0 0,-1 0-1 0 0,-1-1 1 0 0,1 0 0 0 0,-1-1 0 0 0,13-12 0 0 0,56-62 125 0 0,-65 66-133 0 0,7-7 50 0 0,20-30 1 0 0,-35 45-43 0 0,-1-1 1 0 0,1 1 0 0 0,-2-1-1 0 0,1 0 1 0 0,-1 0-1 0 0,0 0 1 0 0,0 0-1 0 0,2-17 1 0 0,-5 23-15 0 0,1 0 1 0 0,-1 1-1 0 0,0-1 1 0 0,0 1-1 0 0,0-1 1 0 0,0 0-1 0 0,-1 1 1 0 0,1-1-1 0 0,0 1 0 0 0,-1-1 1 0 0,1 1-1 0 0,-1-1 1 0 0,1 1-1 0 0,-1-1 1 0 0,0 1-1 0 0,1 0 1 0 0,-1-1-1 0 0,0 1 0 0 0,0 0 1 0 0,0-1-1 0 0,-3-1 1 0 0,2 2 6 0 0,0-1-1 0 0,0 1 1 0 0,-1 0 0 0 0,1 0 0 0 0,0 0-1 0 0,-1 0 1 0 0,1 1 0 0 0,-1-1 0 0 0,1 1-1 0 0,-1-1 1 0 0,1 1 0 0 0,-4 0 0 0 0,-7 0 11 0 0,0 1 0 0 0,0 1 0 0 0,1 0 0 0 0,-16 5 0 0 0,5 1-18 0 0,0 0 0 0 0,-36 20 0 0 0,-6 3 0 0 0,63-30 0 0 0,-1-1 0 0 0,1 1 0 0 0,-1 0 0 0 0,1-1 0 0 0,-1 1 0 0 0,-3 0 0 0 0,5-1 0 0 0,1 0 0 0 0,0 0 0 0 0,0 0 0 0 0,0 0 0 0 0,0 0 0 0 0,0 0 0 0 0,0 0 0 0 0,0 0 0 0 0,0 0 0 0 0,-1 0 0 0 0,1 0 0 0 0,0 0 0 0 0,0 0 0 0 0,0 0 0 0 0,0-1 0 0 0,0 1 0 0 0,0 0 0 0 0,0 0 0 0 0,0 0 0 0 0,0 0 0 0 0,-1 0 0 0 0,1 0 0 0 0,0 0 0 0 0,0 0 0 0 0,0 0 0 0 0,0 0 0 0 0,0 0 0 0 0,0 0 0 0 0,0 0 0 0 0,0-1 0 0 0,0 1 0 0 0,0 0 0 0 0,0 0 0 0 0,0 0 0 0 0,0 0 0 0 0,0 0 0 0 0,0 0 0 0 0,0 0 0 0 0,0 0 0 0 0,0 0 0 0 0,0-1 0 0 0,0 1 0 0 0,0 0 0 0 0,0 0 0 0 0,0 0 0 0 0,0 0 0 0 0,0 0 0 0 0,0 0 0 0 0,8-9 0 0 0,27-18-24 0 0,55-31 0 0 0,-75 49 17 0 0,1 1 0 0 0,1 0 0 0 0,-1 2 1 0 0,1 0-1 0 0,1 1 0 0 0,24-5 0 0 0,-24 11 7 0 0,-1 6 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0:42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25 126 2304 0 0,'-6'1'-931'0'0,"-1"-1"4064"0"0,-4 2 6052 0 0,20-3-9012 0 0,0 0-1 0 0,0-1 1 0 0,0 0-1 0 0,0 0 1 0 0,0-1-1 0 0,0 0 1 0 0,12-7 0 0 0,-7 4 27 0 0,26-8 1 0 0,70-11 70 0 0,58-16-105 0 0,-102 25-49 0 0,-60 14 110 0 0,-11 6 187 0 0,5-4-158 0 0,-3 4-254 0 0,1 0-80 0 0,1-3 43 0 0,0 0 0 0 0,0 0 0 0 0,0 0 0 0 0,0 0 0 0 0,0 0-1 0 0,0 1 1 0 0,1-1 0 0 0,-1 0 0 0 0,1 1 0 0 0,-1-1-1 0 0,1 0 1 0 0,-1 1 0 0 0,1-1 0 0 0,0 1 0 0 0,0-1 0 0 0,-1 1-1 0 0,1-1 1 0 0,0 0 0 0 0,1 3 0 0 0,-1 14-4817 0 0,1-9-16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0:42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98 6593 0 0,'-8'-13'620'0'0,"6"11"-389"0"0,1 1 0 0 0,0-1 1 0 0,0 0-1 0 0,0 1 1 0 0,0-1-1 0 0,0 0 1 0 0,0 0-1 0 0,0 1 1 0 0,1-1-1 0 0,-1 0 0 0 0,1 0 1 0 0,-1 0-1 0 0,1 0 1 0 0,0 0-1 0 0,0 0 1 0 0,-1 0-1 0 0,2-2 0 0 0,-1 3-152 0 0,1 0 0 0 0,-1 0 0 0 0,1 0 0 0 0,-1 1 0 0 0,1-1 0 0 0,-1 0-1 0 0,1 0 1 0 0,0 0 0 0 0,0 1 0 0 0,-1-1 0 0 0,1 1 0 0 0,0-1-1 0 0,0 0 1 0 0,0 1 0 0 0,0-1 0 0 0,0 1 0 0 0,0 0 0 0 0,1-1 0 0 0,21-6 639 0 0,-19 6-574 0 0,28-5 214 0 0,0 0 1 0 0,0 2-1 0 0,0 2 1 0 0,56 2-1 0 0,54 5-168 0 0,-127-5-171 0 0,0-1 0 0 0,0-1 0 0 0,15-3 0 0 0,-14 2 124 0 0,0 1 1 0 0,17 0-1 0 0,-33 2-136 0 0,0 0-1 0 0,0 0 0 0 0,0 0 0 0 0,0 0 1 0 0,0 0-1 0 0,0 0 0 0 0,0 0 0 0 0,0 0 1 0 0,0 0-1 0 0,0 0 0 0 0,0 0 0 0 0,-1 1 0 0 0,1-1 1 0 0,0 0-1 0 0,0 0 0 0 0,0 0 0 0 0,0 0 1 0 0,0 0-1 0 0,0 0 0 0 0,0 0 0 0 0,0 0 0 0 0,0 0 1 0 0,0 0-1 0 0,0 1 0 0 0,1-1 0 0 0,-1 0 1 0 0,0 0-1 0 0,0 0 0 0 0,0 0 0 0 0,0 0 1 0 0,0 0-1 0 0,0 0 0 0 0,0 0 0 0 0,0 0 0 0 0,0 0 1 0 0,0 0-1 0 0,0 0 0 0 0,0 0 0 0 0,0 1 1 0 0,0-1-1 0 0,0 0 0 0 0,0 0 0 0 0,0 0 1 0 0,0 0-1 0 0,1 0 0 0 0,-1 0 0 0 0,0 0 0 0 0,0 0 1 0 0,0 0-1 0 0,0 0 0 0 0,0 0 0 0 0,0 0 1 0 0,0 0-1 0 0,0 0 0 0 0,0 0 0 0 0,0 0 0 0 0,0 0 1 0 0,1 0-1 0 0,-2 1 48 0 0,0-1-1 0 0,1 1 1 0 0,-1 0-1 0 0,1 0 1 0 0,0 0 0 0 0,-1 0-1 0 0,1 0 1 0 0,0 0-1 0 0,-1 0 1 0 0,1 0-1 0 0,0 0 1 0 0,0 1 0 0 0,-2 29 82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21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73 111 1376 0 0,'-1'-2'173'0'0,"0"1"0"0"0,0-1 0 0 0,0 0 0 0 0,0 0 0 0 0,0 0 0 0 0,1 0-1 0 0,-1 0 1 0 0,1 0 0 0 0,-1 0 0 0 0,1 0 0 0 0,0 0 0 0 0,-1 0 0 0 0,1 0 0 0 0,0 0-1 0 0,1 0 1 0 0,-1-4 0 0 0,2-3 1907 0 0,0-1 0 0 0,5-13 0 0 0,1-3-778 0 0,-7 20 83 0 0,0 10-784 0 0,-2 17-415 0 0,1-16-119 0 0,-27 225-55 0 0,15-151-13 0 0,-4 22 62 0 0,4-27 87 0 0,-6 127 0 0 0,18-180-44 0 0,1-1 0 0 0,7 37 0 0 0,-8-56-87 0 0,0 0-1 0 0,0 0 0 0 0,0 0 0 0 0,1 0 0 0 0,-1 0 1 0 0,0 0-1 0 0,1 0 0 0 0,-1 0 0 0 0,0 0 0 0 0,1-1 1 0 0,-1 1-1 0 0,1 0 0 0 0,-1 0 0 0 0,1 0 0 0 0,0-1 0 0 0,-1 1 1 0 0,1 0-1 0 0,0-1 0 0 0,0 1 0 0 0,-1-1 0 0 0,1 1 1 0 0,0 0-1 0 0,0-1 0 0 0,0 0 0 0 0,0 1 0 0 0,0-1 0 0 0,0 0 1 0 0,0 1-1 0 0,-1-1 0 0 0,1 0 0 0 0,0 0 0 0 0,0 0 1 0 0,0 0-1 0 0,2 0 0 0 0,-1 0-369 0 0,1-1 1 0 0,-1 1 0 0 0,1-1-1 0 0,-1 0 1 0 0,0 0-1 0 0,1 0 1 0 0,-1 0-1 0 0,0 0 1 0 0,0-1-1 0 0,0 1 1 0 0,0-1-1 0 0,3-2 1 0 0,7-7-4280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21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341 42 920 0 0,'3'-16'7360'0'0,"-3"7"-5431"0"0,1 8-1850 0 0,-1 1 1 0 0,0-1 0 0 0,0 0-1 0 0,0 1 1 0 0,0-1-1 0 0,0 1 1 0 0,0-1 0 0 0,0 0-1 0 0,-1 1 1 0 0,1-1-1 0 0,0 1 1 0 0,0-1 0 0 0,0 1-1 0 0,-1-1 1 0 0,1 0-1 0 0,0 1 1 0 0,0-1 0 0 0,-1 1-1 0 0,1-1 1 0 0,-1 1-1 0 0,1 0 1 0 0,0-1 0 0 0,-1 1-1 0 0,1-1 1 0 0,-1 1-1 0 0,1 0 1 0 0,-1-1 0 0 0,1 1-1 0 0,-1 0 1 0 0,1-1-1 0 0,-1 1 1 0 0,1 0-1 0 0,-1 0 1 0 0,0 0 0 0 0,1-1-1 0 0,-1 1 1 0 0,1 0-1 0 0,-1 0 1 0 0,0 0 0 0 0,1 0-1 0 0,-1 0 1 0 0,1 0-1 0 0,-1 0 1 0 0,0 1 0 0 0,-28 1 1268 0 0,8 2-1246 0 0,1 1 0 0 0,-1 1-1 0 0,1 1 1 0 0,1 1 0 0 0,-1 1 0 0 0,-24 15-1 0 0,31-17-101 0 0,0 1 0 0 0,0-2 0 0 0,0 0 0 0 0,-15 5 0 0 0,23-10-5 0 0,1 1 0 0 0,1 0 0 0 0,-1 0 0 0 0,0 0 0 0 0,0 1 0 0 0,1-1-1 0 0,-1 1 1 0 0,1 0 0 0 0,0 0 0 0 0,0 0 0 0 0,0 0 0 0 0,0 1 0 0 0,-2 3-1 0 0,5-5-2 0 0,-1-1 0 0 0,1 1-1 0 0,-1-1 1 0 0,1 0 0 0 0,0 1-1 0 0,0-1 1 0 0,0 1 0 0 0,0-1 0 0 0,0 1-1 0 0,0-1 1 0 0,0 1 0 0 0,0-1-1 0 0,1 0 1 0 0,-1 1 0 0 0,1-1-1 0 0,-1 1 1 0 0,1-1 0 0 0,-1 0-1 0 0,1 1 1 0 0,0-1 0 0 0,-1 0-1 0 0,1 0 1 0 0,0 0 0 0 0,1 2-1 0 0,4 3-91 0 0,0 1-1 0 0,13 10 0 0 0,-11-10 63 0 0,8 8-7 0 0,1 0 0 0 0,1-2 0 0 0,0 0 0 0 0,0-1-1 0 0,1-1 1 0 0,36 15 0 0 0,-50-25 54 0 0,-1 1 0 0 0,0-1 1 0 0,1 0-1 0 0,-1 0 0 0 0,1-1 0 0 0,-1 1 0 0 0,0-1 0 0 0,1 0 0 0 0,0 0 1 0 0,-1 0-1 0 0,1-1 0 0 0,-1 1 0 0 0,0-1 0 0 0,1 0 0 0 0,-1-1 0 0 0,0 1 0 0 0,1-1 1 0 0,-1 0-1 0 0,5-3 0 0 0,-9 5-32 0 0,1-1 0 0 0,0 1 1 0 0,-1 0-1 0 0,1-1 0 0 0,0 1 1 0 0,0-1-1 0 0,-1 1 0 0 0,1 0 0 0 0,0 0 1 0 0,0-1-1 0 0,0 1 0 0 0,-1 0 1 0 0,1 0-1 0 0,0 0 0 0 0,0 0 0 0 0,0 0 1 0 0,0 0-1 0 0,-1 0 0 0 0,1 0 1 0 0,0 0-1 0 0,0 0 0 0 0,0 1 0 0 0,-1-1 1 0 0,1 0-1 0 0,0 0 0 0 0,0 1 1 0 0,-1-1-1 0 0,2 1 0 0 0,3 4-5118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23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66 1376 0 0,'-1'-3'259'0'0,"-6"-12"-126"0"0,6 15 168 0 0,1-1-1 0 0,0 1 1 0 0,-1 0 0 0 0,1-1-1 0 0,0 1 1 0 0,-1 0 0 0 0,1-1 0 0 0,-1 1-1 0 0,1 0 1 0 0,0 0 0 0 0,-1 0 0 0 0,1-1-1 0 0,-1 1 1 0 0,1 0 0 0 0,-1 0-1 0 0,1 0 1 0 0,-1 0 0 0 0,0-1 0 0 0,1 1-219 0 0,-1 0 1 0 0,1 0 0 0 0,0 0-1 0 0,0 0 1 0 0,-1 0 0 0 0,1 0-1 0 0,0 0 1 0 0,-1 0 0 0 0,1 0-1 0 0,0 0 1 0 0,-1-1 0 0 0,1 1-1 0 0,0 0 1 0 0,0 0 0 0 0,-1 0 0 0 0,1-1-1 0 0,0 1 1 0 0,0 0 0 0 0,0 0-1 0 0,-1-1 1 0 0,1 1 0 0 0,0 0-1 0 0,0-1 1 0 0,0 1 0 0 0,0 0-1 0 0,-1 0 1 0 0,1-1 0 0 0,0 1-1 0 0,0 0 1 0 0,0-1 0 0 0,0 1-1 0 0,0 0 1 0 0,0-1 0 0 0,0 1 0 0 0,0 0-1 0 0,0-1 1 0 0,0 1 0 0 0,0 0-1 0 0,0-1 1 0 0,0 1 0 0 0,0 0-1 0 0,0 0 1 0 0,1-1 0 0 0,-1 1-1 0 0,0 0 1 0 0,0-1 0 0 0,0 1-1 0 0,0 0 1 0 0,1 0 0 0 0,-1-1-1 0 0,0 1 1 0 0,0 0 0 0 0,0 0 0 0 0,1-1-1 0 0,-1 1 1 0 0,1 0 0 0 0,2-2-19 0 0,0 0 1 0 0,0 0 0 0 0,0 1 0 0 0,1 0 0 0 0,-1 0-1 0 0,1 0 1 0 0,-1 0 0 0 0,1 0 0 0 0,-1 0 0 0 0,7 1-1 0 0,42 0 836 0 0,-25 2-688 0 0,27-4-143 0 0,81-13 1 0 0,-132 14-54 0 0,-1 1 1 0 0,1-1-1 0 0,-1 1 1 0 0,1 0-1 0 0,-1 0 0 0 0,0 0 1 0 0,1 0-1 0 0,-1 1 1 0 0,1-1-1 0 0,-1 1 1 0 0,1-1-1 0 0,3 3 1 0 0,-5-2-6 0 0,0-1-1 0 0,0 1 1 0 0,0 0 0 0 0,0 0 0 0 0,0 0 0 0 0,0 0 0 0 0,-1 0 0 0 0,1 0 0 0 0,0 0 0 0 0,-1 0 0 0 0,1 0 0 0 0,-1 0 0 0 0,1 0 0 0 0,-1 0 0 0 0,0 1 0 0 0,1-1-1 0 0,-1 0 1 0 0,0 0 0 0 0,0 0 0 0 0,0 1 0 0 0,0-1 0 0 0,0 0 0 0 0,0 0 0 0 0,0 0 0 0 0,0 1 0 0 0,0-1 0 0 0,-1 1 0 0 0,-7 19-907 0 0,5-9-163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23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84 920 0 0,'-5'-1'-597'0'0,"-8"-2"2993"0"0,2-2 4806 0 0,11 5-7128 0 0,0 0 1 0 0,0 0 0 0 0,0 0 0 0 0,0 0-1 0 0,0-1 1 0 0,1 1 0 0 0,-1 0-1 0 0,0 0 1 0 0,0 0 0 0 0,0 0-1 0 0,0-1 1 0 0,0 1 0 0 0,0 0-1 0 0,0 0 1 0 0,0 0 0 0 0,0 0-1 0 0,0 0 1 0 0,1-1 0 0 0,-1 1-1 0 0,0 0 1 0 0,0 0 0 0 0,0 0-1 0 0,0 0 1 0 0,0 0 0 0 0,1 0 0 0 0,-1 0-1 0 0,0-1 1 0 0,0 1 0 0 0,0 0-1 0 0,0 0 1 0 0,1 0 0 0 0,-1 0-1 0 0,0 0 1 0 0,0 0 0 0 0,0 0-1 0 0,0 0 1 0 0,1 0 0 0 0,-1 0-1 0 0,0 0 1 0 0,0 0 0 0 0,0 0-1 0 0,1 0 1 0 0,13-4 517 0 0,-11 4-370 0 0,87-17-49 0 0,-30 2-199 0 0,-24 5 1 0 0,1 2 1 0 0,0 2-1 0 0,61-4 1 0 0,-97 10 47 0 0,1 1 0 0 0,-1 0-1 0 0,0-1 1 0 0,0 1 0 0 0,1 0 0 0 0,-1-1 0 0 0,0 1 0 0 0,0 0-1 0 0,0 0 1 0 0,0 0 0 0 0,0 0 0 0 0,0 0 0 0 0,1 2 0 0 0,5 4 54 0 0,3 0-242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28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175 327 4377 0 0,'-6'-6'588'0'0,"-1"1"-1"0"0,0 1 1 0 0,0-1 0 0 0,0 1 0 0 0,-1 1-1 0 0,0-1 1 0 0,0 1 0 0 0,1 1 0 0 0,-16-4-1 0 0,-7-3 1462 0 0,28 9-2020 0 0,1-1 0 0 0,0 1 0 0 0,0-1 0 0 0,0 1 0 0 0,0-1 0 0 0,0 0 0 0 0,0 1 0 0 0,0-1 0 0 0,0 0 0 0 0,0 0 0 0 0,0 0 0 0 0,1 0 0 0 0,-1 1 0 0 0,0-1 0 0 0,0 0 0 0 0,1 0 0 0 0,-1-1 0 0 0,1 1 0 0 0,-1-1 0 0 0,0-1 74 0 0,0 0 0 0 0,1 1 0 0 0,-1-1 0 0 0,1 0 0 0 0,0 0-1 0 0,0 1 1 0 0,0-1 0 0 0,0-4 0 0 0,2-4 254 0 0,1-1 1 0 0,0 0-1 0 0,5-12 1 0 0,-5 18-330 0 0,2-8-28 0 0,0-1 0 0 0,2 1 0 0 0,0 1 0 0 0,0-1 0 0 0,2 1 0 0 0,-1 0 0 0 0,18-19 0 0 0,-22 28-8 0 0,0 0 0 0 0,0 0 0 0 0,0 1 0 0 0,0-1 0 0 0,1 1-1 0 0,7-4 1 0 0,-9 5 4 0 0,-1 1-1 0 0,1 0 0 0 0,-1 1 0 0 0,1-1 1 0 0,0 0-1 0 0,-1 1 0 0 0,1-1 1 0 0,0 1-1 0 0,-1 0 0 0 0,1 0 1 0 0,0 0-1 0 0,-1 0 0 0 0,1 1 1 0 0,0-1-1 0 0,4 2 0 0 0,4 2-5 0 0,0 1 0 0 0,-1 1 0 0 0,0-1 0 0 0,1 2 0 0 0,-2-1 0 0 0,1 2 0 0 0,-1-1 0 0 0,0 1 0 0 0,-1 0 0 0 0,0 1 0 0 0,0 0 0 0 0,-1 1 0 0 0,8 11 0 0 0,-12-17 6 0 0,-1 1 0 0 0,0-1 0 0 0,1 1 1 0 0,-1 0-1 0 0,-1 0 0 0 0,1 0 0 0 0,-1-1 0 0 0,0 1 0 0 0,0 1 0 0 0,0-1 0 0 0,-1 0 0 0 0,0 0 0 0 0,0 0 0 0 0,0 0 0 0 0,0 0 0 0 0,-1 0 0 0 0,-2 9 1 0 0,-1-3 5 0 0,0-1 1 0 0,-1 1 0 0 0,0-1-1 0 0,-1 0 1 0 0,0-1 0 0 0,-13 17-1 0 0,6-11 21 0 0,-1-1 0 0 0,0 0 0 0 0,-1-1 0 0 0,0 0 0 0 0,-20 11 0 0 0,26-17 26 0 0,-2-1 0 0 0,-20 10 1 0 0,27-14-18 0 0,0-1 1 0 0,0 1-1 0 0,0-1 0 0 0,0 0 1 0 0,-1 0-1 0 0,1-1 1 0 0,0 1-1 0 0,-1-1 1 0 0,1 0-1 0 0,0 0 1 0 0,-6-1-1 0 0,10 1-22 0 0,0 0 0 0 0,-1 0 0 0 0,1 0 0 0 0,0-1 0 0 0,-1 1 0 0 0,1 0 0 0 0,0 0 0 0 0,-1 0 0 0 0,1 0 0 0 0,0 0 1 0 0,-1-1-1 0 0,1 1 0 0 0,0 0 0 0 0,0 0 0 0 0,-1-1 0 0 0,1 1 0 0 0,0 0 0 0 0,0 0 0 0 0,-1-1 0 0 0,1 1 0 0 0,0 0 0 0 0,0-1 0 0 0,0 1 0 0 0,-1 0 0 0 0,1-1 0 0 0,0 1 0 0 0,0 0 0 0 0,0-1 0 0 0,0 1 0 0 0,0 0 1 0 0,0-1-1 0 0,0 1 0 0 0,0 0 0 0 0,0-1 0 0 0,0 1 0 0 0,0 0 0 0 0,0-1 0 0 0,0 1 0 0 0,0 0 0 0 0,0-1 0 0 0,0 1 0 0 0,0 0 0 0 0,0-1 0 0 0,1 1 0 0 0,-1 0 0 0 0,0-1 0 0 0,0 1 0 0 0,13-19-663 0 0,-8 11-56 0 0,-2 1-73 0 0,1 0-1 0 0,-1 0 1 0 0,-1 0 0 0 0,3-10-1 0 0,-4 13 611 0 0,-1 1-1 0 0,0-1 0 0 0,1 1 1 0 0,-1 0-1 0 0,-1-1 0 0 0,1 1 0 0 0,0-1 1 0 0,-1 1-1 0 0,0-1 0 0 0,0 1 1 0 0,-1-6-1 0 0,-6-11 142 0 0,7 14 327 0 0,-1 1 1 0 0,0-1-1 0 0,-1 1 0 0 0,1-1 1 0 0,-1 1-1 0 0,0 0 1 0 0,0 0-1 0 0,-6-6 0 0 0,9 10-259 0 0,0 1 0 0 0,0 0 1 0 0,0 0-1 0 0,0 0 0 0 0,0 0 0 0 0,0 0 0 0 0,0-1 0 0 0,-1 1 0 0 0,1 0 0 0 0,0 0 0 0 0,0 0 0 0 0,0 0 0 0 0,0 0 0 0 0,-1 0 0 0 0,1 0 0 0 0,0 0 0 0 0,0 0 0 0 0,0 0 0 0 0,0 0 0 0 0,-1-1 0 0 0,1 1 0 0 0,0 0 0 0 0,0 0 0 0 0,0 0 0 0 0,0 0 0 0 0,-1 0 0 0 0,1 0 0 0 0,0 0 0 0 0,0 1 0 0 0,0-1 0 0 0,0 0 0 0 0,-1 0 0 0 0,1 0 0 0 0,0 0 0 0 0,0 0 0 0 0,0 0 0 0 0,0 0 1 0 0,-1 0-1 0 0,1 0 0 0 0,0 0 0 0 0,0 1 0 0 0,0-1 0 0 0,0 0 0 0 0,-1 1 75 0 0,1 0 1 0 0,-1 0 0 0 0,1 0 0 0 0,-1 0 0 0 0,1 1-1 0 0,0-1 1 0 0,0 0 0 0 0,0 0 0 0 0,0 0 0 0 0,0 3-1 0 0,-5 131 34 0 0,2-108-146 0 0,0 1 1 0 0,-3 0 0 0 0,-8 27-1 0 0,5-26 69 0 0,2-3 94 0 0,-21 45 0 0 0,21-51 123 0 0,7-17-210 0 0,5-13-473 0 0,0-2-584 0 0,-1 0-1 0 0,-1-1 0 0 0,0 0 1 0 0,-1 0-1 0 0,0 0 0 0 0,0-18 0 0 0,2-22-1980 0 0,-3 24 1670 0 0,-1 25 1223 0 0,0 0-1 0 0,0 0 0 0 0,0-1 0 0 0,0 1 0 0 0,1 0 0 0 0,0 0 0 0 0,2-7 0 0 0,-1 4 755 0 0,1 0 1603 0 0,-2 7-2190 0 0,-1 0 0 0 0,1 0 0 0 0,-1 0 0 0 0,1 0 0 0 0,-1-1 0 0 0,1 1 0 0 0,-1 1 0 0 0,1-1 0 0 0,-1 0 0 0 0,1 0 0 0 0,-1 0 0 0 0,1 0 1 0 0,-1 0-1 0 0,1 0 0 0 0,-1 0 0 0 0,1 1 0 0 0,-1-1 0 0 0,0 0 0 0 0,1 0 0 0 0,0 1 0 0 0,13 9 1013 0 0,0-1-1 0 0,-1 2 1 0 0,23 22-1 0 0,9 8-492 0 0,-12-18-553 0 0,0-2 0 0 0,2-1 0 0 0,51 21 0 0 0,-67-32-65 0 0,2-1 0 0 0,-1-1 0 0 0,27 5 0 0 0,-47-12 0 0 0,2 1-205 0 0,-12 0-2516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32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96 5497 0 0,'-19'-20'2350'0'0,"14"14"839"0"0,9 24-813 0 0,-4-15-2310 0 0,1-1 0 0 0,0 1 0 0 0,0 0 0 0 0,-1 0 0 0 0,1-1 0 0 0,-1 1 1 0 0,0 0-1 0 0,0 0 0 0 0,0 0 0 0 0,-1 4 0 0 0,0-5 4 0 0,-1 9 239 0 0,2-8-144 0 0,1-5 38 0 0,-1 2-54 0 0,3-5-71 0 0,1-2-58 0 0,3-5 45 0 0,9-22 1 0 0,-15 31-60 0 0,0 1 0 0 0,0 0 0 0 0,0-1 0 0 0,-1 1 0 0 0,1 0 0 0 0,-1-1 0 0 0,1 1 0 0 0,-1-1 0 0 0,0 1 0 0 0,0-1 1 0 0,0 1-1 0 0,0-1 0 0 0,-1 1 0 0 0,1-1 0 0 0,0 1 0 0 0,-1 0 0 0 0,0-1 0 0 0,-1-2 0 0 0,2 5-6 0 0,0-1 0 0 0,-1 1 0 0 0,1 0 0 0 0,0 0 0 0 0,0 0-1 0 0,-1 0 1 0 0,1 0 0 0 0,0-1 0 0 0,0 1 0 0 0,-1 0 0 0 0,1 0 0 0 0,0 0 0 0 0,-1 0-1 0 0,1 0 1 0 0,0 0 0 0 0,0 0 0 0 0,-1 0 0 0 0,1 0 0 0 0,0 0 0 0 0,-1 0-1 0 0,1 0 1 0 0,0 0 0 0 0,0 1 0 0 0,-1-1 0 0 0,1 0 0 0 0,0 0 0 0 0,-1 0 0 0 0,1 0-1 0 0,0 0 1 0 0,0 1 0 0 0,0-1 0 0 0,-1 0 0 0 0,1 0 0 0 0,0 0 0 0 0,0 1 0 0 0,0-1-1 0 0,-1 0 1 0 0,1 0 0 0 0,0 1 0 0 0,0-1 0 0 0,0 0 0 0 0,0 0 0 0 0,0 1-1 0 0,-1-1 1 0 0,1 0 0 0 0,0 1 0 0 0,-10 16-57 0 0,9-14 46 0 0,-5 8 3 0 0,0 1 0 0 0,1 0 1 0 0,1 0-1 0 0,0 1 1 0 0,-5 25-1 0 0,10-29 2 0 0,-1-9 7 0 0,0 1 1 0 0,0-1 0 0 0,0 0 0 0 0,1 0-1 0 0,-1 0 1 0 0,0 0 0 0 0,0 0-1 0 0,0 0 1 0 0,0 1 0 0 0,0-1 0 0 0,0 0-1 0 0,1 0 1 0 0,-1 0 0 0 0,0 0-1 0 0,0 0 1 0 0,0 0 0 0 0,0 0 0 0 0,0 0-1 0 0,1 0 1 0 0,-1 0 0 0 0,0 0-1 0 0,0 0 1 0 0,0 0 0 0 0,0 0-1 0 0,1 0 1 0 0,-1 0 0 0 0,0 0 0 0 0,0 0-1 0 0,0 0 1 0 0,0 0 0 0 0,1 0-1 0 0,-1 0 1 0 0,0 0 0 0 0,0 0 0 0 0,0 0-1 0 0,0 0 1 0 0,1 0 0 0 0,-1 0-1 0 0,0 0 1 0 0,0 0 0 0 0,0-1-1 0 0,0 1 1 0 0,0 0 0 0 0,0 0 0 0 0,1 0-1 0 0,-1 0 1 0 0,0 0 0 0 0,0 0-1 0 0,0-1 1 0 0,0 1 0 0 0,0 0 0 0 0,0 0-1 0 0,0-1 139 0 0,2-3-62 0 0,-1-4-55 0 0,2 1 1 0 0,-1 0-1 0 0,1 1 1 0 0,0-1-1 0 0,6-9 1 0 0,-6 10-16 0 0,-1-1 0 0 0,1 0 0 0 0,-1 1 1 0 0,0-1-1 0 0,1-12 0 0 0,-1 12-4 0 0,-1 1-4 0 0,-1-1 0 0 0,1 1 0 0 0,-2-9 0 0 0,1 4 0 0 0,-7 35-212 0 0,6-18 214 0 0,-3 13-85 0 0,-8 25 0 0 0,5-26 70 0 0,5-13 6 0 0,-1 0 0 0 0,1 1-1 0 0,0-1 1 0 0,1 1 0 0 0,-1-1 0 0 0,0 8-1 0 0,2-11 30 0 0,-1 0 0 0 0,1 0 0 0 0,0 0 0 0 0,-1 0 0 0 0,0 0 0 0 0,1 0 0 0 0,-1 0 0 0 0,0 0 0 0 0,-1 2 0 0 0,0-1 7 0 0,1-1 0 0 0,0 0 1 0 0,0 1-1 0 0,0-1 0 0 0,0 1 0 0 0,1-1 0 0 0,-2 5 1 0 0,3 20-1016 0 0,-2-12-4275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13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169 210 456 0 0,'0'-1'207'0'0,"0"0"-1"0"0,0 0 1 0 0,0 0 0 0 0,0 0-1 0 0,0 0 1 0 0,-1 0 0 0 0,1 0-1 0 0,0 0 1 0 0,-1 0-1 0 0,1 0 1 0 0,0 0 0 0 0,-1 0-1 0 0,1 0 1 0 0,-1 0 0 0 0,0 1-1 0 0,1-1 1 0 0,-1 0 0 0 0,0 0-1 0 0,1 0 1 0 0,-1 1-1 0 0,0-1 1 0 0,0 1 0 0 0,0-1-1 0 0,1 0 1 0 0,-1 1 0 0 0,-2-1-1 0 0,1 0 242 0 0,0 1 0 0 0,0-1 0 0 0,0 1 0 0 0,0-1 0 0 0,0 1 0 0 0,0 0 0 0 0,0 0 0 0 0,0 0 0 0 0,-1 0 0 0 0,1 0 0 0 0,0 0 0 0 0,-3 2 0 0 0,4-2-402 0 0,1 0 1 0 0,-1 0-1 0 0,1 0 1 0 0,0 0-1 0 0,-1 0 1 0 0,1 0-1 0 0,-1 0 1 0 0,1 0-1 0 0,-1 0 1 0 0,1 0-1 0 0,-1 0 1 0 0,1 0-1 0 0,-1 0 1 0 0,1 0-1 0 0,0 0 1 0 0,-1 0-1 0 0,1-1 1 0 0,-1 1-1 0 0,1 0 1 0 0,-1 0-1 0 0,1 0 1 0 0,0-1 0 0 0,-1 1-1 0 0,1 0 1 0 0,0-1-1 0 0,-1 1 1 0 0,1 0-1 0 0,0-1 1 0 0,-1 1-1 0 0,1 0 1 0 0,0-1-1 0 0,0 1 1 0 0,-1-1-1 0 0,1 1 1 0 0,0 0-1 0 0,0-1 1 0 0,0 1-1 0 0,0-1 1 0 0,0 1-1 0 0,-1-1 1 0 0,1 1-1 0 0,0-1 1 0 0,0 1-1 0 0,0 0 1 0 0,0-1 0 0 0,0 1-1 0 0,0-1 1 0 0,1 0-1 0 0,3-22 555 0 0,1 9-325 0 0,-4 10-262 0 0,0 0 0 0 0,1 0-1 0 0,-1 1 1 0 0,0-1 0 0 0,1 1-1 0 0,0-1 1 0 0,0 1 0 0 0,0 0-1 0 0,0 0 1 0 0,1 0-1 0 0,-1 0 1 0 0,1 0 0 0 0,0 0-1 0 0,-1 0 1 0 0,1 1 0 0 0,5-3-1 0 0,18-11-29 0 0,72-39-28 0 0,-96 54 41 0 0,0 0 0 0 0,0 0-1 0 0,1 0 1 0 0,-1 0-1 0 0,0 1 1 0 0,0-1 0 0 0,0 0-1 0 0,1 1 1 0 0,-1 0 0 0 0,0 0-1 0 0,0 0 1 0 0,1 0-1 0 0,-1 0 1 0 0,0 0 0 0 0,0 0-1 0 0,1 1 1 0 0,-1-1 0 0 0,0 1-1 0 0,0-1 1 0 0,0 1 0 0 0,1 0-1 0 0,-1 0 1 0 0,0 0-1 0 0,0 0 1 0 0,-1 1 0 0 0,1-1-1 0 0,0 0 1 0 0,0 1 0 0 0,0-1-1 0 0,-1 1 1 0 0,1 0 0 0 0,-1-1-1 0 0,0 1 1 0 0,1 0-1 0 0,-1 0 1 0 0,0 0 0 0 0,0 0-1 0 0,0 0 1 0 0,0 0 0 0 0,0 0-1 0 0,0 5 1 0 0,2 6-23 0 0,-1 0-1 0 0,-1 0 1 0 0,0 0 0 0 0,0 0-1 0 0,-2 0 1 0 0,1 0 0 0 0,-5 21-1 0 0,2-25 47 0 0,1-1 1 0 0,-1 1-1 0 0,-1 0 0 0 0,0-1 0 0 0,0 1 0 0 0,-1-1 0 0 0,1 0 1 0 0,-2-1-1 0 0,1 1 0 0 0,-14 12 0 0 0,2-3 45 0 0,-1-1-1 0 0,-1-1 1 0 0,-21 14-1 0 0,28-19 40 0 0,8-7-54 0 0,1 0 0 0 0,-1 0 1 0 0,0 0-1 0 0,0 0 0 0 0,-5 2 0 0 0,8-5-38 0 0,0 1 0 0 0,0-1-1 0 0,1 0 1 0 0,-1 1 0 0 0,0-1-1 0 0,0 0 1 0 0,0 0-1 0 0,1 0 1 0 0,-1 0 0 0 0,0 0-1 0 0,0 0 1 0 0,0 0 0 0 0,0 0-1 0 0,0 0 1 0 0,1 0 0 0 0,-1 0-1 0 0,0-1 1 0 0,0 1-1 0 0,0 0 1 0 0,1-1 0 0 0,-1 1-1 0 0,0 0 1 0 0,0-1 0 0 0,1 1-1 0 0,-1-1 1 0 0,0 1-1 0 0,1-1 1 0 0,-1 1 0 0 0,1-1-1 0 0,-1 0 1 0 0,0 1 0 0 0,1-1-1 0 0,-1 0 1 0 0,0-1-1 0 0,-3-6-3 0 0,0 0-1 0 0,0 0 0 0 0,1 0 1 0 0,0-1-1 0 0,1 1 0 0 0,0-1 1 0 0,0 0-1 0 0,-1-15 0 0 0,2 1-111 0 0,1 0-1 0 0,3-28 0 0 0,4 8-107 0 0,-8 32 140 0 0,-1 18-48 0 0,-1 21-81 0 0,-28 188-442 0 0,22-175 606 0 0,-2 0 0 0 0,-1-1 0 0 0,-23 47 0 0 0,34-84 43 0 0,-4 8 35 0 0,0 0 1 0 0,-4 15 0 0 0,9-25-29 0 0,0-1 0 0 0,0 1 0 0 0,0 0 0 0 0,0-1 0 0 0,0 1 0 0 0,0-1 0 0 0,0 1 0 0 0,0-1 0 0 0,0 1-1 0 0,0-1 1 0 0,0 1 0 0 0,1-1 0 0 0,-1 1 0 0 0,0-1 0 0 0,0 1 0 0 0,0-1 0 0 0,1 0 0 0 0,-1 1 0 0 0,0-1 0 0 0,1 1 0 0 0,-1-1 0 0 0,0 0 0 0 0,1 1 0 0 0,-1-1 0 0 0,1 1 0 0 0,-1-1 0 0 0,1 0 0 0 0,-1 0 0 0 0,0 1 0 0 0,1-1 0 0 0,-1 0 0 0 0,1 0 0 0 0,-1 0 0 0 0,1 1 0 0 0,-1-1 0 0 0,1 0 0 0 0,-1 0 0 0 0,1 0 0 0 0,-1 0 0 0 0,1 0 0 0 0,0 0 0 0 0,0 0-1 0 0,0 0 11 0 0,1 0 0 0 0,0 0-1 0 0,-1 0 1 0 0,1 0-1 0 0,0 0 1 0 0,-1-1-1 0 0,1 1 1 0 0,-1 0-1 0 0,1-1 1 0 0,0 1 0 0 0,-1-1-1 0 0,3-1 1 0 0,4-5-399 0 0,0 0 0 0 0,-1-1 0 0 0,0 0 0 0 0,0 0 0 0 0,-1 0 0 0 0,0-1 0 0 0,0 0 0 0 0,-1-1 0 0 0,0 1 0 0 0,-1-1 0 0 0,0 0 0 0 0,3-13 0 0 0,-2 4-380 0 0,0-1 1 0 0,-2 0 0 0 0,-1 0 0 0 0,0 1-1 0 0,-2-35 1 0 0,0 48 825 0 0,-1-1 0 0 0,1 1 0 0 0,-1 0 0 0 0,0 0 0 0 0,-1 0 0 0 0,0 0 0 0 0,-3-9 0 0 0,5 15-44 0 0,0 0-1 0 0,0 1 0 0 0,0-1 0 0 0,0 0 1 0 0,0 0-1 0 0,0 0 0 0 0,0 0 0 0 0,0 0 1 0 0,0 0-1 0 0,0 0 0 0 0,0 0 0 0 0,0 0 1 0 0,0 0-1 0 0,0 0 0 0 0,0 0 0 0 0,0 0 1 0 0,0 0-1 0 0,0 0 0 0 0,0 0 0 0 0,0 0 1 0 0,0 0-1 0 0,0 0 0 0 0,-1 0 0 0 0,1 0 1 0 0,0 0-1 0 0,0 0 0 0 0,0 0 0 0 0,0 0 1 0 0,0 0-1 0 0,0 0 0 0 0,0 0 0 0 0,0 0 1 0 0,0 0-1 0 0,0 0 0 0 0,0 0 0 0 0,0 0 1 0 0,0 0-1 0 0,0 0 0 0 0,0 0 0 0 0,0 0 1 0 0,0 0-1 0 0,0 0 0 0 0,0 0 0 0 0,0 0 1 0 0,0 0-1 0 0,0 0 0 0 0,0 0 0 0 0,0 0 1 0 0,0 0-1 0 0,0 0 0 0 0,0 0 0 0 0,-1-1 1 0 0,1 1-1 0 0,0 0 0 0 0,0 0 0 0 0,0 0 1 0 0,0 0-1 0 0,0 0 0 0 0,0 0 0 0 0,0 0 1 0 0,0 0-1 0 0,0 6 998 0 0,1 9 219 0 0,1-6-1048 0 0,2 1 0 0 0,-1-1 0 0 0,1 1 1 0 0,0-1-1 0 0,1-1 0 0 0,0 1 1 0 0,1-1-1 0 0,0 1 0 0 0,0-2 0 0 0,0 1 1 0 0,1-1-1 0 0,0 0 0 0 0,1 0 1 0 0,0-1-1 0 0,14 10 0 0 0,-10-9-210 0 0,1-1 0 0 0,-1 0 0 0 0,1 0 0 0 0,0-1 0 0 0,1-1 0 0 0,-1 0 0 0 0,1-1 0 0 0,0-1 0 0 0,-1 0 0 0 0,26 0 0 0 0,14-2 460 0 0,-58 28-380 0 0,3-18-4986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14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65 190 2761 0 0,'-2'-2'316'0'0,"-7"-8"6272"0"0,-1-7-4233 0 0,7 14-1795 0 0,1 0-1 0 0,0 0 1 0 0,0-1-1 0 0,-3-6 1 0 0,4 10-242 0 0,-1 7-272 0 0,1 8-147 0 0,-8 82-452 0 0,2-45 479 0 0,4-20 30 0 0,-3 42-7 0 0,6-64 34 0 0,0 0 0 0 0,1-1 1 0 0,0 1-1 0 0,0-1 1 0 0,5 16-1 0 0,-5-24 16 0 0,-1 0 0 0 0,0 0 0 0 0,1 0 0 0 0,-1 0 0 0 0,0-1 0 0 0,1 1 0 0 0,-1 0 0 0 0,1 0 0 0 0,-1 0 0 0 0,1 0 0 0 0,0 0 0 0 0,-1-1 0 0 0,1 1 0 0 0,0 0 0 0 0,0 0 0 0 0,-1-1 0 0 0,1 1 0 0 0,0-1 0 0 0,1 2 0 0 0,-1-2 6 0 0,0 0 0 0 0,-1 0 0 0 0,1 0 0 0 0,0 0 0 0 0,0 0 1 0 0,-1 0-1 0 0,1 0 0 0 0,0 0 0 0 0,0-1 0 0 0,-1 1 0 0 0,1 0 0 0 0,0 0 1 0 0,-1-1-1 0 0,1 1 0 0 0,0 0 0 0 0,-1-1 0 0 0,1 1 0 0 0,-1-1 1 0 0,1 1-1 0 0,0-1 0 0 0,4-4 72 0 0,0 0 1 0 0,0-1 0 0 0,-1 1-1 0 0,5-10 1 0 0,-3 7 36 0 0,11-17 58 0 0,-1 0 0 0 0,-2 0 1 0 0,0-1-1 0 0,-2-1 0 0 0,0 0 1 0 0,-2-1-1 0 0,7-32 0 0 0,-16 57-157 0 0,-1-1-48 0 0,0 7-41 0 0,0-1 57 0 0,0-1-47 0 0,1 4-3 0 0,1 3 32 0 0,4 27-167 0 0,18 53-1 0 0,-21-78 187 0 0,1 0-1 0 0,0 0 0 0 0,1 0 0 0 0,0 0 0 0 0,1-1 1 0 0,0 0-1 0 0,0 0 0 0 0,1-1 0 0 0,15 16 0 0 0,-20-22 19 0 0,1 0-1 0 0,0 0 0 0 0,0 0 1 0 0,0 0-1 0 0,0 0 1 0 0,1-1-1 0 0,-1 1 0 0 0,0-1 1 0 0,1 0-1 0 0,-1 0 0 0 0,0 0 1 0 0,1 0-1 0 0,0-1 1 0 0,-1 1-1 0 0,1-1 0 0 0,-1 0 1 0 0,1 0-1 0 0,-1 0 0 0 0,1-1 1 0 0,-1 1-1 0 0,1-1 0 0 0,-1 0 1 0 0,1 0-1 0 0,-1 0 1 0 0,1 0-1 0 0,-1-1 0 0 0,0 1 1 0 0,0-1-1 0 0,0 0 0 0 0,6-4 1 0 0,0-1 35 0 0,-1-1 1 0 0,0 1-1 0 0,0-1 1 0 0,0-1-1 0 0,-1 1 1 0 0,0-1-1 0 0,-1-1 1 0 0,8-14-1 0 0,-4 2 86 0 0,-1-1 0 0 0,8-30-1 0 0,-9 25-94 0 0,9-41 95 0 0,-6 22-56 0 0,-8 36-49 0 0,0-1 0 0 0,-1 0 1 0 0,0 0-1 0 0,-1-1 1 0 0,0 1-1 0 0,-1 0 0 0 0,-2-14 1 0 0,2 25-21 0 0,0 1 0 0 0,0-1 1 0 0,0 0-1 0 0,0 1 1 0 0,0-1-1 0 0,0 0 1 0 0,0 1-1 0 0,-1-1 1 0 0,1 0-1 0 0,0 1 0 0 0,0-1 1 0 0,-1 1-1 0 0,1-1 1 0 0,0 0-1 0 0,-1 1 1 0 0,1-1-1 0 0,0 1 1 0 0,-1-1-1 0 0,1 1 1 0 0,-1-1-1 0 0,1 1 0 0 0,-1 0 1 0 0,1-1-1 0 0,-1 1 1 0 0,0-1-1 0 0,1 1 1 0 0,-1 0-1 0 0,1 0 1 0 0,-1-1-1 0 0,0 1 0 0 0,1 0 1 0 0,-1 0-1 0 0,0 0 1 0 0,1 0-1 0 0,-1 0 1 0 0,0-1-1 0 0,1 1 1 0 0,-1 0-1 0 0,0 1 0 0 0,1-1 1 0 0,-1 0-1 0 0,0 0 1 0 0,1 0-1 0 0,-1 0 1 0 0,1 0-1 0 0,-1 1 1 0 0,0-1-1 0 0,0 1 1 0 0,-1 0-5 0 0,0 0 1 0 0,0 0 0 0 0,0 1 0 0 0,0-1 0 0 0,1 0 0 0 0,-1 1 0 0 0,0 0 0 0 0,1-1 0 0 0,0 1 0 0 0,-1 0 0 0 0,1 0 0 0 0,0 0 0 0 0,0 0 0 0 0,-1 2-1 0 0,-3 15-1083 0 0,4-10-4359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17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59 1376 0 0,'-11'-19'7630'0'0,"3"3"-5122"0"0,1 1-776 0 0,7 15-1687 0 0,0 0 0 0 0,0 0-1 0 0,0-1 1 0 0,0 1 0 0 0,0 0-1 0 0,0-1 1 0 0,0 1 0 0 0,0 0-1 0 0,0-1 1 0 0,0 1 0 0 0,0 0 0 0 0,1 0-1 0 0,-1-1 1 0 0,0 1 0 0 0,0 0-1 0 0,0 0 1 0 0,0-1 0 0 0,0 1-1 0 0,1 0 1 0 0,-1 0 0 0 0,0-1 0 0 0,0 1-1 0 0,0 0 1 0 0,1 0 0 0 0,-1 0-1 0 0,0 0 1 0 0,0-1 0 0 0,1 1-1 0 0,1 0-13 0 0,0-1 0 0 0,1 1 0 0 0,-1 0-1 0 0,0 0 1 0 0,0 0 0 0 0,0 0 0 0 0,0 0-1 0 0,1 0 1 0 0,-1 1 0 0 0,0-1-1 0 0,3 2 1 0 0,15 4-67 0 0,0 0-1 0 0,0 2 1 0 0,-1 0 0 0 0,0 1-1 0 0,0 1 1 0 0,-1 1-1 0 0,0 0 1 0 0,-1 2 0 0 0,25 23-1 0 0,-39-33 37 0 0,0 0 0 0 0,0 1 0 0 0,-1-1 0 0 0,1 1 0 0 0,-1-1 0 0 0,0 1 0 0 0,0 0 0 0 0,1 5 0 0 0,-2-7 0 0 0,0 0 0 0 0,-1 0 0 0 0,1 0 0 0 0,-1 0 0 0 0,1 1 0 0 0,-1-1 0 0 0,0 0 0 0 0,0 0 0 0 0,0 0 0 0 0,0 0 0 0 0,-1 1 0 0 0,1-1 0 0 0,0 0 0 0 0,-1 0 0 0 0,0 0 0 0 0,1 0 0 0 0,-1 0 0 0 0,-1 2 0 0 0,-11 14 45 0 0,0-2 0 0 0,-2 0 0 0 0,0 0 0 0 0,0-2 0 0 0,-28 21 0 0 0,-18 17 67 0 0,48-40-79 0 0,-3 4 37 0 0,0 0 1 0 0,-1-2-1 0 0,-37 25 0 0 0,39-34 22 0 0,15-5-91 0 0,0 0 0 0 0,-1 0 0 0 0,1 0-1 0 0,0 0 1 0 0,0 0 0 0 0,-1 0-1 0 0,1 0 1 0 0,0 0 0 0 0,0 0-1 0 0,0 0 1 0 0,-1 0 0 0 0,1 0-1 0 0,0 0 1 0 0,0-1 0 0 0,0 1-1 0 0,-1 0 1 0 0,1 0 0 0 0,0 0-1 0 0,0 0 1 0 0,0 0 0 0 0,-1 0 0 0 0,1-1-1 0 0,0 1 1 0 0,0 0 0 0 0,0 0-1 0 0,0 0 1 0 0,0 0 0 0 0,0-1-1 0 0,-1 1 1 0 0,1 0 0 0 0,0 0-1 0 0,0 0 1 0 0,0-1 0 0 0,0 1-1 0 0,0 0 1 0 0,0 0 0 0 0,0 0-1 0 0,0-1 1 0 0,0 1 0 0 0,0 0 0 0 0,0 0-1 0 0,0 0 1 0 0,0-1 0 0 0,0 1-1 0 0,0 0 1 0 0,0 0 0 0 0,0-1-1 0 0,0 1 1 0 0,0 0 0 0 0,0 0-1 0 0,0 0 1 0 0,0-1 0 0 0,1 1-1 0 0,-1 0 1 0 0,0 0 0 0 0,0 0-1 0 0,0 0 1 0 0,0-1 0 0 0,0 1 0 0 0,1 0-1 0 0,-1 0 1 0 0,0 0 0 0 0,0 0-1 0 0,2-3-129 0 0,0 0 1 0 0,0 1-1 0 0,0-1 0 0 0,0 1 0 0 0,5-5 0 0 0,3-3-1031 0 0,6-9-3724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17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45 7202 0 0,'1'-2'245'0'0,"0"1"0"0"0,0-1 1 0 0,0 1-1 0 0,0-1 1 0 0,0 0-1 0 0,-1 0 1 0 0,1 1-1 0 0,-1-1 1 0 0,1 0-1 0 0,-1 0 1 0 0,0 0-1 0 0,0 1 1 0 0,0-1-1 0 0,0-3 1 0 0,0 4-151 0 0,0 0 0 0 0,0 0 0 0 0,0 1 1 0 0,-1-1-1 0 0,1 0 0 0 0,0 1 0 0 0,0-1 1 0 0,-1 0-1 0 0,1 1 0 0 0,0-1 0 0 0,-1 0 0 0 0,1 1 1 0 0,-1-1-1 0 0,1 1 0 0 0,-1-1 0 0 0,1 1 1 0 0,-1-1-1 0 0,1 1 0 0 0,-1-1 0 0 0,0 1 1 0 0,1-1-1 0 0,-1 1 0 0 0,0 0 0 0 0,1-1 1 0 0,-1 1-1 0 0,0 0 0 0 0,1 0 0 0 0,-1 0 0 0 0,0-1 1 0 0,0 1-1 0 0,1 0 0 0 0,-1 0 0 0 0,0 0 1 0 0,1 0-1 0 0,-1 0 0 0 0,0 0 0 0 0,0 0 1 0 0,-1 1-1 0 0,-20 3-43 0 0,0 2 0 0 0,1 0 0 0 0,-1 1 1 0 0,1 2-1 0 0,1 0 0 0 0,-39 23 0 0 0,59-32-52 0 0,-22 12-23 0 0,0 1-1 0 0,1 1 0 0 0,1 0 0 0 0,-27 26 0 0 0,42-35-2 0 0,1 1-1 0 0,-1-1 0 0 0,1 1 1 0 0,-1 1-1 0 0,2-1 0 0 0,-1 0 0 0 0,1 1 1 0 0,-4 10-1 0 0,5-11 2 0 0,1-1-1 0 0,0 1 1 0 0,0 0-1 0 0,1-1 1 0 0,-1 1 0 0 0,1-1-1 0 0,0 1 1 0 0,1 0-1 0 0,0-1 1 0 0,-1 1 0 0 0,2 0-1 0 0,2 8 1 0 0,-2-9 15 0 0,0 0 0 0 0,1 1 0 0 0,-1-1 0 0 0,1 0 0 0 0,0-1 1 0 0,1 1-1 0 0,-1 0 0 0 0,1-1 0 0 0,0 0 0 0 0,0 0 0 0 0,1 0 0 0 0,-1 0 1 0 0,1-1-1 0 0,-1 0 0 0 0,1 0 0 0 0,0 0 0 0 0,0 0 0 0 0,1-1 1 0 0,8 3-1 0 0,8 1 18 0 0,0 0 0 0 0,0-2 0 0 0,37 3 0 0 0,-29-4-15 0 0,3-1-414 0 0,48-2 1 0 0,-59-1-2323 0 0,7 1-1774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36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57 1376 0 0,'-11'-10'-177'0'0,"8"8"1124"0"0,1-1 0 0 0,-1 1 0 0 0,0 0-1 0 0,0 0 1 0 0,1 0 0 0 0,-1 0 0 0 0,-4-2 0 0 0,3 3-349 0 0,1-1-1 0 0,0 1 1 0 0,0-1 0 0 0,0 0 0 0 0,-4-2 0 0 0,-12-7 1835 0 0,19 10-2430 0 0,0 1 1 0 0,0 0 0 0 0,0 0-1 0 0,1 0 1 0 0,-1 0 0 0 0,0 0-1 0 0,0 0 1 0 0,0 0 0 0 0,0 0-1 0 0,0 0 1 0 0,0 0-1 0 0,0 0 1 0 0,0 0 0 0 0,0 0-1 0 0,0 0 1 0 0,0-1 0 0 0,0 1-1 0 0,0 0 1 0 0,0 0-1 0 0,0 0 1 0 0,0 0 0 0 0,0 0-1 0 0,0 0 1 0 0,0 0 0 0 0,0 0-1 0 0,0-1 1 0 0,0 1 0 0 0,0 0-1 0 0,0 0 1 0 0,0 0-1 0 0,0 0 1 0 0,0 0 0 0 0,0 0-1 0 0,0 0 1 0 0,0 0 0 0 0,0 0-1 0 0,0-1 1 0 0,0 1 0 0 0,0 0-1 0 0,0 0 1 0 0,0 0-1 0 0,0 0 1 0 0,0 0 0 0 0,0 0-1 0 0,0 0 1 0 0,0 0 0 0 0,0 0-1 0 0,0 0 1 0 0,-1 0-1 0 0,1 0 1 0 0,0 0 0 0 0,0-1-1 0 0,0 1 1 0 0,0 0 0 0 0,0 0-1 0 0,0 0 1 0 0,0 0 0 0 0,0 0-1 0 0,0 0 1 0 0,-1 0-1 0 0,1 0 1 0 0,0 0 0 0 0,0 0-1 0 0,0 0 1 0 0,0 0 0 0 0,0 0-1 0 0,0 0-3 0 0,0 0 0 0 0,1 1 0 0 0,-1-1 0 0 0,0 0-1 0 0,0 0 1 0 0,1 0 0 0 0,-1 0 0 0 0,0 0 0 0 0,0 0 0 0 0,1 0-1 0 0,-1 1 1 0 0,0-1 0 0 0,0 0 0 0 0,0 0 0 0 0,1 0 0 0 0,-1 1 0 0 0,0-1-1 0 0,0 0 1 0 0,0 0 0 0 0,1 1 0 0 0,-1-1 0 0 0,0 0 0 0 0,0 0-1 0 0,0 1 1 0 0,0-1 0 0 0,0 0 0 0 0,0 0 0 0 0,0 1 0 0 0,0-1-1 0 0,0 0 1 0 0,0 1 0 0 0,0-1 0 0 0,0 0 0 0 0,0 0 0 0 0,0 1 0 0 0,0-1-1 0 0,0 1 1 0 0,-2 20-37 0 0,-1 1 0 0 0,-1-1 0 0 0,-10 32 0 0 0,9-29 36 0 0,4-18 16 0 0,0 0 0 0 0,0 1 1 0 0,-5 10-1 0 0,19-42 209 0 0,-2 4 2 0 0,11-25-1 0 0,-20 40-203 0 0,0-1 1 0 0,0 1-1 0 0,0-1 0 0 0,-1 1 0 0 0,0-1 1 0 0,0 0-1 0 0,-1 1 0 0 0,0-1 0 0 0,0-7 1 0 0,0 13-22 0 0,0 0 1 0 0,0 1-1 0 0,0-1 1 0 0,-1 0-1 0 0,1 0 1 0 0,0 0-1 0 0,0 0 0 0 0,-1 0 1 0 0,1 1-1 0 0,-1-1 1 0 0,1 0-1 0 0,0 0 1 0 0,-2-1-1 0 0,2 2-2 0 0,-1 0 0 0 0,1 0 1 0 0,0 0-1 0 0,0-1 0 0 0,-1 1 0 0 0,1 0 0 0 0,0 0 0 0 0,0 0 0 0 0,-1 0 0 0 0,1 0 0 0 0,0 0 0 0 0,-1 0 0 0 0,1 0 0 0 0,0 0 0 0 0,-1 0 1 0 0,1 0-1 0 0,0 0 0 0 0,0 0 0 0 0,-1 0 0 0 0,1 0 0 0 0,0 0 0 0 0,-1 0 0 0 0,1 0 0 0 0,0 0 0 0 0,0 0 0 0 0,-1 1 0 0 0,-1 0-9 0 0,1 0-1 0 0,0 0 1 0 0,-1 0-1 0 0,1 0 1 0 0,0 1-1 0 0,0-1 1 0 0,-1 0-1 0 0,1 1 1 0 0,0-1-1 0 0,1 1 1 0 0,-3 3-1 0 0,0 2-68 0 0,1 0 0 0 0,0 0 0 0 0,0 1 0 0 0,0-1 0 0 0,1 1 0 0 0,0 0 0 0 0,0-1 1 0 0,1 1-1 0 0,0 0 0 0 0,0-1 0 0 0,1 1 0 0 0,0-1 0 0 0,0 1 0 0 0,1 0 0 0 0,4 11 0 0 0,4 5-5062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33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23 6249 0 0,'-2'-2'390'0'0,"0"1"-1"0"0,0 0 0 0 0,0 0 0 0 0,0 1 0 0 0,0-1 1 0 0,0 0-1 0 0,0 1 0 0 0,0-1 0 0 0,-1 1 0 0 0,-2-1 1 0 0,4 1-193 0 0,0 0 0 0 0,0 0 1 0 0,0 0-1 0 0,0 0 1 0 0,-1 0-1 0 0,1-1 1 0 0,0 1-1 0 0,0 0 1 0 0,0-1-1 0 0,0 1 1 0 0,0-1-1 0 0,-1-1 0 0 0,6 2 30 0 0,1 0-1 0 0,0 0 0 0 0,-1-1 0 0 0,1 0 1 0 0,8-3-1 0 0,-12 4-185 0 0,1-1-38 0 0,0 1 0 0 0,1-1 0 0 0,-1 1-1 0 0,1 0 1 0 0,-1 0 0 0 0,1 0-1 0 0,-1 0 1 0 0,1 0 0 0 0,-1 0-1 0 0,1 1 1 0 0,-1-1 0 0 0,0 1 0 0 0,1 0-1 0 0,-1 0 1 0 0,0 0 0 0 0,1 0-1 0 0,-1 0 1 0 0,0 0 0 0 0,0 0 0 0 0,0 1-1 0 0,0-1 1 0 0,0 1 0 0 0,0 0-1 0 0,2 2 1 0 0,-1 1 15 0 0,1 0 0 0 0,-1 0 0 0 0,0 0 0 0 0,-1 0 0 0 0,1 0 0 0 0,-1 1 0 0 0,0-1 0 0 0,2 10 0 0 0,-5-13-3 0 0,0 0 0 0 0,0-1 0 0 0,0 1 0 0 0,0 0 0 0 0,0-1 0 0 0,-1 1 0 0 0,1-1 0 0 0,-1 1 0 0 0,1-1 0 0 0,-1 0 0 0 0,1 0 0 0 0,-4 2 0 0 0,-2 3 75 0 0,-149 152 332 0 0,149-151-419 0 0,0-1 1 0 0,-11 9-1 0 0,17-15-2 0 0,1 0 1 0 0,0 0-1 0 0,0 1 0 0 0,0-1 0 0 0,0 0 0 0 0,0 0 0 0 0,0 1 0 0 0,-1-1 0 0 0,1 0 1 0 0,0 1-1 0 0,0-1 0 0 0,0 0 0 0 0,0 0 0 0 0,0 1 0 0 0,0-1 0 0 0,0 0 0 0 0,0 1 1 0 0,1-1-1 0 0,-1 0 0 0 0,0 0 0 0 0,0 1 0 0 0,0-1 0 0 0,0 0 0 0 0,0 1 0 0 0,0-1 0 0 0,0 0 1 0 0,1 0-1 0 0,-1 1 0 0 0,0-1 0 0 0,0 0 0 0 0,0 0 0 0 0,1 0 0 0 0,-1 1 0 0 0,0-1 1 0 0,0 0-1 0 0,1 0 0 0 0,-1 0 0 0 0,0 0 0 0 0,0 0 0 0 0,1 1 0 0 0,-1-1 0 0 0,0 0 1 0 0,0 0-1 0 0,1 0 0 0 0,-1 0 0 0 0,0 0 0 0 0,1 0 0 0 0,-1 0 0 0 0,0 0 0 0 0,0 0 1 0 0,1 0-1 0 0,-1 0 0 0 0,0 0 0 0 0,1 0 0 0 0,-1 0 0 0 0,1 0 0 0 0,2-3-9 0 0,1 0-1 0 0,0 1 1 0 0,0 0 0 0 0,1 0-1 0 0,-1 0 1 0 0,0 1-1 0 0,1-1 1 0 0,-1 1-1 0 0,0 0 1 0 0,1 0 0 0 0,7 0-1 0 0,2 1-50 0 0,1 0-1 0 0,19 4 1 0 0,18 1-14 0 0,-2-3-820 0 0,-37-2-4191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35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243 373 4633 0 0,'-17'-6'1045'0'0,"1"-1"1"0"0,1-1-1 0 0,0 0 0 0 0,-26-18 0 0 0,33 20-830 0 0,6 5-82 0 0,0-1 0 0 0,0 1-1 0 0,0 0 1 0 0,0-1 0 0 0,1 1 0 0 0,-1-1-1 0 0,0 0 1 0 0,1 0 0 0 0,-1 1 0 0 0,1-1-1 0 0,0 0 1 0 0,0 0 0 0 0,-1 0-1 0 0,1-1 1 0 0,1 1 0 0 0,-1 0 0 0 0,0 0-1 0 0,0 0 1 0 0,1-1 0 0 0,-1 1 0 0 0,1 0-1 0 0,0-1 1 0 0,0 1 0 0 0,0 0 0 0 0,0-1-1 0 0,0 1 1 0 0,0 0 0 0 0,1-1 0 0 0,-1 1-1 0 0,1 0 1 0 0,1-4 0 0 0,-1 6-14 0 0,-4-3 14 0 0,0 6-91 0 0,-6 16-63 0 0,0-1-1 0 0,2 1 0 0 0,0 1 0 0 0,1 0 0 0 0,-3 20 1 0 0,-9 25 7 0 0,7-29-9 0 0,-9 56-1 0 0,17-78 34 0 0,2 1-1 0 0,0-1 1 0 0,0 1 0 0 0,2-1 0 0 0,0 1 0 0 0,5 28 0 0 0,-5-40-5 0 0,0 0 0 0 0,0 0 1 0 0,0 0-1 0 0,0 0 0 0 0,0 0 0 0 0,1 0 1 0 0,-1 0-1 0 0,1 0 0 0 0,0 0 0 0 0,0-1 1 0 0,0 1-1 0 0,0-1 0 0 0,5 5 0 0 0,-5-6-1 0 0,-1-1 0 0 0,1 1 0 0 0,0 0 0 0 0,-1 0 0 0 0,1-1 0 0 0,0 1 0 0 0,0-1 0 0 0,0 1 0 0 0,-1-1 0 0 0,1 0 0 0 0,0 0 0 0 0,0 0 0 0 0,0 0 0 0 0,0 0 0 0 0,0 0 0 0 0,0 0 0 0 0,-1-1 0 0 0,1 1 0 0 0,0-1 0 0 0,0 1 0 0 0,0-1 0 0 0,-1 0 0 0 0,1 1 0 0 0,0-1 0 0 0,2-2 0 0 0,3-2 13 0 0,1 0-1 0 0,-1 0 1 0 0,0-1-1 0 0,-1 0 1 0 0,0 0-1 0 0,9-11 1 0 0,29-46 108 0 0,-23 31-36 0 0,7-9 31 0 0,46-89 1 0 0,-66 112-93 0 0,-1-1 0 0 0,0 1 0 0 0,-1-2 1 0 0,-1 1-1 0 0,-1 0 0 0 0,-1-1 0 0 0,2-39 0 0 0,-6 49-7 0 0,0 0 1 0 0,-3-14-1 0 0,3 21-21 0 0,0 10-35 0 0,1 10-35 0 0,7 28-31 0 0,1 0 1 0 0,3-1-1 0 0,1 0 1 0 0,20 46-1 0 0,-27-81 101 0 0,-1 0 0 0 0,1 0 0 0 0,1-1 0 0 0,0 1 0 0 0,0-1 0 0 0,0-1 0 0 0,10 9 0 0 0,-14-14 0 0 0,0 0 0 0 0,1 0 0 0 0,-1 0 0 0 0,1 0 0 0 0,-1-1 0 0 0,1 1 0 0 0,0-1 0 0 0,0 0 0 0 0,0 0 0 0 0,-1 0 0 0 0,1 0 0 0 0,4 0 0 0 0,-5-1 0 0 0,1 0 0 0 0,-1 0 0 0 0,0 0 0 0 0,0 0 0 0 0,0-1 0 0 0,0 1 0 0 0,0-1 0 0 0,0 1 0 0 0,0-1 0 0 0,0 0 0 0 0,0 0 0 0 0,0 0 0 0 0,-1 0 0 0 0,1 0 0 0 0,0 0 0 0 0,0-1 0 0 0,-1 1 0 0 0,1-1 0 0 0,2-2 0 0 0,9-13 20 0 0,-1 0 0 0 0,0-1 0 0 0,-1 0-1 0 0,-1-1 1 0 0,-1 0 0 0 0,8-23 0 0 0,-14 33-2 0 0,-1-1 1 0 0,0 0 0 0 0,0 0-1 0 0,-1 0 1 0 0,0 0 0 0 0,0 1-1 0 0,-2-1 1 0 0,0-13-1 0 0,-17-77 140 0 0,18 100-158 0 0,-8-37 120 0 0,-1 1 0 0 0,-2 0 0 0 0,-24-51 0 0 0,31 79-49 0 0,4 8-69 0 0,0 0-1 0 0,0 0 0 0 0,0 0 1 0 0,0 0-1 0 0,0 0 1 0 0,-1 0-1 0 0,1 0 0 0 0,0-1 1 0 0,0 1-1 0 0,0 0 1 0 0,0 0-1 0 0,0 0 0 0 0,0 0 1 0 0,0 0-1 0 0,0 0 1 0 0,0 0-1 0 0,0 0 0 0 0,0-1 1 0 0,0 1-1 0 0,0 0 1 0 0,-1 0-1 0 0,1 0 0 0 0,0 0 1 0 0,0 0-1 0 0,0 0 1 0 0,0 0-1 0 0,0 0 0 0 0,0 0 1 0 0,0 0-1 0 0,-1 0 0 0 0,1 0 1 0 0,0 0-1 0 0,0 0 1 0 0,0 0-1 0 0,0 0 0 0 0,0 0 1 0 0,0 0-1 0 0,-1 0 1 0 0,1 0-1 0 0,0 0 0 0 0,0 0 1 0 0,0 0-1 0 0,0 0 1 0 0,0 0-1 0 0,0 0 0 0 0,-1 0 1 0 0,1 0-1 0 0,0 0 1 0 0,0 0-1 0 0,0 0 0 0 0,0 0 1 0 0,0 0-1 0 0,0 1 1 0 0,0-1-1 0 0,0 0 0 0 0,0 0 1 0 0,0 0-1 0 0,-1 0 0 0 0,1 0 1 0 0,0 0-1 0 0,0 0 1 0 0,0 0-1 0 0,0 1 0 0 0,0 3 79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37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42 1376 0 0,'-9'-15'4969'0'0,"3"7"534"0"0,4 1-5355 0 0,1 4 173 0 0,1-5 1177 0 0,0 8-1463 0 0,1 0 0 0 0,-1 0 0 0 0,1 0 1 0 0,-1 0-1 0 0,1 0 0 0 0,-1 0 0 0 0,1 0 0 0 0,-1 0 0 0 0,1 0 1 0 0,-1 0-1 0 0,1 0 0 0 0,-1 0 0 0 0,1 0 0 0 0,-1 1 1 0 0,1-1-1 0 0,-1 0 0 0 0,0 0 0 0 0,1 0 0 0 0,-1 1 1 0 0,1-1-1 0 0,21 8-3 0 0,0-2 0 0 0,31 6 0 0 0,-6-2-23 0 0,-47-10-6 0 0,1 0-1 0 0,0 0 1 0 0,0 0-1 0 0,-1 0 1 0 0,1 0-1 0 0,0 0 1 0 0,-1 1-1 0 0,1-1 1 0 0,0 0-1 0 0,-1 1 1 0 0,1-1-1 0 0,-1 0 1 0 0,1 1-1 0 0,0-1 1 0 0,-1 1-1 0 0,1-1 1 0 0,-1 1-1 0 0,1-1 1 0 0,-1 1-1 0 0,1-1 1 0 0,-1 1-1 0 0,0-1 1 0 0,1 2-1 0 0,-1-1 5 0 0,0-1 0 0 0,0 1 0 0 0,0 0-1 0 0,0-1 1 0 0,-1 1 0 0 0,1-1 0 0 0,0 1-1 0 0,-1 0 1 0 0,1-1 0 0 0,0 1-1 0 0,-1-1 1 0 0,1 1 0 0 0,0-1 0 0 0,-1 1-1 0 0,1-1 1 0 0,-1 1 0 0 0,1-1 0 0 0,-1 0-1 0 0,1 1 1 0 0,-2 0 0 0 0,-5 3 90 0 0,-1 1-1 0 0,-14 5 1 0 0,17-8-69 0 0,-91 35 454 0 0,7-3-328 0 0,72-27-143 0 0,12-5-11 0 0,0 0 0 0 0,0 0 0 0 0,1 0 1 0 0,-1 0-1 0 0,0 0 0 0 0,1 1 0 0 0,0 0 0 0 0,-1 0 0 0 0,1 0 0 0 0,1 1 0 0 0,-1 0 0 0 0,-3 3 0 0 0,7-6-1 0 0,-1-1 0 0 0,1 0 0 0 0,0 0-1 0 0,0 1 1 0 0,0-1 0 0 0,-1 0-1 0 0,1 1 1 0 0,0-1 0 0 0,0 0 0 0 0,0 1-1 0 0,0-1 1 0 0,0 0 0 0 0,0 1-1 0 0,0-1 1 0 0,0 0 0 0 0,0 1 0 0 0,0-1-1 0 0,0 0 1 0 0,0 1 0 0 0,0-1-1 0 0,0 0 1 0 0,0 1 0 0 0,0-1 0 0 0,0 0-1 0 0,0 1 1 0 0,1-1 0 0 0,-1 0-1 0 0,0 0 1 0 0,0 1 0 0 0,0-1 0 0 0,11 5-89 0 0,12-6-57 0 0,10-9 121 0 0,-1-2-1 0 0,34-17 0 0 0,-36 16-22 0 0,-20 8 48 0 0,5-2 9 0 0,1 0-1 0 0,-1 1 0 0 0,1 1 0 0 0,1 0 0 0 0,28-4 1 0 0,-42 9 6 0 0,0 0 1 0 0,0 0-1 0 0,0 1 1 0 0,0-1-1 0 0,0 1 1 0 0,0 0-1 0 0,0 0 0 0 0,0 0 1 0 0,-1 0-1 0 0,1 0 1 0 0,0 1-1 0 0,-1-1 1 0 0,3 3-1 0 0,8 5 50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39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316 59 4689 0 0,'1'-2'281'0'0,"0"0"0"0"0,0 1 0 0 0,0-1-1 0 0,0 0 1 0 0,-1 0 0 0 0,1 0 0 0 0,0 0 0 0 0,-1 0 0 0 0,0 0 0 0 0,1 0 0 0 0,-1 0-1 0 0,0-1 1 0 0,0 1 0 0 0,0 0 0 0 0,0 0 0 0 0,-1 0 0 0 0,0-3 0 0 0,1 3-137 0 0,-1 1 0 0 0,1 0 0 0 0,-1 0 0 0 0,1 0 0 0 0,-1 0 0 0 0,0 0 0 0 0,1 0 0 0 0,-1 0 0 0 0,0 0 0 0 0,0 0 0 0 0,0 0 0 0 0,0 1 0 0 0,0-1 0 0 0,0 0 0 0 0,0 0 0 0 0,0 1 0 0 0,0-1 0 0 0,0 1 0 0 0,0-1 0 0 0,0 1 0 0 0,-1-1 0 0 0,1 1 0 0 0,0 0 0 0 0,0 0 1 0 0,-1 0-1 0 0,1-1 0 0 0,0 1 0 0 0,0 0 0 0 0,0 0 0 0 0,-1 1 0 0 0,1-1 0 0 0,-2 0 0 0 0,-14 3 57 0 0,0 1 0 0 0,0 0 0 0 0,1 1-1 0 0,-1 0 1 0 0,-18 10 0 0 0,23-8-211 0 0,0 1 0 0 0,0 0-1 0 0,1 1 1 0 0,0 0 0 0 0,0 1-1 0 0,1 0 1 0 0,0 1 0 0 0,1 0-1 0 0,0 0 1 0 0,1 1 0 0 0,1 0-1 0 0,-1 0 1 0 0,2 1 0 0 0,0 0-1 0 0,0 0 1 0 0,1 1 0 0 0,1-1-1 0 0,0 1 1 0 0,-3 26 0 0 0,7-32 3 0 0,-1 0 0 0 0,2 1 0 0 0,-1-1 0 0 0,1 0 0 0 0,0 0 0 0 0,1 0 0 0 0,0 0 0 0 0,0 0 0 0 0,1-1 0 0 0,0 1 0 0 0,0-1 0 0 0,1 1 0 0 0,-1-1 1 0 0,2 0-1 0 0,-1 0 0 0 0,1-1 0 0 0,0 1 0 0 0,1-1 0 0 0,8 8 0 0 0,-5-5 7 0 0,5 6-18 0 0,1-1 1 0 0,1 0-1 0 0,19 13 1 0 0,-29-24 21 0 0,-1 0 0 0 0,1 0 0 0 0,0 0 0 0 0,1 0 0 0 0,-1-1 0 0 0,0 0 1 0 0,0 0-1 0 0,1-1 0 0 0,-1 0 0 0 0,1 0 0 0 0,0 0 0 0 0,-1-1 1 0 0,1 0-1 0 0,7-1 0 0 0,9-3 119 0 0,40-12 0 0 0,-14 4-4347 0 0,-14 3-659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43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203 372 1376 0 0,'-39'-16'7930'0'0,"39"15"-7853"0"0,0 1-1 0 0,-1 0 1 0 0,1-1 0 0 0,0 1-1 0 0,0-1 1 0 0,0 1 0 0 0,-1 0-1 0 0,1-1 1 0 0,0 1 0 0 0,0-1-1 0 0,0 1 1 0 0,0-1-1 0 0,0 1 1 0 0,0-1 0 0 0,0 1-1 0 0,0 0 1 0 0,0-1 0 0 0,0 1-1 0 0,0-1 1 0 0,0 0 0 0 0,6-12 549 0 0,0 0 0 0 0,10-16 1 0 0,-6 11-325 0 0,20-35 369 0 0,-11 20-212 0 0,-1 0 1 0 0,22-55-1 0 0,-38 80-348 0 0,0 1 0 0 0,0 0 0 0 0,-1-1 0 0 0,0 1-1 0 0,0-10 1 0 0,-1 17-92 0 0,-1-1 0 0 0,1 0 0 0 0,0 1-1 0 0,-1-1 1 0 0,1 0 0 0 0,-1 1 0 0 0,0-1-1 0 0,1 1 1 0 0,-1-1 0 0 0,1 1 0 0 0,-1-1-1 0 0,0 1 1 0 0,1-1 0 0 0,-1 1 0 0 0,0 0-1 0 0,1-1 1 0 0,-1 1 0 0 0,0 0 0 0 0,0 0-1 0 0,1-1 1 0 0,-1 1 0 0 0,0 0 0 0 0,0 0-1 0 0,-1 0 1 0 0,-19-2 273 0 0,15 3-244 0 0,1 0 1 0 0,-1 0 0 0 0,1 1 0 0 0,-1 0 0 0 0,1 0 0 0 0,0 0 0 0 0,0 1 0 0 0,0 0 0 0 0,0-1-1 0 0,0 2 1 0 0,1-1 0 0 0,-1 1 0 0 0,1-1 0 0 0,-7 9 0 0 0,-2 4-45 0 0,1 0 0 0 0,-18 33 0 0 0,25-42 5 0 0,-17 32 25 0 0,2 0 0 0 0,-17 48 0 0 0,28-60-17 0 0,1 0 1 0 0,0 1-1 0 0,3 0 1 0 0,-5 39 0 0 0,10-60-13 0 0,-1 1 0 0 0,1-1 1 0 0,1 0-1 0 0,-1 0 0 0 0,3 11 1 0 0,-3-17-5 0 0,1 1 0 0 0,-1-1-1 0 0,0 0 1 0 0,1 0 0 0 0,-1 1 0 0 0,1-1 0 0 0,0 0 0 0 0,-1 0 0 0 0,1 0 0 0 0,0 0 0 0 0,0 1-1 0 0,0-1 1 0 0,0 0 0 0 0,0-1 0 0 0,0 1 0 0 0,0 0 0 0 0,0 0 0 0 0,0 0 0 0 0,0 0 0 0 0,0-1-1 0 0,0 1 1 0 0,1-1 0 0 0,-1 1 0 0 0,0-1 0 0 0,1 1 0 0 0,-1-1 0 0 0,0 0 0 0 0,1 0 0 0 0,-1 1-1 0 0,0-1 1 0 0,1 0 0 0 0,-1 0 0 0 0,0 0 0 0 0,1-1 0 0 0,1 1 0 0 0,3-2 4 0 0,0 1 0 0 0,0-2 0 0 0,-1 1-1 0 0,1 0 1 0 0,-1-1 0 0 0,1 0 0 0 0,-1 0 0 0 0,0-1 0 0 0,0 1 0 0 0,-1-1 0 0 0,1 0 0 0 0,7-9 0 0 0,5-6 27 0 0,23-36 0 0 0,-40 55-32 0 0,29-46 42 0 0,-1-1 1 0 0,34-82 0 0 0,-57 117-43 0 0,-3 8 0 0 0,0 0 0 0 0,0-1 0 0 0,0 1 0 0 0,0 0 0 0 0,-1-1 0 0 0,0 0 0 0 0,0 1 0 0 0,0-1 0 0 0,0 0 0 0 0,-1-5 0 0 0,0 10 0 0 0,0 0 0 0 0,0-1 0 0 0,0 1 0 0 0,0 0 0 0 0,0 0 0 0 0,0-1 0 0 0,0 1 0 0 0,0 0 0 0 0,0 0 0 0 0,0-1 0 0 0,-1 1 0 0 0,1 0 0 0 0,0 0 0 0 0,0 0 0 0 0,0-1 0 0 0,0 1 0 0 0,0 0 0 0 0,-1 0 0 0 0,1 0 0 0 0,0 0 0 0 0,0-1 0 0 0,0 1 0 0 0,-1 0 0 0 0,1 0 0 0 0,0 0 0 0 0,0 0 0 0 0,0 0 0 0 0,-1 0 0 0 0,1 0 0 0 0,0-1 0 0 0,0 1 0 0 0,-1 0 0 0 0,1 0 0 0 0,0 0 0 0 0,0 0 0 0 0,-1 0 0 0 0,1 0 0 0 0,-11 6 0 0 0,-8 13 0 0 0,19-18 0 0 0,-14 16-6 0 0,1 2 0 0 0,1-1 1 0 0,1 2-1 0 0,0-1 0 0 0,-13 39 1 0 0,-28 112-33 0 0,49-160 38 0 0,-44 154 0 0 0,-15 57 0 0 0,46-154 0 0 0,-9 91 0 0 0,25-151-1 0 0,-2 7-14 0 0,1 1 0 0 0,0 0 1 0 0,4 26-1 0 0,-3-37 11 0 0,1 0 0 0 0,0 0 0 0 0,0-1 0 0 0,0 1 0 0 0,1 0 0 0 0,-1-1 0 0 0,1 1 0 0 0,3 4 0 0 0,-4-6 3 0 0,1 0 0 0 0,-1-1 0 0 0,1 1 0 0 0,-1 0 0 0 0,1-1 0 0 0,0 0 0 0 0,0 1 0 0 0,0-1 0 0 0,0 0 0 0 0,0 0 0 0 0,0 0 0 0 0,0 0 0 0 0,0 0 0 0 0,0 0 0 0 0,4 0 0 0 0,-2 0 1 0 0,0-1 0 0 0,0 0 0 0 0,1 0 0 0 0,-1-1 0 0 0,0 1 0 0 0,0-1 0 0 0,0 0 0 0 0,0 0 0 0 0,0 0 0 0 0,0 0 0 0 0,0-1 0 0 0,0 1 0 0 0,-1-1 0 0 0,1 0 0 0 0,3-3 0 0 0,8-5 0 0 0,-1-1 0 0 0,15-14 0 0 0,-23 20 0 0 0,26-24-2 0 0,-1-2 1 0 0,32-43-1 0 0,-46 51 16 0 0,0-1 0 0 0,-2 0-1 0 0,0-1 1 0 0,14-36 0 0 0,-27 56-5 0 0,0-1 1 0 0,-1 0-1 0 0,1 1 1 0 0,-1-1-1 0 0,0 0 0 0 0,0 0 1 0 0,-1 0-1 0 0,0 0 1 0 0,0 0-1 0 0,0 0 1 0 0,-1 0-1 0 0,0 1 1 0 0,0-1-1 0 0,0 0 0 0 0,-1 0 1 0 0,0 1-1 0 0,0-1 1 0 0,0 1-1 0 0,-1-1 1 0 0,1 1-1 0 0,-1 0 1 0 0,-1 0-1 0 0,-3-5 1 0 0,1 3 9 0 0,1 1 0 0 0,-1 0 0 0 0,-1 0 0 0 0,1 0 0 0 0,-1 1 0 0 0,0-1 0 0 0,0 2 0 0 0,0-1 0 0 0,-1 1 0 0 0,0 0 0 0 0,0 1 0 0 0,0 0 0 0 0,0 0 0 0 0,-15-3 0 0 0,17 5-19 0 0,-1 0 1 0 0,1 1-1 0 0,-1-1 1 0 0,1 1 0 0 0,0 0-1 0 0,-1 1 1 0 0,1 0-1 0 0,0 0 1 0 0,-1 0-1 0 0,1 1 1 0 0,0 0 0 0 0,0 0-1 0 0,0 0 1 0 0,0 1-1 0 0,0 0 1 0 0,1 0 0 0 0,-1 1-1 0 0,1-1 1 0 0,0 1-1 0 0,-7 7 1 0 0,11-10-5 0 0,0 0 1 0 0,-1 0-1 0 0,1 0 1 0 0,1 0-1 0 0,-1 1 1 0 0,0-1-1 0 0,0 0 1 0 0,0 1-1 0 0,1-1 1 0 0,-1 0-1 0 0,0 1 1 0 0,1-1 0 0 0,-1 1-1 0 0,1-1 1 0 0,0 1-1 0 0,0-1 1 0 0,-1 1-1 0 0,1-1 1 0 0,0 1-1 0 0,0-1 1 0 0,0 1-1 0 0,1 2 1 0 0,-1-3-1 0 0,1 0 0 0 0,-1 0 1 0 0,1 0-1 0 0,0 0 1 0 0,-1 0-1 0 0,1-1 0 0 0,0 1 1 0 0,0 0-1 0 0,0 0 1 0 0,-1 0-1 0 0,1-1 0 0 0,0 1 1 0 0,0 0-1 0 0,0-1 1 0 0,0 1-1 0 0,0-1 0 0 0,0 1 1 0 0,0-1-1 0 0,1 0 0 0 0,-1 1 1 0 0,0-1-1 0 0,0 0 1 0 0,0 0-1 0 0,0 0 0 0 0,0 1 1 0 0,0-1-1 0 0,1-1 1 0 0,-1 1-1 0 0,0 0 0 0 0,1 0 1 0 0,5-1-3 0 0,0 0 0 0 0,0-1 0 0 0,0 1 0 0 0,0-1 0 0 0,-1-1 0 0 0,13-5 0 0 0,36-24-52 0 0,-40 22 45 0 0,0 1-1 0 0,25-11 1 0 0,-12 12-1179 0 0,-1 1-4770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43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76 1376 0 0,'-12'-7'-940'0'0,"-5"-6"4866"0"0,-4-2 1279 0 0,9 6-3244 0 0,11 6-481 0 0,8 4-784 0 0,16 5-434 0 0,1-2 0 0 0,-1-1 0 0 0,1 0-1 0 0,0-2 1 0 0,38-3 0 0 0,119-23-147 0 0,-78 7 154 0 0,-90 17-150 0 0,-13 1-112 0 0,0 0 0 0 0,1 0 0 0 0,-1 0 0 0 0,0 0 0 0 0,0 0 0 0 0,0 0 0 0 0,0 0 0 0 0,1 0 0 0 0,-1-1 0 0 0,0 1 0 0 0,0 0 0 0 0,0 0 0 0 0,0 0 0 0 0,1 1 0 0 0,-1-1 0 0 0,0 0 0 0 0,0 0 0 0 0,0 0 0 0 0,1 0 0 0 0,-1 0 0 0 0,0 0 0 0 0,0 0 0 0 0,0 0 0 0 0,0 0 0 0 0,0 0 0 0 0,1 0 0 0 0,-1 0 0 0 0,0 1 0 0 0,0-1 0 0 0,0 0 0 0 0,0 0 0 0 0,0 0 0 0 0,1 0 0 0 0,-1 0 0 0 0,0 1 0 0 0,0-1 0 0 0,0 0 0 0 0,0 0 0 0 0,0 0 0 0 0,0 0 0 0 0,0 1 0 0 0,0-1 0 0 0,0 0 0 0 0,0 0 0 0 0,0 0 0 0 0,0 0 0 0 0,0 1 0 0 0,0-1 0 0 0,0 0 0 0 0,0 0 0 0 0,-12 26 187 0 0,10-21-650 0 0,0 0 1 0 0,0 0 0 0 0,0 0 0 0 0,-5 6-1 0 0,-2 0-857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43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34 6913 0 0,'-27'-33'878'0'0,"26"33"-593"0"0,0 1 0 0 0,0-1-1 0 0,0 1 1 0 0,0-1 0 0 0,0 1 0 0 0,0-1-1 0 0,0 1 1 0 0,0 0 0 0 0,1 0 0 0 0,-1 0-1 0 0,0-1 1 0 0,0 1 0 0 0,1 0 0 0 0,-1 0-1 0 0,0 0 1 0 0,0 2 0 0 0,-3 9 201 0 0,0 0 0 0 0,0 1 0 0 0,-2 22-1 0 0,1-7-97 0 0,-2 6-165 0 0,-15 91 658 0 0,19-103-1085 0 0,2 0 0 0 0,0 1 0 0 0,4 37 0 0 0,3-25-5221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57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65 1840 0 0,'1'-2'662'0'0,"-1"0"-1"0"0,0 0 0 0 0,0 1 0 0 0,0-1 0 0 0,0 0 1 0 0,0 0-1 0 0,0 0 0 0 0,-1-2 0 0 0,1-7 244 0 0,0 9-580 0 0,0-1 0 0 0,0 0 0 0 0,-1 1 0 0 0,1-1 0 0 0,0 0-1 0 0,-1 1 1 0 0,0-1 0 0 0,1 1 0 0 0,-1-1 0 0 0,0 1 0 0 0,-3-5 0 0 0,0 8 1275 0 0,3 0-1551 0 0,0 0 0 0 0,1 0 0 0 0,-1 0 0 0 0,1 0 0 0 0,-1 0 0 0 0,1 0 0 0 0,-1 0 0 0 0,1 0 0 0 0,-1 0 0 0 0,1 1 0 0 0,0-1 1 0 0,0 2-1 0 0,-70 451 630 0 0,52-330-574 0 0,9-57 27 0 0,-2 85 0 0 0,11-142-96 0 0,1 0 1 0 0,2 17 0 0 0,-2-24-27 0 0,-1-1 1 0 0,1 1-1 0 0,0-1 1 0 0,0 1-1 0 0,0-1 1 0 0,0 0-1 0 0,2 3 1 0 0,-3-4-5 0 0,1 0 0 0 0,0-1 1 0 0,-1 1-1 0 0,1 0 0 0 0,-1-1 0 0 0,1 1 1 0 0,0-1-1 0 0,0 1 0 0 0,-1-1 0 0 0,1 1 1 0 0,0-1-1 0 0,0 1 0 0 0,-1-1 0 0 0,1 0 1 0 0,0 1-1 0 0,0-1 0 0 0,0 0 0 0 0,0 0 1 0 0,0 0-1 0 0,1 1 0 0 0,-1-2-2 0 0,1 1-1 0 0,0 0 0 0 0,-1-1 1 0 0,1 1-1 0 0,-1-1 1 0 0,1 1-1 0 0,-1-1 1 0 0,0 0-1 0 0,1 1 0 0 0,-1-1 1 0 0,0 0-1 0 0,1 0 1 0 0,-1 0-1 0 0,0 0 1 0 0,0 0-1 0 0,0 0 0 0 0,2-3 1 0 0,15-24-239 0 0,-12 20 75 0 0,14-27-2166 0 0,-10 15 934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57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291 167 1840 0 0,'12'-28'450'0'0,"2"-15"5568"0"0,2-6-2439 0 0,-15 48-3540 0 0,0-2 141 0 0,0 1 0 0 0,0-1 0 0 0,0 1 0 0 0,0-1-1 0 0,0 1 1 0 0,-1-1 0 0 0,1 0 0 0 0,-1 1 0 0 0,0-1-1 0 0,1 0 1 0 0,-1 1 0 0 0,0-1 0 0 0,-1 0 0 0 0,1 1-1 0 0,-1-4 1 0 0,-1 6-75 0 0,1 0 0 0 0,-1 0 0 0 0,0 1 0 0 0,1-1 0 0 0,-1 0 0 0 0,0 1 0 0 0,1-1 0 0 0,-1 1 0 0 0,1 0-1 0 0,-1-1 1 0 0,1 1 0 0 0,-3 2 0 0 0,3-3-43 0 0,-12 8 141 0 0,-19 16 0 0 0,9-7-152 0 0,5-2-5 0 0,-29 29 0 0 0,34-31-26 0 0,-1 0 0 0 0,0-1-1 0 0,-29 20 1 0 0,-29 16 55 0 0,60-43-83 0 0,10-5 32 0 0,1 1-1 0 0,0-1 1 0 0,0 1 0 0 0,-1-1-1 0 0,1 1 1 0 0,0 0 0 0 0,0 0-1 0 0,0-1 1 0 0,-2 3 0 0 0,3-3-15 0 0,0 1 0 0 0,-1-1-1 0 0,1 1 1 0 0,0-1 0 0 0,0 1 0 0 0,0-1 0 0 0,0 1 0 0 0,0-1 0 0 0,0 1-1 0 0,0-1 1 0 0,0 1 0 0 0,0-1 0 0 0,0 1 0 0 0,0-1 0 0 0,0 1 0 0 0,1-1 0 0 0,-1 1-1 0 0,0-1 1 0 0,0 1 0 0 0,0-1 0 0 0,1 1 0 0 0,-1-1 0 0 0,0 1 0 0 0,1-1-1 0 0,-1 0 1 0 0,0 1 0 0 0,1-1 0 0 0,-1 1 0 0 0,1-1 0 0 0,-1 1 0 0 0,6 4 12 0 0,-1 0-1 0 0,1 0 1 0 0,-1-1 0 0 0,2 1 0 0 0,-1-1-1 0 0,0 0 1 0 0,7 2 0 0 0,3 1 18 0 0,-1 0 0 0 0,18 3-1 0 0,-16-6-5 0 0,1-1-1 0 0,-1-1 1 0 0,1 0-1 0 0,20-2 1 0 0,-21 0 9 0 0,0 0-1 0 0,0 1 1 0 0,0 1 0 0 0,23 6-1 0 0,-18-3-271 0 0,-15-3 324 0 0,0-1 0 0 0,0 1 0 0 0,11 5 0 0 0,-16-6-666 0 0,0 0 1 0 0,0 0-1 0 0,0 0 1 0 0,0 1-1 0 0,0-1 0 0 0,-1 1 1 0 0,1 0-1 0 0,3 3 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58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1 456 0 0,'-19'6'3754'0'0,"17"-6"-3158"0"0,0 0 0 0 0,0 0 0 0 0,0 1 0 0 0,0 0 0 0 0,-1-1 0 0 0,1 1 0 0 0,0 0 0 0 0,1 0 0 0 0,-1 0-1 0 0,0 0 1 0 0,0 0 0 0 0,0 0 0 0 0,-2 2 0 0 0,4-2-567 0 0,0-1-1 0 0,0 0 0 0 0,0 0 0 0 0,0 1 0 0 0,0-1 1 0 0,-1 0-1 0 0,1 1 0 0 0,0-1 0 0 0,0 0 1 0 0,0 1-1 0 0,0-1 0 0 0,0 0 0 0 0,0 1 1 0 0,0-1-1 0 0,0 0 0 0 0,0 0 0 0 0,0 1 0 0 0,0-1 1 0 0,0 0-1 0 0,0 1 0 0 0,0-1 0 0 0,1 0 1 0 0,-1 1-1 0 0,0-1 0 0 0,0 0 0 0 0,0 0 0 0 0,0 1 1 0 0,0-1-1 0 0,1 0 0 0 0,-1 0 0 0 0,0 1 1 0 0,0-1-1 0 0,1 0 0 0 0,-1 0 0 0 0,0 0 0 0 0,0 1 1 0 0,1-1-1 0 0,-1 0 0 0 0,0 0 0 0 0,0 0 1 0 0,1 0-1 0 0,-1 0 0 0 0,0 1 0 0 0,1-1 0 0 0,-1 0 1 0 0,0 0-1 0 0,1 0 0 0 0,17 4 155 0 0,-15-4-95 0 0,20 4 149 0 0,1-1-1 0 0,44-1 1 0 0,47-9-17 0 0,-75 3-139 0 0,12 2 1 0 0,-47 2-72 0 0,-1 1 1 0 0,1-1-1 0 0,0 1 1 0 0,0 0 0 0 0,0 0-1 0 0,-1 0 1 0 0,1 1 0 0 0,5 2-1 0 0,-9-4-76 0 0,0 1-1 0 0,0-1 0 0 0,0 1 0 0 0,0 0 1 0 0,0-1-1 0 0,0 1 0 0 0,-1 0 0 0 0,1 0 1 0 0,0-1-1 0 0,0 1 0 0 0,-1 0 0 0 0,1 0 1 0 0,-1 0-1 0 0,1 0 0 0 0,-1 0 0 0 0,1 0 1 0 0,-1 0-1 0 0,1 0 0 0 0,-1 0 0 0 0,1 2 1 0 0,0 7-745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58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7082 0 0,'-20'4'768'0'0,"21"-3"184"0"0,0-1-771 0 0,-1 1 1 0 0,1-1-1 0 0,-1 0 1 0 0,1 1-1 0 0,-1-1 1 0 0,1 0-1 0 0,-1 1 0 0 0,1-1 1 0 0,0 0-1 0 0,-1 0 1 0 0,1 1-1 0 0,0-1 1 0 0,-1 0-1 0 0,1 0 0 0 0,0 0 1 0 0,-1 0-1 0 0,1 0 1 0 0,0 0-1 0 0,-1 0 1 0 0,1 0-1 0 0,0 0 0 0 0,98-2 1125 0 0,7 12-725 0 0,-71-5-766 0 0,-1-2 0 0 0,2-1 0 0 0,60-6 0 0 0,-67-2-4785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59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75 6417 0 0,'-7'-3'1066'0'0,"-1"0"-1"0"0,1 0 1 0 0,0 0 0 0 0,-7-6-1 0 0,13 9-1034 0 0,1 0 0 0 0,0 0 0 0 0,0-1 1 0 0,0 1-1 0 0,-1 0 0 0 0,1 0 0 0 0,0 0 0 0 0,0-1 0 0 0,0 1 0 0 0,0 0 0 0 0,0-1 0 0 0,-1 1 0 0 0,1 0 1 0 0,0 0-1 0 0,0-1 0 0 0,0 1 0 0 0,0 0 0 0 0,0-1 0 0 0,0 1 0 0 0,0 0 0 0 0,0 0 0 0 0,0-1 0 0 0,0 1 0 0 0,0 0 1 0 0,0-1-1 0 0,0 1 0 0 0,0 0 0 0 0,0 0 0 0 0,1-1 0 0 0,-1 1 0 0 0,0 0 0 0 0,0 0 0 0 0,0-1 0 0 0,0 1 0 0 0,0 0 1 0 0,1 0-1 0 0,-1-1 0 0 0,0 1 0 0 0,0 0 0 0 0,0 0 0 0 0,1 0 0 0 0,-1-1 0 0 0,0 1 0 0 0,0 0 0 0 0,1 0 1 0 0,-1 0-1 0 0,0 0 0 0 0,1 0 0 0 0,-1-1 0 0 0,1 1 0 0 0,15-7 320 0 0,-16 6-282 0 0,21-6-16 0 0,1 0 0 0 0,-1 1 1 0 0,1 2-1 0 0,0 0 0 0 0,0 1 0 0 0,0 1 0 0 0,0 1 1 0 0,1 1-1 0 0,22 4 0 0 0,-37-3-29 0 0,0 0 0 0 0,0 1 0 0 0,0 0-1 0 0,0 0 1 0 0,-1 1 0 0 0,1 0 0 0 0,-1 0 0 0 0,1 1 0 0 0,-1 0-1 0 0,0 0 1 0 0,-1 1 0 0 0,1 0 0 0 0,-1 0 0 0 0,0 1 0 0 0,9 9-1 0 0,-13-11-4 0 0,1 0 0 0 0,-1 1 0 0 0,0-1-1 0 0,0 1 1 0 0,-1 0 0 0 0,1 0 0 0 0,-1-1-1 0 0,0 1 1 0 0,0 0 0 0 0,-1 0 0 0 0,1 8-1 0 0,-1-6 11 0 0,-1 0 1 0 0,1 0-1 0 0,-1 0 0 0 0,0 0 0 0 0,-1 0 0 0 0,0-1 0 0 0,-4 12 0 0 0,-3 0 122 0 0,-1-1 1 0 0,-23 32-1 0 0,-31 29 214 0 0,36-46-249 0 0,21-23-80 0 0,0-1 1 0 0,-1 0-1 0 0,0 0 1 0 0,-1-1-1 0 0,0 0 0 0 0,0 0 1 0 0,0-1-1 0 0,-15 7 1 0 0,22-12-70 0 0,0 0 1 0 0,1-1 0 0 0,-1 1-1 0 0,0-1 1 0 0,0 0 0 0 0,1 1-1 0 0,-1-1 1 0 0,0 0-1 0 0,0 0 1 0 0,1 0 0 0 0,-1 0-1 0 0,0 0 1 0 0,0-1 0 0 0,1 1-1 0 0,-4-1 1 0 0,-5-8-4741 0 0,5 3-8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59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17 6105 0 0,'0'-1'81'0'0,"-1"1"0"0"0,1-1 0 0 0,0 0 0 0 0,0 0 0 0 0,-1 0 0 0 0,1 1 0 0 0,0-1 0 0 0,-1 0 0 0 0,1 1 0 0 0,0-1 0 0 0,-1 0 0 0 0,1 1 0 0 0,-1-1 0 0 0,1 0 0 0 0,-1 1 0 0 0,0-1 0 0 0,1 1 0 0 0,-1-1 0 0 0,1 1 0 0 0,-1-1 0 0 0,0 1 0 0 0,0 0 0 0 0,1-1 0 0 0,-1 1 0 0 0,0 0 0 0 0,0-1 0 0 0,1 1 0 0 0,-1 0 0 0 0,0 0 0 0 0,0 0 0 0 0,0 0 0 0 0,1 0 0 0 0,-1 0 0 0 0,0 0 0 0 0,0 0 0 0 0,0 0 0 0 0,1 0 0 0 0,-1 0 0 0 0,0 0 0 0 0,0 1 0 0 0,1-1 0 0 0,-1 0 0 0 0,0 1 0 0 0,0-1 0 0 0,0 1 0 0 0,-2 0 173 0 0,1 1-1 0 0,0 0 1 0 0,-1 0 0 0 0,1 0 0 0 0,0 0-1 0 0,0 0 1 0 0,0 0 0 0 0,0 0 0 0 0,1 1 0 0 0,-1-1-1 0 0,-2 6 1 0 0,-2 8 67 0 0,1 0-1 0 0,1 1 1 0 0,-4 31-1 0 0,4-17-84 0 0,-8 34 167 0 0,-29 149 833 0 0,37-194-1130 0 0,0 0 0 0 0,1 0 1 0 0,1 1-1 0 0,2-1 0 0 0,-1 1 1 0 0,5 25-1 0 0,-4-46-108 0 0,0-1 1 0 0,0 1-1 0 0,0 0 0 0 0,0 0 1 0 0,0 0-1 0 0,0-1 0 0 0,0 1 0 0 0,1 0 1 0 0,-1 0-1 0 0,0 0 0 0 0,0 0 1 0 0,0-1-1 0 0,0 1 0 0 0,1 0 1 0 0,-1 0-1 0 0,0 0 0 0 0,0 0 1 0 0,0 0-1 0 0,1 0 0 0 0,-1-1 1 0 0,0 1-1 0 0,0 0 0 0 0,0 0 1 0 0,1 0-1 0 0,-1 0 0 0 0,0 0 1 0 0,0 0-1 0 0,1 0 0 0 0,-1 0 1 0 0,0 0-1 0 0,0 0 0 0 0,0 0 0 0 0,1 0 1 0 0,-1 0-1 0 0,0 0 0 0 0,0 0 1 0 0,1 0-1 0 0,-1 1 0 0 0,0-1 1 0 0,0 0-1 0 0,0 0 0 0 0,1 0 1 0 0,-1 0-1 0 0,0 0 0 0 0,0 0 1 0 0,0 1-1 0 0,0-1 0 0 0,1 0 1 0 0,-1 0-1 0 0,0 0 0 0 0,0 0 1 0 0,0 1-1 0 0,0-1 0 0 0,0 0 1 0 0,0 0-1 0 0,0 0 0 0 0,1 1 1 0 0,-1-1-1 0 0,0 0 0 0 0,0 0 0 0 0,0 1 1 0 0,0-1-1 0 0,0 0 0 0 0,0 0 1 0 0,0 0-1 0 0,0 1 0 0 0,0-1 1 0 0,0 0-1 0 0,0 1 0 0 0,10-16-1783 0 0,-5 5-46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2:59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1376 0 0,'4'2'8640'0'0,"4"5"-5401"0"0,9 12-3604 0 0,-14-16 922 0 0,4 5-378 0 0,1-1 1 0 0,0-1-1 0 0,0 1 1 0 0,1-1-1 0 0,-1-1 1 0 0,1 0-1 0 0,18 8 1 0 0,-1-4 338 0 0,42 10 0 0 0,-33-11-182 0 0,-22-5-199 0 0,1-1-1 0 0,22 0 0 0 0,-24-1-232 0 0,0-1 0 0 0,0 2 0 0 0,0 0 0 0 0,14 4-1 0 0,-19-3-635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02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58 5873 0 0,'0'-5'903'0'0,"0"0"-1"0"0,1-1 1 0 0,0 1-1 0 0,0 0 0 0 0,0 0 1 0 0,4-10-1 0 0,-1 4 119 0 0,-16 47 205 0 0,-2 2-956 0 0,2 0-1 0 0,2 1 1 0 0,-8 52-1 0 0,18-90-264 0 0,0 0 1 0 0,0 0-1 0 0,0-1 0 0 0,0 1 0 0 0,0 0 0 0 0,0 0 0 0 0,0 0 0 0 0,0-1 0 0 0,0 1 0 0 0,0 0 0 0 0,0 0 1 0 0,1 0-1 0 0,-1-1 0 0 0,1 2 0 0 0,-1-2-1 0 0,0 1 0 0 0,0-1 1 0 0,1 0-1 0 0,-1 0 0 0 0,0 0 1 0 0,0 0-1 0 0,1 0 0 0 0,-1 0 0 0 0,0 0 1 0 0,0 0-1 0 0,0 0 0 0 0,1 0 1 0 0,-1 0-1 0 0,0 0 0 0 0,0 0 0 0 0,1 0 1 0 0,-1 0-1 0 0,0 0 0 0 0,0 0 1 0 0,1 0-1 0 0,-1 0 0 0 0,0 0 0 0 0,0 0 1 0 0,0 0-1 0 0,1 0 0 0 0,-1 0 1 0 0,0 0-1 0 0,0-1 0 0 0,0 1 0 0 0,1 0 1 0 0,-1 0-1 0 0,19-20-975 0 0,-14 15 67 0 0,3-4-179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02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84 2304 0 0,'-1'-38'7148'0'0,"0"32"-6465"0"0,0 1 0 0 0,0-1 1 0 0,0 0-1 0 0,-4-8 0 0 0,5 14-646 0 0,0-1 1 0 0,0 1-1 0 0,-1-1 0 0 0,1 1 0 0 0,0-1 0 0 0,0 1 1 0 0,0 0-1 0 0,0-1 0 0 0,-1 1 0 0 0,1 0 0 0 0,0-1 1 0 0,-1 1-1 0 0,1-1 0 0 0,0 1 0 0 0,0 0 1 0 0,-1 0-1 0 0,1-1 0 0 0,-1 1 0 0 0,1 0 0 0 0,0 0 1 0 0,-1-1-1 0 0,1 1 0 0 0,0 0 0 0 0,-1 0 1 0 0,1 0-1 0 0,-1-1 0 0 0,1 1 0 0 0,-1 0 0 0 0,1 0 1 0 0,-1 0-1 0 0,1 0 0 0 0,0 0 0 0 0,-1 0 0 0 0,1 0 1 0 0,-1 0-1 0 0,1 0 0 0 0,-1 0 0 0 0,1 0 1 0 0,-1 1-1 0 0,1-1 0 0 0,0 0 0 0 0,-1 0 0 0 0,1 0 1 0 0,-1 1-1 0 0,1-1 0 0 0,0 0 0 0 0,-1 0 1 0 0,1 1-1 0 0,0-1 0 0 0,-1 0 0 0 0,1 1 0 0 0,-1-1 1 0 0,0 2 7 0 0,-1 0 1 0 0,1 0-1 0 0,-1-1 0 0 0,1 1 1 0 0,0 0-1 0 0,0 0 1 0 0,-1 0-1 0 0,2 0 1 0 0,-2 3-1 0 0,-49 232 442 0 0,48-219-425 0 0,1-1 0 0 0,0 0 0 0 0,1 30 1 0 0,2-41-50 0 0,-1 0 1 0 0,1 0 0 0 0,0 1-1 0 0,1-1 1 0 0,-1 0 0 0 0,1 0-1 0 0,1 0 1 0 0,-1 0 0 0 0,1-1-1 0 0,0 1 1 0 0,0-1 0 0 0,1 1-1 0 0,5 6 1 0 0,-8-10-5 0 0,1-1-1 0 0,0 1 1 0 0,-1-1 0 0 0,1 1-1 0 0,0-1 1 0 0,0 1 0 0 0,0-1-1 0 0,0 0 1 0 0,0 0 0 0 0,0 0-1 0 0,0 0 1 0 0,0 0 0 0 0,0-1-1 0 0,1 1 1 0 0,-1-1 0 0 0,0 1 0 0 0,0-1-1 0 0,1 0 1 0 0,-1 0 0 0 0,0 0-1 0 0,1 0 1 0 0,-1 0 0 0 0,0 0-1 0 0,0-1 1 0 0,1 1 0 0 0,-1-1-1 0 0,0 1 1 0 0,0-1 0 0 0,0 0-1 0 0,0 0 1 0 0,0 0 0 0 0,0 0-1 0 0,0-1 1 0 0,0 1 0 0 0,0 0-1 0 0,0-1 1 0 0,0 1 0 0 0,-1-1-1 0 0,3-3 1 0 0,7-8 41 0 0,0-1 1 0 0,-1-1-1 0 0,0 1 0 0 0,-1-2 1 0 0,-1 1-1 0 0,0-1 1 0 0,-2-1-1 0 0,10-31 0 0 0,-10 27-36 0 0,-1 7-4 0 0,-1-1 0 0 0,-1 0 0 0 0,3-25 0 0 0,-2-9-10 0 0,-3 41-21 0 0,1 15-26 0 0,2 14-45 0 0,4 50-5 0 0,1 13-90 0 0,-7-73 171 0 0,1 1-1 0 0,0-1 0 0 0,1 0 0 0 0,0 0 0 0 0,7 12 1 0 0,-10-20 19 0 0,1 0 0 0 0,0 0-1 0 0,0 0 1 0 0,0-1 0 0 0,0 1 0 0 0,0-1 0 0 0,0 1 0 0 0,1-1 0 0 0,0 0 0 0 0,-1 0 0 0 0,1 0 0 0 0,0 0 0 0 0,0 0 0 0 0,0-1 0 0 0,0 1 0 0 0,4 0 0 0 0,-5-1 0 0 0,1-1 0 0 0,-1 1 0 0 0,1-1 0 0 0,-1 0 0 0 0,1 0 0 0 0,0 0 0 0 0,-1 0 0 0 0,1 0 0 0 0,-1 0 1 0 0,1-1-1 0 0,0 1 0 0 0,-1-1 0 0 0,1 0 0 0 0,-1 0 0 0 0,0 0 0 0 0,1 0 0 0 0,-1 0 0 0 0,0-1 0 0 0,1 1 0 0 0,-1 0 0 0 0,2-3 0 0 0,9-7 18 0 0,-1 0 0 0 0,0-1-1 0 0,0-1 1 0 0,-1 1 0 0 0,-1-2 0 0 0,0 0 0 0 0,-1 0 0 0 0,-1 0 0 0 0,0-1 0 0 0,-1-1-1 0 0,0 1 1 0 0,-2-1 0 0 0,0 0 0 0 0,0 0 0 0 0,-1-1 0 0 0,1-16 0 0 0,-4 8 17 0 0,0 0 0 0 0,-6-48 0 0 0,5 68-35 0 0,0 5-6 0 0,0-1-1 0 0,-1 1 1 0 0,1-1-1 0 0,0 1 1 0 0,0 0 0 0 0,0-1-1 0 0,0 1 1 0 0,0 0-1 0 0,0-1 1 0 0,0 1-1 0 0,0-1 1 0 0,0 1 0 0 0,0 0-1 0 0,0-1 1 0 0,0 1-1 0 0,0-1 1 0 0,0 1 0 0 0,0 0-1 0 0,1-1 1 0 0,-1 1-1 0 0,0 0 1 0 0,0-1 0 0 0,0 1-1 0 0,1 0 1 0 0,-1-1-1 0 0,0 1 1 0 0,0 0-1 0 0,1 0 1 0 0,-1-1 0 0 0,1 1-272 0 0,-1 0 0 0 0,1 1 1 0 0,-1-1-1 0 0,1 0 1 0 0,-1 1-1 0 0,1-1 0 0 0,-1 1 1 0 0,1-1-1 0 0,-1 0 1 0 0,0 1-1 0 0,1-1 0 0 0,-1 1 1 0 0,0-1-1 0 0,1 1 1 0 0,-1-1-1 0 0,0 1 1 0 0,1 0-1 0 0,2 6-4920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03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 7978 0 0,'-10'4'670'0'0,"1"-1"852"0"0,0 1 1 0 0,-15 8-1 0 0,22-11-1408 0 0,0 1-1 0 0,0-1 0 0 0,0 0 1 0 0,0 1-1 0 0,1-1 1 0 0,-1 1-1 0 0,1 0 1 0 0,-1 0-1 0 0,1 0 1 0 0,-1-1-1 0 0,1 1 1 0 0,0 0-1 0 0,0 1 1 0 0,0-1-1 0 0,0 0 1 0 0,0 0-1 0 0,0 3 1 0 0,-1 7 110 0 0,1 1 1 0 0,0-1-1 0 0,1 23 0 0 0,1-27-162 0 0,-1-1-1 0 0,2 0 0 0 0,-1 0 1 0 0,1 0-1 0 0,0 0 0 0 0,0 0 1 0 0,7 13-1 0 0,-8-19-40 0 0,0 1 0 0 0,0-1-1 0 0,0 0 1 0 0,0 0 0 0 0,0 0-1 0 0,0 0 1 0 0,0 0 0 0 0,0 0-1 0 0,0 0 1 0 0,0 0 0 0 0,2 1-1 0 0,-2-2-61 0 0,-1 0-1 0 0,1 0 1 0 0,-1 0-1 0 0,1 1 0 0 0,-1-1 1 0 0,1 0-1 0 0,-1 0 1 0 0,1 0-1 0 0,-1 0 1 0 0,1 0-1 0 0,-1 0 0 0 0,1 0 1 0 0,0 0-1 0 0,-1 0 1 0 0,1 0-1 0 0,-1 0 1 0 0,1-1-1 0 0,-1 1 0 0 0,1 0 1 0 0,-1 0-1 0 0,1 0 1 0 0,-1-1-1 0 0,1 1 1 0 0,-1 0-1 0 0,0-1 0 0 0,1 1 1 0 0,-1 0-1 0 0,1-1 1 0 0,-1 1-1 0 0,0 0 1 0 0,1-1-1 0 0,-1 1 0 0 0,0-1 1 0 0,1 0-1 0 0,2-5-770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03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91 2304 0 0,'-24'-1'10305'0'0,"27"-3"-10079"0"0,2-4-101 0 0,1 1-1 0 0,-1 0 1 0 0,2 0 0 0 0,-1 0 0 0 0,1 1 0 0 0,-1 0 0 0 0,10-5 0 0 0,-10 7-82 0 0,1 0 0 0 0,-1 1 0 0 0,1 0 0 0 0,-1 1 0 0 0,1-1 0 0 0,0 1 1 0 0,0 0-1 0 0,0 1 0 0 0,0 0 0 0 0,0 0 0 0 0,0 0 0 0 0,0 1 0 0 0,1 0 1 0 0,-1 1-1 0 0,0-1 0 0 0,0 1 0 0 0,0 1 0 0 0,0-1 0 0 0,0 1 0 0 0,0 1 0 0 0,-1-1 1 0 0,1 1-1 0 0,-1 0 0 0 0,1 1 0 0 0,-1-1 0 0 0,0 1 0 0 0,0 0 0 0 0,-1 1 1 0 0,1 0-1 0 0,-1-1 0 0 0,5 7 0 0 0,-6-6-32 0 0,0 0 0 0 0,0 1 0 0 0,0 0 0 0 0,0-1 0 0 0,-1 1 1 0 0,0 0-1 0 0,-1 1 0 0 0,1-1 0 0 0,-1 0 0 0 0,0 1 0 0 0,-1-1 0 0 0,1 1 0 0 0,-1 8 0 0 0,0-10 13 0 0,-1 0-1 0 0,-1 0 0 0 0,1 0 1 0 0,-1 0-1 0 0,1-1 0 0 0,-1 1 0 0 0,-1 0 1 0 0,1 0-1 0 0,-1-1 0 0 0,0 1 1 0 0,0-1-1 0 0,0 0 0 0 0,-1 1 1 0 0,1-1-1 0 0,-1 0 0 0 0,0 0 0 0 0,0-1 1 0 0,0 1-1 0 0,-5 3 0 0 0,-85 71 588 0 0,73-62-482 0 0,-1-2 0 0 0,-40 21 0 0 0,35-22-79 0 0,-26 11 83 0 0,43-22-58 0 0,18-10-314 0 0,-7 7 180 0 0,7-7-1009 0 0,2-2-342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03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321 112 2761 0 0,'5'-7'-804'0'0,"-2"4"1277"0"0,-1-1-1 0 0,0 1 1 0 0,1-1 0 0 0,-1 0-1 0 0,-1 1 1 0 0,3-5 0 0 0,-4 6-80 0 0,0 0-1 0 0,1 1 1 0 0,-1-1 0 0 0,0 0-1 0 0,0 1 1 0 0,0-1 0 0 0,0 0 0 0 0,0 0-1 0 0,-1 1 1 0 0,1-1 0 0 0,0 0-1 0 0,-1 1 1 0 0,0-1 0 0 0,1 1 0 0 0,-1-1-1 0 0,0 1 1 0 0,1-1 0 0 0,-1 1-1 0 0,-1-2 1 0 0,0 0-314 0 0,-1 0 1 0 0,1 0-1 0 0,0 0 0 0 0,-1 0 1 0 0,0 0-1 0 0,0 1 0 0 0,0-1 0 0 0,0 1 1 0 0,0 0-1 0 0,0 0 0 0 0,0 0 1 0 0,-1 0-1 0 0,1 1 0 0 0,-1-1 1 0 0,-3 0-1 0 0,2 1 133 0 0,-1 0 1 0 0,1 0-1 0 0,0 1 1 0 0,-1 0 0 0 0,1 0-1 0 0,0 0 1 0 0,-1 0-1 0 0,1 1 1 0 0,-9 2-1 0 0,-3 3 269 0 0,0 1-1 0 0,0 0 0 0 0,1 1 0 0 0,0 0 1 0 0,-17 14-1 0 0,23-16-476 0 0,0 1-1 0 0,1 1 1 0 0,0 0-1 0 0,0 0 1 0 0,1 0-1 0 0,0 1 1 0 0,0 1 0 0 0,-7 11-1 0 0,12-16-1 0 0,1 0-1 0 0,-1-1 1 0 0,1 1-1 0 0,0 0 1 0 0,0 0-1 0 0,1 0 1 0 0,-1 0-1 0 0,1 0 1 0 0,0 1-1 0 0,1-1 1 0 0,-1 0-1 0 0,1 0 1 0 0,0 1 0 0 0,0-1-1 0 0,1 0 1 0 0,-1 1-1 0 0,1-1 1 0 0,0 0-1 0 0,1 0 1 0 0,2 8-1 0 0,1-3 6 0 0,1-1-1 0 0,0 1 1 0 0,0-1-1 0 0,1 0 1 0 0,0-1-1 0 0,1 0 1 0 0,0 0 0 0 0,0 0-1 0 0,1-1 1 0 0,10 7-1 0 0,9 4 42 0 0,62 30 0 0 0,-60-35-210 0 0,0-2 0 0 0,1-1-1 0 0,0-1 1 0 0,1-2 0 0 0,0-1-1 0 0,51 3 1 0 0,-58-9-6439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04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93 920 0 0,'-8'-11'109'0'0,"-3"-4"5006"0"0,4 5-4131 0 0,0 0-1 0 0,0 0 1 0 0,-1 0 0 0 0,-12-10-1 0 0,20 19-917 0 0,-1 1 0 0 0,0-1-1 0 0,0 0 1 0 0,0 1 0 0 0,0-1 0 0 0,0 1-1 0 0,0-1 1 0 0,0 1 0 0 0,0 0-1 0 0,0-1 1 0 0,0 1 0 0 0,0 0 0 0 0,0 0-1 0 0,0 0 1 0 0,0 0 0 0 0,-1 0-1 0 0,1 0 1 0 0,0 0 0 0 0,0 0 0 0 0,0 0-1 0 0,-1 1 1 0 0,-21 10 613 0 0,10-4-375 0 0,9-4-248 0 0,0 0 0 0 0,-1 0 0 0 0,1 1 0 0 0,0-1 1 0 0,1 1-1 0 0,-1 0 0 0 0,1-1 0 0 0,-1 2 0 0 0,-3 5 0 0 0,-3 8 86 0 0,-10 20-1 0 0,1 3 88 0 0,-21 74-1 0 0,-3 47 105 0 0,42-155-320 0 0,-2 6 11 0 0,-39 171 325 0 0,31-128-183 0 0,-3 74 0 0 0,13-113-146 0 0,1 0-1 0 0,1-1 1 0 0,1 1-1 0 0,0 0 0 0 0,1 0 1 0 0,0-1-1 0 0,2 1 1 0 0,0-1-1 0 0,0 0 1 0 0,2 0-1 0 0,0-1 0 0 0,1 0 1 0 0,0 0-1 0 0,1-1 1 0 0,1 0-1 0 0,0-1 0 0 0,15 16 1 0 0,-7-12-2 0 0,0-1 1 0 0,0 0 0 0 0,2-2-1 0 0,0 0 1 0 0,0-1-1 0 0,2-1 1 0 0,-1-1 0 0 0,25 9-1 0 0,-9-7-159 0 0,0-1 1 0 0,1-2-1 0 0,1-1 0 0 0,46 4 1 0 0,-8-9-638 0 0,-3-8-42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05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8378 0 0,'1'0'104'0'0,"0"-1"0"0"0,-1 1 0 0 0,1 0 0 0 0,0-1 0 0 0,-1 1 0 0 0,1 0 0 0 0,0-1 1 0 0,0 1-1 0 0,0 0 0 0 0,-1 0 0 0 0,1 0 0 0 0,0 0 0 0 0,0-1 0 0 0,0 1 0 0 0,-1 0 0 0 0,1 1 0 0 0,0-1 0 0 0,0 0 1 0 0,0 0-1 0 0,-1 0 0 0 0,1 0 0 0 0,0 1 0 0 0,0-1 0 0 0,-1 0 0 0 0,1 1 0 0 0,0-1 0 0 0,0 0 0 0 0,-1 1 1 0 0,1-1-1 0 0,-1 1 0 0 0,1-1 0 0 0,0 2 0 0 0,23 20 681 0 0,-20-17-750 0 0,173 160 1374 0 0,-130-123-1048 0 0,-34-31-258 0 0,-1 0 0 0 0,-1 1 0 0 0,0 1 1 0 0,0 0-1 0 0,9 15 0 0 0,-17-24-81 0 0,-1 0 0 0 0,0 1 0 0 0,0-1 0 0 0,0 0 0 0 0,-1 1 0 0 0,1-1 0 0 0,-1 1 1 0 0,0-1-1 0 0,0 1 0 0 0,-1-1 0 0 0,1 1 0 0 0,-1 0 0 0 0,0-1 0 0 0,0 1 0 0 0,-1 0 0 0 0,1-1 0 0 0,-1 1 1 0 0,0 0-1 0 0,0-1 0 0 0,-1 1 0 0 0,1-1 0 0 0,-5 8 0 0 0,-1 0 37 0 0,0 0 0 0 0,-1-1-1 0 0,-1 0 1 0 0,0 0 0 0 0,-20 18 0 0 0,-59 37 253 0 0,58-45-218 0 0,-13 16 52 0 0,35-28-438 0 0,-1-1-1 0 0,0-1 1 0 0,-1 1 0 0 0,-17 9 0 0 0,16-13-5096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05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73 456 0 0,'-6'-9'319'0'0,"5"6"32"0"0,-1 1-1 0 0,0-1 1 0 0,1 0-1 0 0,-1 1 1 0 0,0 0-1 0 0,0-1 1 0 0,-1 1-1 0 0,1 0 1 0 0,0 0-1 0 0,-1 0 1 0 0,1 0-1 0 0,-6-2 1 0 0,1 1 258 0 0,-1 0 0 0 0,1 1 1 0 0,-1 0-1 0 0,1 1 0 0 0,-1-1 1 0 0,0 1-1 0 0,-10 0 0 0 0,13 1-411 0 0,1 0 0 0 0,0 1 0 0 0,0-1 0 0 0,0 1 0 0 0,0-1 0 0 0,0 1 0 0 0,0 0 0 0 0,0 1 0 0 0,0-1 0 0 0,0 1 0 0 0,0 0 0 0 0,1-1 0 0 0,-1 2 0 0 0,0-1 0 0 0,-4 4 0 0 0,29 0 1023 0 0,-10-4-1060 0 0,-1 0-1 0 0,1-1 1 0 0,-1-1-1 0 0,1 0 1 0 0,18-1-1 0 0,53-14 529 0 0,-54 8-411 0 0,38-3-1 0 0,4 2-4 0 0,-45 4-175 0 0,-1 1 0 0 0,44 0 0 0 0,-41 6-87 0 0,-28 0-82 0 0,-1 0 1 0 0,1 0-1 0 0,0-1 1 0 0,-1 1-1 0 0,1-1 1 0 0,-1 1-1 0 0,-2 2 1 0 0,-25 17-1340 0 0,21-17 443 0 0,-9 5-885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06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4 7802 0 0,'-10'-2'929'0'0,"10"1"-803"0"0,0 1 1 0 0,-1 0 0 0 0,1 0 0 0 0,0 0-1 0 0,-1 0 1 0 0,1 0 0 0 0,0 0-1 0 0,-1 0 1 0 0,1 0 0 0 0,0 0 0 0 0,-1 0-1 0 0,1 0 1 0 0,0 0 0 0 0,-1 0-1 0 0,1 0 1 0 0,0 0 0 0 0,0 1-1 0 0,-1-1 1 0 0,1 0 0 0 0,0 0 0 0 0,-1 0-1 0 0,1 0 1 0 0,0 1 0 0 0,0-1-1 0 0,-1 0 1 0 0,1 0 0 0 0,0 1 0 0 0,0-1-1 0 0,-1 0 1 0 0,1 0 0 0 0,0 1-1 0 0,0-1 1 0 0,0 0 0 0 0,0 0-1 0 0,-1 1 1 0 0,1 0 413 0 0,-1 4-26 0 0,-2 11-216 0 0,1 1 0 0 0,1-1 0 0 0,0 1 0 0 0,3 24 0 0 0,5 17-790 0 0,3-4-3480 0 0,-4-28-911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08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25 456 0 0,'-7'0'438'0'0,"4"0"581"0"0,0 0 1 0 0,-1 0-1 0 0,1 0 1 0 0,0 1-1 0 0,0-1 1 0 0,-4 2-1 0 0,6-2-860 0 0,1 0 0 0 0,0 0 0 0 0,-1 0 0 0 0,1 0-1 0 0,0 1 1 0 0,-1-1 0 0 0,1 0 0 0 0,0 0 0 0 0,0 0-1 0 0,-1 1 1 0 0,1-1 0 0 0,0 0 0 0 0,0 1 0 0 0,-1-1-1 0 0,1 0 1 0 0,0 0 0 0 0,0 1 0 0 0,0-1 0 0 0,-1 0-1 0 0,1 1 1 0 0,0-1 0 0 0,0 0 0 0 0,0 1-1 0 0,0 0-36 0 0,0 0-1 0 0,0 0 0 0 0,0 0 0 0 0,0 0 0 0 0,1 0 0 0 0,-1 0 1 0 0,0-1-1 0 0,0 1 0 0 0,1 0 0 0 0,-1 0 0 0 0,1 0 0 0 0,-1-1 0 0 0,2 3 1 0 0,0-1-107 0 0,0 1 1 0 0,0-1 0 0 0,1 0 0 0 0,-1 0 0 0 0,1 0 0 0 0,-1 0 0 0 0,1 0 0 0 0,0 0 0 0 0,0 0 0 0 0,0-1-1 0 0,0 0 1 0 0,0 0 0 0 0,0 0 0 0 0,0 0 0 0 0,4 1 0 0 0,-4-1-6 0 0,0-1 0 0 0,0 1 0 0 0,0-1 0 0 0,0 0 0 0 0,0 0 1 0 0,0 0-1 0 0,0 0 0 0 0,0-1 0 0 0,0 1 0 0 0,0-1 0 0 0,-1 0 0 0 0,1 1 0 0 0,0-1 0 0 0,0-1 0 0 0,-1 1 0 0 0,1 0 1 0 0,3-3-1 0 0,-6 4-8 0 0,1 0 1 0 0,-1-1-1 0 0,0 1 1 0 0,1 0 0 0 0,-1-1-1 0 0,0 1 1 0 0,1-1-1 0 0,-1 1 1 0 0,0 0 0 0 0,0-1-1 0 0,1 1 1 0 0,-1-1-1 0 0,0 1 1 0 0,0-1-1 0 0,0 1 1 0 0,0-1 0 0 0,0 1-1 0 0,0-1 1 0 0,0 1-1 0 0,0-1 1 0 0,0 1 0 0 0,0-1-1 0 0,0 1 1 0 0,0-1-1 0 0,0 1 1 0 0,0 0 0 0 0,0-1-1 0 0,0 1 1 0 0,-1-1-1 0 0,1-1 6 0 0,-1 0-1 0 0,0 0 1 0 0,0 1-1 0 0,-1-1 1 0 0,1 0 0 0 0,0 1-1 0 0,-3-3 1 0 0,0 0 2 0 0,-1 0 1 0 0,1 0 0 0 0,-1 1 0 0 0,-9-5 0 0 0,8 5-5 0 0,-1 1 1 0 0,0 0 0 0 0,0 0-1 0 0,0 0 1 0 0,0 1 0 0 0,0 0-1 0 0,-11 1 1 0 0,18-1-7 0 0,0 1 1 0 0,0 0-1 0 0,0 0 0 0 0,0 0 0 0 0,-1 0 1 0 0,1 0-1 0 0,0 0 0 0 0,0 0 0 0 0,0 0 1 0 0,-1 0-1 0 0,1 1 0 0 0,0-1 0 0 0,0 0 1 0 0,0 0-1 0 0,0 0 0 0 0,-1 0 0 0 0,1 0 1 0 0,0 0-1 0 0,0 0 0 0 0,0 0 0 0 0,0 0 1 0 0,-1 1-1 0 0,1-1 0 0 0,0 0 0 0 0,0 0 1 0 0,0 0-1 0 0,0 0 0 0 0,0 0 0 0 0,0 1 1 0 0,0-1-1 0 0,-1 0 0 0 0,1 0 0 0 0,0 0 1 0 0,0 0-1 0 0,0 1 0 0 0,3 7-29 0 0,7 6-25 0 0,-9-13 56 0 0,6 6-70 0 0,0 0-1 0 0,1-1 1 0 0,0 0 0 0 0,0 0-1 0 0,11 5 1 0 0,-14-8-209 0 0,-1-1-436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08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32 160 9074 0 0,'-14'-15'974'0'0,"12"13"-677"0"0,0 0 1 0 0,0 0-1 0 0,0 0 0 0 0,1 0 0 0 0,-1 0 0 0 0,0 0 0 0 0,1 0 0 0 0,-2-4 0 0 0,3 4-259 0 0,-1 1 0 0 0,1 0 1 0 0,0 0-1 0 0,0 0 0 0 0,0 0 0 0 0,0 0 0 0 0,0 0 0 0 0,1 0 0 0 0,-1-1 0 0 0,0 1 0 0 0,0 0 0 0 0,1 0 1 0 0,-1 0-1 0 0,1 0 0 0 0,-1 0 0 0 0,1 0 0 0 0,-1 0 0 0 0,1 0 0 0 0,0 0 0 0 0,-1 1 0 0 0,1-1 0 0 0,0 0 1 0 0,0 0-1 0 0,0 0 0 0 0,-1 1 0 0 0,2-2 0 0 0,4-2 22 0 0,0-1-1 0 0,0 1 1 0 0,1 0 0 0 0,-1 1-1 0 0,1 0 1 0 0,0 0 0 0 0,10-4-1 0 0,53-9 236 0 0,179-28 641 0 0,-243 43-918 0 0,1 0 0 0 0,-1 1 0 0 0,0 0 0 0 0,1 0 0 0 0,-1 1 0 0 0,1 0 0 0 0,-1 0 0 0 0,0 0-1 0 0,0 1 1 0 0,1 0 0 0 0,-1 0 0 0 0,0 0 0 0 0,-1 1 0 0 0,1 0 0 0 0,0 0 0 0 0,-1 1 0 0 0,1-1 0 0 0,-1 1 0 0 0,0 0-1 0 0,-1 1 1 0 0,1-1 0 0 0,-1 1 0 0 0,0 0 0 0 0,0 0 0 0 0,0 0 0 0 0,0 0 0 0 0,-1 1 0 0 0,0 0 0 0 0,0 0 0 0 0,-1-1-1 0 0,0 2 1 0 0,0-1 0 0 0,0 0 0 0 0,0 7 0 0 0,0-6 2 0 0,-1 1 0 0 0,-1 0 0 0 0,1-1 0 0 0,-1 1-1 0 0,-1 0 1 0 0,0-1 0 0 0,0 1 0 0 0,0 0 0 0 0,-1-1 0 0 0,0 1-1 0 0,0-1 1 0 0,-5 10 0 0 0,0-3 38 0 0,-1 1 1 0 0,-1-2-1 0 0,0 1 0 0 0,-21 22 1 0 0,-58 53 202 0 0,74-77-223 0 0,0 0 0 0 0,-1-2-1 0 0,-1 1 1 0 0,-27 12 0 0 0,42-22-44 0 0,1-1 0 0 0,-1 0-1 0 0,1 1 1 0 0,-1-1-1 0 0,1 0 1 0 0,-1 0 0 0 0,1 0-1 0 0,-1 0 1 0 0,1 1 0 0 0,-1-1-1 0 0,0 0 1 0 0,1 0 0 0 0,-1 0-1 0 0,1 0 1 0 0,-1 0-1 0 0,1 0 1 0 0,-1 0 0 0 0,1 0-1 0 0,-1-1 1 0 0,0 1 0 0 0,1 0-1 0 0,-1 0 1 0 0,1 0-1 0 0,-1-1 1 0 0,1 1 0 0 0,-1 0-1 0 0,1-1 1 0 0,-1 1 0 0 0,1 0-1 0 0,0-1 1 0 0,-1 1 0 0 0,1 0-1 0 0,-1-1 1 0 0,1 1-1 0 0,0-1 1 0 0,-1 1 0 0 0,1-1-1 0 0,0 1 1 0 0,0-1 0 0 0,-1 1-1 0 0,1-1 1 0 0,0 1-1 0 0,0-1 1 0 0,0 1 0 0 0,0-1-1 0 0,0 1 1 0 0,-1-1 0 0 0,1 1-1 0 0,0-2 1 0 0,0-4-278 0 0,-1 0-1 0 0,1 0 1 0 0,2-12 0 0 0,-2 9-88 0 0,2-29-1052 0 0,3-113-3718 0 0,-5 145 5132 0 0,0-1 1 0 0,-1 1 0 0 0,0-1 0 0 0,-2-8 0 0 0,2 13 181 0 0,1 0 0 0 0,-1 0 0 0 0,1 1 0 0 0,-1-1 0 0 0,0 0 0 0 0,0 1 0 0 0,0-1 0 0 0,0 1 0 0 0,0-1 0 0 0,0 1 0 0 0,0-1 0 0 0,0 1 0 0 0,0 0 0 0 0,-1-1 0 0 0,1 1 0 0 0,-1 0 0 0 0,1 0 0 0 0,-1 0 0 0 0,1 0 0 0 0,-3-1 0 0 0,4 2-129 0 0,-1 0 1 0 0,1 0 0 0 0,0 0 0 0 0,-1 0-1 0 0,1 1 1 0 0,0-1 0 0 0,-1 0 0 0 0,1 0-1 0 0,0 0 1 0 0,-1 0 0 0 0,1 0 0 0 0,0 0-1 0 0,-1 0 1 0 0,1 1 0 0 0,0-1 0 0 0,0 0-1 0 0,-1 0 1 0 0,1 0 0 0 0,0 1 0 0 0,0-1-1 0 0,-1 0 1 0 0,1 0 0 0 0,0 1 0 0 0,0-1-1 0 0,0 0 1 0 0,-1 1 0 0 0,1-1 0 0 0,0 0-1 0 0,0 1 1 0 0,0-1 0 0 0,0 0 0 0 0,-1 1-1 0 0,-2 12 519 0 0,-11 124 191 0 0,-42 179 0 0 0,52-297-694 0 0,-13 68 168 0 0,17-79-197 0 0,-1 0 0 0 0,1 0 1 0 0,0 0-1 0 0,0 1 0 0 0,1-1 1 0 0,0 0-1 0 0,1 0 0 0 0,3 11 1 0 0,-5-18-4 0 0,1 0 0 0 0,-1 0-1 0 0,1 0 1 0 0,-1 0 0 0 0,1 0 0 0 0,0 0 0 0 0,0 0 0 0 0,-1 0-1 0 0,1 0 1 0 0,0 0 0 0 0,0 0 0 0 0,0-1 0 0 0,0 1 0 0 0,2 1-1 0 0,-3-2-61 0 0,0 0 0 0 0,0 0 0 0 0,0 0 0 0 0,1 0 0 0 0,-1 0 0 0 0,0 0 0 0 0,0 0-1 0 0,1 0 1 0 0,-1 0 0 0 0,0 0 0 0 0,0 0 0 0 0,1 0 0 0 0,-1 0 0 0 0,0 0 0 0 0,0 0-1 0 0,1 0 1 0 0,-1 0 0 0 0,0 0 0 0 0,0 0 0 0 0,0 0 0 0 0,1 0 0 0 0,-1 0 0 0 0,0 0-1 0 0,0 0 1 0 0,0-1 0 0 0,1 1 0 0 0,2-11-4530 0 0,-3 4-268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09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 2761 0 0,'-7'-1'2668'0'0,"3"1"-1628"0"0,1 0-1 0 0,-1 0 0 0 0,0 0 1 0 0,0 1-1 0 0,1-1 1 0 0,-5 2-1 0 0,7-2-974 0 0,1 0-1 0 0,-1 1 1 0 0,1-1 0 0 0,-1 0-1 0 0,1 0 1 0 0,-1 1 0 0 0,1-1 0 0 0,-1 1-1 0 0,1-1 1 0 0,-1 1 0 0 0,1-1-1 0 0,-1 1 1 0 0,1-1 0 0 0,0 1-1 0 0,-1-1 1 0 0,1 1 0 0 0,0-1-1 0 0,-1 1 1 0 0,1-1 0 0 0,0 1-1 0 0,0 0 1 0 0,-1-1 0 0 0,1 1 0 0 0,0-1-1 0 0,0 1 1 0 0,0 0 0 0 0,0-1-1 0 0,0 1 1 0 0,0 0 0 0 0,0-1-1 0 0,0 1 1 0 0,0 0 0 0 0,0-1-1 0 0,1 1 1 0 0,-1-1 0 0 0,0 1-1 0 0,0 0 1 0 0,1-1 0 0 0,-1 1 0 0 0,0-1-1 0 0,1 1 1 0 0,-1-1 0 0 0,1 1-1 0 0,1 4 55 0 0,0-1 0 0 0,1 0 0 0 0,-1 0 0 0 0,1-1-1 0 0,0 1 1 0 0,0-1 0 0 0,1 1 0 0 0,-1-1 0 0 0,1 0-1 0 0,-1 0 1 0 0,1-1 0 0 0,6 4 0 0 0,5 2 51 0 0,0-1 0 0 0,20 6 1 0 0,-23-9-112 0 0,0 1 0 0 0,0 0 0 0 0,0 1 0 0 0,13 8 0 0 0,-15-7-246 0 0,7 5 309 0 0,-11-2-5260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09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7 10370 0 0,'-9'-2'554'0'0,"-9"-2"570"0"0,64 5-38 0 0,1 2 1 0 0,73 15-1 0 0,-117-18-1078 0 0,0 1-1 0 0,-1 0 1 0 0,1 0-1 0 0,-1 0 1 0 0,0 1-1 0 0,1-1 1 0 0,-1 1-1 0 0,0-1 1 0 0,0 1-1 0 0,4 3 1 0 0,-6-5-6 0 0,1 1 1 0 0,-1-1-1 0 0,1 1 1 0 0,-1-1-1 0 0,1 1 0 0 0,-1 0 1 0 0,0-1-1 0 0,1 1 1 0 0,-1 0-1 0 0,0-1 0 0 0,1 1 1 0 0,-1 0-1 0 0,0-1 1 0 0,0 1-1 0 0,0 0 0 0 0,0 0 1 0 0,0-1-1 0 0,0 1 1 0 0,0 0-1 0 0,0 0 1 0 0,0-1-1 0 0,0 1 0 0 0,0 0 1 0 0,0 0-1 0 0,0-1 1 0 0,0 1-1 0 0,-1 0 0 0 0,1 0 1 0 0,0-1-1 0 0,-1 1 1 0 0,1 0-1 0 0,0-1 0 0 0,-1 1 1 0 0,1-1-1 0 0,-1 1 1 0 0,1 0-1 0 0,-1-1 0 0 0,1 1 1 0 0,-1-1-1 0 0,0 1 1 0 0,-6 5 24 0 0,-1-1 0 0 0,0 0 1 0 0,0 0-1 0 0,0-1 1 0 0,-14 5-1 0 0,-45 13 89 0 0,55-19-130 0 0,-15 7 9 0 0,25-9 13 0 0,1-1 1 0 0,0 1-1 0 0,0 0 1 0 0,-1-1-1 0 0,1 1 1 0 0,0 0-1 0 0,0 0 1 0 0,0 0-1 0 0,0 0 1 0 0,0 0-1 0 0,0 0 1 0 0,0 0-1 0 0,0 0 1 0 0,0 0-1 0 0,0 1 1 0 0,0 1-1 0 0,1-3-3 0 0,0 0-1 0 0,0 0 1 0 0,0 1 0 0 0,0-1-1 0 0,0 0 1 0 0,0 1-1 0 0,0-1 1 0 0,0 0 0 0 0,0 0-1 0 0,0 1 1 0 0,0-1-1 0 0,0 0 1 0 0,0 0 0 0 0,0 1-1 0 0,0-1 1 0 0,0 0-1 0 0,1 0 1 0 0,-1 1 0 0 0,0-1-1 0 0,0 0 1 0 0,0 0 0 0 0,0 0-1 0 0,1 1 1 0 0,-1-1-1 0 0,0 0 1 0 0,0 0 0 0 0,0 0-1 0 0,1 1 1 0 0,-1-1-1 0 0,0 0 1 0 0,1 0 0 0 0,11 3 77 0 0,12-3 31 0 0,45 1 195 0 0,-11 0-156 0 0,10 0 328 0 0,-22 0-1469 0 0,-15-1-3064 0 0,-17-1-1169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10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61 1376 0 0,'-5'-16'-507'0'0,"3"11"2918"0"0,-1 0 0 0 0,0 0-1 0 0,-1 0 1 0 0,-7-9 0 0 0,13 18-2317 0 0,0 0 1 0 0,0 0-1 0 0,-1 0 1 0 0,0 0-1 0 0,0 0 1 0 0,0 0-1 0 0,1 8 1 0 0,2 6-56 0 0,24 118 266 0 0,-23-99-249 0 0,2 0 0 0 0,2-1 1 0 0,17 45-1 0 0,-24-75-49 0 0,1 0 0 0 0,0-1 0 0 0,0 0-1 0 0,0 1 1 0 0,1-1 0 0 0,0 0 0 0 0,0-1-1 0 0,0 1 1 0 0,1-1 0 0 0,7 6-1 0 0,-11-9 8 0 0,1 1-1 0 0,0-1 0 0 0,-1 0 1 0 0,1 0-1 0 0,0 0 0 0 0,0-1 0 0 0,0 1 1 0 0,0 0-1 0 0,0-1 0 0 0,0 0 1 0 0,0 1-1 0 0,0-1 0 0 0,0 0 0 0 0,0 0 1 0 0,0 0-1 0 0,0 0 0 0 0,0 0 0 0 0,0 0 1 0 0,0-1-1 0 0,0 1 0 0 0,0-1 1 0 0,0 1-1 0 0,0-1 0 0 0,0 0 0 0 0,0 0 1 0 0,0 0-1 0 0,0 0 0 0 0,-1 0 1 0 0,1 0-1 0 0,0-1 0 0 0,-1 1 0 0 0,1 0 1 0 0,-1-1-1 0 0,3-2 0 0 0,0-1 32 0 0,-1 0 1 0 0,1 0-1 0 0,-1 0 0 0 0,0-1 0 0 0,0 1 1 0 0,-1-1-1 0 0,0 0 0 0 0,3-9 0 0 0,8-53 92 0 0,-9 45-99 0 0,3-31-1 0 0,7-33 68 0 0,-11 74-93 0 0,0 0 0 0 0,1 1 0 0 0,1 0 0 0 0,9-19 0 0 0,-14 30-13 0 0,1 1 0 0 0,-1-1 0 0 0,0 1 0 0 0,0-1 0 0 0,1 1 0 0 0,-1-1 0 0 0,0 1 0 0 0,1-1 0 0 0,-1 1 0 0 0,1-1 0 0 0,-1 1 0 0 0,0 0 0 0 0,1-1 0 0 0,-1 1 0 0 0,1 0 0 0 0,-1-1 0 0 0,1 1 0 0 0,-1 0 0 0 0,1-1 0 0 0,-1 1 0 0 0,1 0 0 0 0,0 0 0 0 0,0 0-1 0 0,-1 0-1 0 0,1 0 0 0 0,-1 0 1 0 0,1 1-1 0 0,-1-1 0 0 0,1 0 1 0 0,-1 0-1 0 0,1 1 0 0 0,-1-1 1 0 0,0 0-1 0 0,1 0 1 0 0,-1 1-1 0 0,0-1 0 0 0,1 1 1 0 0,-1-1-1 0 0,0 0 0 0 0,1 1 1 0 0,-1-1-1 0 0,1 1 0 0 0,0 3-17 0 0,1 0 0 0 0,0-1 0 0 0,-1 1 0 0 0,2 7 0 0 0,15 117-74 0 0,3 9-65 0 0,-17-116 143 0 0,2 0-1 0 0,0-1 0 0 0,1 0 1 0 0,14 28-1 0 0,-17-42 28 0 0,-1 1 1 0 0,1-1-1 0 0,0 0 0 0 0,1-1 0 0 0,-1 1 0 0 0,1-1 0 0 0,0 1 1 0 0,0-1-1 0 0,11 7 0 0 0,-13-10-6 0 0,-1-1 0 0 0,1 0 1 0 0,-1 0-1 0 0,1 0 0 0 0,0 0 0 0 0,-1 0 0 0 0,1 0 1 0 0,0-1-1 0 0,0 1 0 0 0,-1-1 0 0 0,1 0 0 0 0,0 0 1 0 0,0 0-1 0 0,0 0 0 0 0,0 0 0 0 0,-1-1 0 0 0,1 1 1 0 0,0-1-1 0 0,0 0 0 0 0,-1 0 0 0 0,1 0 0 0 0,-1 0 1 0 0,1 0-1 0 0,-1 0 0 0 0,1-1 0 0 0,-1 1 0 0 0,4-4 1 0 0,-1 0 26 0 0,1 0 0 0 0,-1 0 0 0 0,-1 0 0 0 0,1-1 0 0 0,-1 0 0 0 0,0 0 0 0 0,0 0 0 0 0,0-1 0 0 0,-1 1 0 0 0,0-1 0 0 0,0 0 0 0 0,1-7 0 0 0,2-7 55 0 0,-2 1 1 0 0,5-42-1 0 0,-6 20 14 0 0,-2 0 0 0 0,-1 0-1 0 0,-7-49 1 0 0,-5-47 121 0 0,13 128-286 0 0,4 11-121 0 0,7 12-530 0 0,-11-13 668 0 0,5 7-983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11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 7258 0 0,'-2'1'71'0'0,"-2"1"57"0"0,0 0 1 0 0,-1 0-1 0 0,1 1 1 0 0,1-1 0 0 0,-7 6-1 0 0,-8 4 1841 0 0,14-10-393 0 0,16-4-138 0 0,11-3-193 0 0,-9 1-839 0 0,1 1 0 0 0,0 0 0 0 0,1 1 0 0 0,27 0 0 0 0,-42 2-396 0 0,8 1 38 0 0,0-1 0 0 0,1 2-1 0 0,9 1 1 0 0,-18-2-38 0 0,1-1-1 0 0,0 1 1 0 0,0-1-1 0 0,0 1 1 0 0,-1 0-1 0 0,1 0 1 0 0,0 0-1 0 0,-1 0 1 0 0,1 0-1 0 0,-1 0 1 0 0,1 0 0 0 0,-1 0-1 0 0,1 1 1 0 0,-1-1-1 0 0,0 0 1 0 0,0 1-1 0 0,1-1 1 0 0,-1 1-1 0 0,0 0 1 0 0,0-1-1 0 0,1 4 1 0 0,-2-4-5 0 0,0 0 1 0 0,0 0-1 0 0,0 0 0 0 0,0 0 0 0 0,0 0 1 0 0,0 0-1 0 0,0 0 0 0 0,0 0 1 0 0,0 0-1 0 0,-1 0 0 0 0,1 0 0 0 0,0 0 1 0 0,-1 0-1 0 0,1 0 0 0 0,-1 0 1 0 0,1 0-1 0 0,-1 0 0 0 0,1 0 0 0 0,-1 0 1 0 0,0 0-1 0 0,1-1 0 0 0,-1 1 1 0 0,-1 1-1 0 0,-22 15 120 0 0,18-13-78 0 0,-11 5 7 0 0,1-1 1 0 0,-1 0-1 0 0,-19 5 1 0 0,23-9-3 0 0,1 0 0 0 0,0 1 0 0 0,0 1 1 0 0,0 0-1 0 0,0 0 0 0 0,1 1 0 0 0,0 0 1 0 0,-10 10-1 0 0,21-17-47 0 0,0 0-1 0 0,-1 0 1 0 0,1 1 0 0 0,0-1-1 0 0,0 0 1 0 0,-1 0 0 0 0,1 1 0 0 0,0-1-1 0 0,0 0 1 0 0,-1 0 0 0 0,1 1-1 0 0,0-1 1 0 0,0 0 0 0 0,0 1 0 0 0,0-1-1 0 0,0 0 1 0 0,-1 0 0 0 0,1 1-1 0 0,0-1 1 0 0,0 0 0 0 0,0 1 0 0 0,0-1-1 0 0,0 0 1 0 0,0 1 0 0 0,0-1 0 0 0,0 0-1 0 0,0 1 1 0 0,0-1 0 0 0,0 0-1 0 0,0 1 1 0 0,1 0 0 0 0,9 3 99 0 0,18-5 0 0 0,-26 1-98 0 0,168-19 669 0 0,-154 19-669 0 0,1 1 0 0 0,-1 1-1 0 0,1 0 1 0 0,-1 1 0 0 0,1 1 0 0 0,-1 1-1 0 0,-1 0 1 0 0,22 10 0 0 0,-17-4-1967 0 0,-11-6-1327 0 0,3 1-2557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11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183 212 1840 0 0,'28'-37'9385'0'0,"7"-13"-7036"0"0,-31 44-2120 0 0,-1 0 1 0 0,0 0 0 0 0,0 0 0 0 0,0-1-1 0 0,-1 0 1 0 0,2-9 0 0 0,-3 14-137 0 0,-1 0 0 0 0,1-1-1 0 0,-1 1 1 0 0,0 0 0 0 0,0 0 0 0 0,0 0-1 0 0,-1 0 1 0 0,1 0 0 0 0,0-1 0 0 0,-1 1 0 0 0,1 0-1 0 0,-1 0 1 0 0,0 0 0 0 0,0 0 0 0 0,0 0 0 0 0,0 0-1 0 0,0 1 1 0 0,-2-4 0 0 0,1 3-23 0 0,-1-1-1 0 0,1 1 0 0 0,-1 0 1 0 0,1 0-1 0 0,-1 0 1 0 0,0 0-1 0 0,0 1 1 0 0,0-1-1 0 0,0 1 1 0 0,0 0-1 0 0,-4-2 1 0 0,1 2-40 0 0,0-1 1 0 0,0 1-1 0 0,0 0 1 0 0,-1 1-1 0 0,1-1 0 0 0,0 1 1 0 0,0 0-1 0 0,-1 1 1 0 0,1-1-1 0 0,0 2 1 0 0,0-1-1 0 0,-9 3 1 0 0,6 1-31 0 0,0-1 1 0 0,1 1-1 0 0,-1 1 1 0 0,1 0 0 0 0,0 0-1 0 0,1 1 1 0 0,0 0-1 0 0,0 0 1 0 0,0 0 0 0 0,1 1-1 0 0,0 0 1 0 0,1 0 0 0 0,0 1-1 0 0,0 0 1 0 0,0-1-1 0 0,1 2 1 0 0,1-1 0 0 0,0 0-1 0 0,0 1 1 0 0,1-1 0 0 0,-2 12-1 0 0,3-12 0 0 0,0 0 0 0 0,1-1 0 0 0,0 1 0 0 0,0 0 0 0 0,1 0 0 0 0,0-1 0 0 0,0 1 0 0 0,1-1 0 0 0,1 1 0 0 0,5 14 0 0 0,-5-16 1 0 0,1-1-1 0 0,-1 0 1 0 0,1 0 0 0 0,1 0 0 0 0,-1 0-1 0 0,1 0 1 0 0,0-1 0 0 0,0 0 0 0 0,1 0-1 0 0,-1 0 1 0 0,1-1 0 0 0,0 0 0 0 0,13 7 0 0 0,-8-6 39 0 0,1 0 0 0 0,-1-1 1 0 0,1-1-1 0 0,-1 1 1 0 0,1-2-1 0 0,0 0 1 0 0,0 0-1 0 0,24-1 1 0 0,-7-2 95 0 0,0-2 1 0 0,46-10-1 0 0,-60 9-105 0 0,-4 2 10 0 0,-1-1 1 0 0,19 0-1 0 0,-23 4-143 0 0,-2 3 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12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78 920 0 0,'-4'-3'1227'0'0,"-1"0"0"0"0,1 0-1 0 0,-1 1 1 0 0,1 0 0 0 0,-1 0-1 0 0,0 0 1 0 0,-9-2 0 0 0,-4-1 1151 0 0,27 7-1745 0 0,1-1-1 0 0,-1-1 0 0 0,1 1 1 0 0,15-3-1 0 0,61-5-691 0 0,-70 5 329 0 0,348-40 825 0 0,-363 42-1097 0 0,32-2-1368 0 0,-32 2 1212 0 0,0 0 0 0 0,0 0 0 0 0,1 0 0 0 0,-1 0 0 0 0,0 0 0 0 0,0 0 0 0 0,0 1 0 0 0,1-1 0 0 0,-1 0-1 0 0,0 1 1 0 0,0-1 0 0 0,0 1 0 0 0,0-1 0 0 0,0 1 0 0 0,0 0 0 0 0,0-1 0 0 0,0 1 0 0 0,0 0 0 0 0,0 0 0 0 0,0 0 0 0 0,0 0 0 0 0,-1-1 0 0 0,2 2 0 0 0,0 8-5175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13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0 3681 0 0,'-11'5'386'0'0,"-22"10"39"0"0,14 0 4869 0 0,7-7-3918 0 0,10-7-1206 0 0,1 0-1 0 0,-1 0 1 0 0,0 1-1 0 0,1-1 1 0 0,-1 0-1 0 0,1 0 1 0 0,-1 1 0 0 0,1-1-1 0 0,0 1 1 0 0,0-1-1 0 0,-1 1 1 0 0,1 0-1 0 0,0-1 1 0 0,0 1-1 0 0,-1 3 1 0 0,2-5-138 0 0,1 1 0 0 0,-1-1 0 0 0,0 0 0 0 0,0 1 0 0 0,0-1 0 0 0,1 0 0 0 0,-1 1 0 0 0,0-1 0 0 0,0 0 0 0 0,1 0 0 0 0,-1 1-1 0 0,0-1 1 0 0,1 0 0 0 0,-1 0 0 0 0,0 0 0 0 0,0 1 0 0 0,1-1 0 0 0,-1 0 0 0 0,1 0 0 0 0,-1 0 0 0 0,0 0 0 0 0,1 0 0 0 0,-1 0 0 0 0,0 0 0 0 0,1 0 0 0 0,-1 0 0 0 0,0 0 0 0 0,1 0 0 0 0,-1 0 0 0 0,1 0 0 0 0,13-1 441 0 0,105-24 1045 0 0,8-1-526 0 0,-104 23-845 0 0,-1 1 0 0 0,1 0-1 0 0,40 4 1 0 0,29 13 70 0 0,-57-9-573 0 0,0-1-1 0 0,38 1 1 0 0,-53-7-272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13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78 8378 0 0,'-16'-18'1567'0'0,"13"16"-1145"0"0,0 0 1 0 0,1-1 0 0 0,-1 1-1 0 0,1-1 1 0 0,-1 0 0 0 0,1 0-1 0 0,0 0 1 0 0,0 0 0 0 0,1 0-1 0 0,-1-1 1 0 0,-1-3 0 0 0,3 6-383 0 0,0 0 0 0 0,0 0 0 0 0,0 1 0 0 0,0-1 0 0 0,0 0 0 0 0,0 0 1 0 0,1 0-1 0 0,-1 1 0 0 0,0-1 0 0 0,0 0 0 0 0,1 0 0 0 0,-1 1 1 0 0,0-1-1 0 0,1 0 0 0 0,-1 1 0 0 0,1-1 0 0 0,-1 1 0 0 0,1-1 0 0 0,-1 0 1 0 0,1 1-1 0 0,-1-1 0 0 0,1 1 0 0 0,0-1 0 0 0,-1 1 0 0 0,1 0 1 0 0,0-1-1 0 0,-1 1 0 0 0,1 0 0 0 0,0-1 0 0 0,0 1 0 0 0,-1 0 0 0 0,1 0 1 0 0,0-1-1 0 0,0 1 0 0 0,0 0 0 0 0,-1 0 0 0 0,2 0 0 0 0,4 0 18 0 0,0-1-1 0 0,0 1 0 0 0,10 1 1 0 0,10 2 13 0 0,-1 2 0 0 0,45 12 0 0 0,46 25-43 0 0,-106-38-27 0 0,-5-2 6 0 0,21 7 47 0 0,0 1 0 0 0,-1 2 1 0 0,0 0-1 0 0,32 23 0 0 0,-53-32-45 0 0,0 0 1 0 0,0 1 0 0 0,-1 0-1 0 0,1-1 1 0 0,-1 1-1 0 0,0 1 1 0 0,0-1 0 0 0,0 0-1 0 0,0 1 1 0 0,-1-1 0 0 0,0 1-1 0 0,0 0 1 0 0,0 0 0 0 0,1 6-1 0 0,-2-6 4 0 0,0-1 0 0 0,-1 0 0 0 0,0 1 0 0 0,0-1 0 0 0,0 0-1 0 0,0 1 1 0 0,-1-1 0 0 0,0 0 0 0 0,1 0 0 0 0,-2 1 0 0 0,1-1 0 0 0,0 0-1 0 0,-1 0 1 0 0,0 0 0 0 0,0 0 0 0 0,0-1 0 0 0,-4 7 0 0 0,-2 0 47 0 0,-1-1 1 0 0,0 1-1 0 0,-1-2 1 0 0,1 1-1 0 0,-20 12 0 0 0,-61 31 181 0 0,69-41-215 0 0,-22 14 50 0 0,-43 21 55 0 0,85-46-127 0 0,-2 2 4 0 0,1-1 0 0 0,0 0 0 0 0,-1 0 0 0 0,1 0 0 0 0,-1 0 0 0 0,1-1 0 0 0,-1 1 0 0 0,0-1 0 0 0,-4 1 0 0 0,7-2-32 0 0,1 0 1 0 0,-1 1-1 0 0,0-1 0 0 0,1 0 0 0 0,-1 1 1 0 0,0-1-1 0 0,1 0 0 0 0,-1 1 1 0 0,1-1-1 0 0,-1 0 0 0 0,1 1 0 0 0,-1-1 1 0 0,1 1-1 0 0,0-1 0 0 0,-1 1 1 0 0,1-1-1 0 0,1 0 0 0 0,0-1-77 0 0,20-19-1918 0 0,-7 7 13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14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175 137 3225 0 0,'17'-25'-762'0'0,"-4"0"3445"0"0,-11 20-1832 0 0,0 1 0 0 0,0-1 1 0 0,-1 0-1 0 0,0 0 0 0 0,0 1 1 0 0,0-1-1 0 0,0 0 0 0 0,-1 0 1 0 0,0-9-1 0 0,0 13-747 0 0,0-1 1 0 0,-1 1-1 0 0,1 0 1 0 0,0 0-1 0 0,0-1 1 0 0,-1 1-1 0 0,1 0 1 0 0,0 0-1 0 0,-1-1 1 0 0,1 1-1 0 0,-1 0 1 0 0,0 0-1 0 0,1 0 1 0 0,-1 0-1 0 0,0 0 1 0 0,0 0-1 0 0,0 0 1 0 0,0 0-1 0 0,0 0 1 0 0,1 0-1 0 0,-3 0 1 0 0,2 0-4 0 0,-1 0 1 0 0,0 1 0 0 0,1-1-1 0 0,-1 1 1 0 0,0-1-1 0 0,0 1 1 0 0,1 0-1 0 0,-1 0 1 0 0,0 0 0 0 0,0 0-1 0 0,1 0 1 0 0,-1 0-1 0 0,-3 1 1 0 0,-1 0 40 0 0,0 1 0 0 0,0 0 0 0 0,0 1 0 0 0,0-1 0 0 0,0 1 0 0 0,1 0 0 0 0,-8 6 0 0 0,2 0-93 0 0,0 0 1 0 0,1 0 0 0 0,0 1-1 0 0,1 1 1 0 0,0 0-1 0 0,1 0 1 0 0,0 1-1 0 0,1-1 1 0 0,-11 25-1 0 0,14-28-42 0 0,1 1 0 0 0,0-1 0 0 0,1 1 0 0 0,0 0 0 0 0,0 0-1 0 0,0 0 1 0 0,1 0 0 0 0,1 0 0 0 0,0 0 0 0 0,0 0 0 0 0,1 0 0 0 0,0 1 0 0 0,0-1 0 0 0,1 0 0 0 0,5 16-1 0 0,-4-19-1 0 0,0 0 0 0 0,0-1-1 0 0,0 0 1 0 0,1 0-1 0 0,0 0 1 0 0,0 0 0 0 0,0-1-1 0 0,0 1 1 0 0,1-1-1 0 0,-1 0 1 0 0,1 0 0 0 0,0-1-1 0 0,1 0 1 0 0,-1 0 0 0 0,8 4-1 0 0,-1-2 19 0 0,0-1-1 0 0,0 0 1 0 0,1 0 0 0 0,-1-1-1 0 0,1-1 1 0 0,15 1-1 0 0,147 7 184 0 0,-170-10-372 0 0,1 1-1 0 0,0-2 1 0 0,-1 1 0 0 0,1-1 0 0 0,-1 1-1 0 0,1-2 1 0 0,-1 1 0 0 0,11-4 0 0 0,-6 1-1269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14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5 108 4145 0 0,'-2'-9'1463'0'0,"1"1"0"0"0,0-1-1 0 0,1 0 1 0 0,0 0 0 0 0,1-14 0 0 0,0 21-1330 0 0,-1 0 0 0 0,0 0 0 0 0,1 0 0 0 0,-1 0 0 0 0,1 0 0 0 0,0 0 0 0 0,-1 1 0 0 0,1-1 0 0 0,0 0 0 0 0,0 0 0 0 0,0 1 0 0 0,1-1 0 0 0,-1 1 0 0 0,0-1 0 0 0,0 1 0 0 0,1 0-1 0 0,-1-1 1 0 0,1 1 0 0 0,-1 0 0 0 0,1 0 0 0 0,0 0 0 0 0,-1 0 0 0 0,1 0 0 0 0,0 0 0 0 0,0 1 0 0 0,0-1 0 0 0,-1 1 0 0 0,1-1 0 0 0,0 1 0 0 0,0-1 0 0 0,3 1 0 0 0,15 0 161 0 0,-1 1 0 0 0,37 6-1 0 0,-14-1-108 0 0,12-2 19 0 0,-33-3-137 0 0,0 1-1 0 0,36 7 1 0 0,-44-6-35 0 0,-10-3-25 0 0,1 1 0 0 0,0 0 0 0 0,0 0 0 0 0,-1 0 0 0 0,1 0 0 0 0,-1 1 0 0 0,1 0 0 0 0,-1-1 0 0 0,5 4 0 0 0,-7-4-145 0 0,-1 0-1 0 0,0-1 1 0 0,0 1-1 0 0,0 0 1 0 0,0-1-1 0 0,0 1 1 0 0,0 0-1 0 0,0 0 1 0 0,0-1-1 0 0,0 1 1 0 0,0 0-1 0 0,0 0 1 0 0,0-1-1 0 0,-1 1 1 0 0,1 0-1 0 0,0-1 1 0 0,0 1-1 0 0,-1 0 1 0 0,1-1-1 0 0,-1 1 1 0 0,1-1-1 0 0,0 1 1 0 0,-1 0-1 0 0,1-1 1 0 0,-1 1-1 0 0,0 0 1 0 0,-7 4-5414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14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1376 0 0,'-9'-1'1288'0'0,"1"1"6056"0"0,3 12-5365 0 0,0 11-1482 0 0,1-1 0 0 0,1 1 1 0 0,1 0-1 0 0,1 0 1 0 0,2 0-1 0 0,5 45 1 0 0,-2-37-812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15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29 167 920 0 0,'-2'-16'623'0'0,"0"7"2167"0"0,-1-1 1 0 0,1 1-1 0 0,-6-11 1 0 0,-1 2-1244 0 0,9 19-1454 0 0,-1 0-1 0 0,1 0 1 0 0,0 0-1 0 0,-1 0 1 0 0,1 0-1 0 0,0 0 1 0 0,0 0-1 0 0,0 0 1 0 0,-1 0-1 0 0,1 0 1 0 0,0 1-1 0 0,0-1 1 0 0,1 0-1 0 0,-1 0 1 0 0,0 0-1 0 0,0 0 1 0 0,0 0-1 0 0,1 0 1 0 0,0 1-1 0 0,41 161 26 0 0,-14-61-79 0 0,-26-96-37 0 0,4 22 96 0 0,2 0 0 0 0,19 41 1 0 0,-25-63-75 0 0,1-1 1 0 0,0 1-1 0 0,1-1 0 0 0,-1 0 1 0 0,1 0-1 0 0,0-1 1 0 0,1 1-1 0 0,6 5 1 0 0,-10-9-14 0 0,1 0 1 0 0,-1 0-1 0 0,1 0 1 0 0,0 0-1 0 0,0 0 1 0 0,-1 0-1 0 0,1-1 1 0 0,0 1-1 0 0,0 0 1 0 0,0-1-1 0 0,0 0 1 0 0,0 1-1 0 0,0-1 1 0 0,0 0-1 0 0,0 0 1 0 0,0 0-1 0 0,0 0 0 0 0,-1-1 1 0 0,1 1-1 0 0,0 0 1 0 0,0-1-1 0 0,0 1 1 0 0,0-1-1 0 0,0 0 1 0 0,-1 0-1 0 0,1 1 1 0 0,0-1-1 0 0,0 0 1 0 0,-1-1-1 0 0,2 0 1 0 0,5-4 51 0 0,-2-1 1 0 0,1 1 0 0 0,-1-1 0 0 0,0-1 0 0 0,0 1-1 0 0,9-17 1 0 0,-4 3 60 0 0,14-36-1 0 0,-18 38-112 0 0,-2 0-1 0 0,0 0 1 0 0,4-38 0 0 0,-3-60 111 0 0,-5 60-73 0 0,3 24 8 0 0,-4 31-61 0 0,0 0-1 0 0,1-1 1 0 0,-1 1 0 0 0,1 0 0 0 0,0 0 0 0 0,-1 0 0 0 0,1 0 0 0 0,0 1 0 0 0,0-1 0 0 0,0 0 0 0 0,1 0 0 0 0,-1 1 0 0 0,2-3 0 0 0,-3 4 1 0 0,0 0 1 0 0,0 0 0 0 0,1 0-1 0 0,-1-1 1 0 0,0 1 0 0 0,0 0-1 0 0,1 0 1 0 0,-1 0 0 0 0,0 0-1 0 0,0 0 1 0 0,0 0 0 0 0,1 0 0 0 0,-1 0-1 0 0,0 0 1 0 0,0 0 0 0 0,1 0-1 0 0,-1 0 1 0 0,0 0 0 0 0,0 0-1 0 0,1 0 1 0 0,-1 0 0 0 0,0 0 0 0 0,0 0-1 0 0,1 0 1 0 0,-1 1 0 0 0,0-1-1 0 0,0 0 1 0 0,0 0 0 0 0,1 0-1 0 0,-1 0 1 0 0,0 0 0 0 0,0 1-1 0 0,0-1 1 0 0,0 0 0 0 0,1 0 0 0 0,-1 0-1 0 0,0 1 1 0 0,0-1 0 0 0,0 0-1 0 0,0 0 1 0 0,0 0 0 0 0,0 1-1 0 0,0-1 1 0 0,1 0 0 0 0,-1 0 0 0 0,0 1-1 0 0,0-1 1 0 0,0 0 0 0 0,4 17-46 0 0,-4-12 35 0 0,8 31-35 0 0,5 60-1 0 0,-10-65 22 0 0,1-1 0 0 0,1 0 0 0 0,12 38 0 0 0,-15-63 30 0 0,-1-1 0 0 0,1 1 0 0 0,1-1 1 0 0,-1 1-1 0 0,1-1 0 0 0,-1 0 0 0 0,1 0 0 0 0,0 0 1 0 0,6 5-1 0 0,-7-8-1 0 0,-1 0 0 0 0,1 1 1 0 0,0-1-1 0 0,0 0 0 0 0,0 0 1 0 0,-1 0-1 0 0,1 0 0 0 0,0 0 1 0 0,0 0-1 0 0,1-1 0 0 0,-1 1 1 0 0,0-1-1 0 0,0 1 0 0 0,0-1 1 0 0,0 0-1 0 0,0 0 0 0 0,1 0 1 0 0,-1 0-1 0 0,0 0 0 0 0,0 0 1 0 0,0-1-1 0 0,0 1 0 0 0,4-2 1 0 0,2-2 54 0 0,1 0-1 0 0,-1 0 1 0 0,0-1 0 0 0,0 0 0 0 0,-1 0-1 0 0,1-1 1 0 0,-1 0 0 0 0,0-1 0 0 0,-1 1-1 0 0,0-1 1 0 0,7-11 0 0 0,0 1 140 0 0,-2-1 1 0 0,-1 0-1 0 0,16-38 1 0 0,-21 42-143 0 0,0 0 0 0 0,-1-1 0 0 0,-1 0 0 0 0,-1 1 0 0 0,2-25 0 0 0,-4 15-18 0 0,0-1 0 0 0,-7-38 0 0 0,7 61-124 0 0,0 1-1 0 0,0-1 0 0 0,-1 1 0 0 0,1-1 1 0 0,0 1-1 0 0,-1-1 0 0 0,1 1 1 0 0,-1-1-1 0 0,0 1 0 0 0,0-1 1 0 0,1 1-1 0 0,-1-1 0 0 0,0 1 1 0 0,0 0-1 0 0,-2-3 0 0 0,1 4-1381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16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53 4257 0 0,'0'0'197'0'0,"-1"-1"-15"0"0,1 0-45 0 0,0 0 0 0 0,-1 1 0 0 0,1-2 0 0 0,0 1 0 0 0,0 0 0 0 0,0 0 0 0 0,0 0 0 0 0,-1 0 0 0 0,1 0 0 0 0,1 0 0 0 0,-1 0 0 0 0,0 0 0 0 0,0 0 0 0 0,0 0 0 0 0,0 0 0 0 0,1 0 0 0 0,-1 0 0 0 0,1 0 1 0 0,-1 0-1 0 0,1-1 0 0 0,9-21 604 0 0,-10 22-656 0 0,0 1 0 0 0,0 0 1 0 0,0 0-1 0 0,0-1 0 0 0,0 1 0 0 0,0 0 0 0 0,0-1 1 0 0,0 1-1 0 0,0 0 0 0 0,-1 0 0 0 0,1-1 0 0 0,0 1 0 0 0,0 0 1 0 0,0 0-1 0 0,0-1 0 0 0,-1 1 0 0 0,1 0 0 0 0,0 0 0 0 0,0 0 1 0 0,-1 0-1 0 0,1-1 0 0 0,0 1 0 0 0,0 0 0 0 0,-1 0 1 0 0,1 0-1 0 0,0 0 0 0 0,0 0 0 0 0,-1 0 0 0 0,1-1 0 0 0,0 1 1 0 0,-1 0-1 0 0,1 0 0 0 0,0 0 0 0 0,0 0 0 0 0,-1 0 0 0 0,1 0 1 0 0,0 0-1 0 0,-1 0 0 0 0,1 0 0 0 0,0 1 0 0 0,0-1 1 0 0,-1 0-1 0 0,1 0 0 0 0,0 0 0 0 0,-1 0 0 0 0,1 0 0 0 0,0 0 1 0 0,0 1-1 0 0,-1-1 0 0 0,1 0 0 0 0,0 0 0 0 0,0 0 0 0 0,0 1 1 0 0,-1-1-1 0 0,1 0 0 0 0,0 0 0 0 0,0 0 0 0 0,0 1 1 0 0,0-1-1 0 0,-1 1 809 0 0,0 4-642 0 0,-7 27 142 0 0,-11 65 30 0 0,18-87-373 0 0,0 0 1 0 0,1 0 0 0 0,0 0-1 0 0,1 1 1 0 0,0-1 0 0 0,0 0 0 0 0,6 18-1 0 0,-3-20 72 0 0,-2-14 117 0 0,-3-14 50 0 0,-17-71 30 0 0,4 5-320 0 0,14 65-28 0 0,1 19-3 0 0,1 13-8 0 0,-1-6-38 0 0,0-1 67 0 0,0-1 1 0 0,-1 0 0 0 0,0 0-1 0 0,1 1 1 0 0,-1-1-1 0 0,-1 1 1 0 0,1-1-1 0 0,-1 4 1 0 0,-1 12-3 0 0,-3 81 28 0 0,5-91 49 0 0,0 1 1 0 0,0-1 0 0 0,1 0 0 0 0,0 1 0 0 0,4 14 0 0 0,-4-20-111 0 0,0 1 1 0 0,1-1-1 0 0,-1 0 1 0 0,1 0-1 0 0,0-1 1 0 0,0 1-1 0 0,1 0 1 0 0,-1 0-1 0 0,1-1 1 0 0,0 0-1 0 0,0 1 1 0 0,0-1-1 0 0,0 0 1 0 0,4 3-1 0 0,0-2-787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16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1 152 1840 0 0,'2'-29'6568'0'0,"-1"18"-5736"0"0,1 0 0 0 0,0 0 1 0 0,0 0-1 0 0,7-15 0 0 0,-5 14-54 0 0,-4 11-658 0 0,1 0 0 0 0,-1-1 0 0 0,0 1 0 0 0,1 0 0 0 0,-1 0 0 0 0,1 0 0 0 0,0-1 0 0 0,-1 1 0 0 0,1 0 0 0 0,0 0 0 0 0,0 0 0 0 0,0 0 0 0 0,-1 0 0 0 0,1 0 0 0 0,2-1 0 0 0,-1 0 8 0 0,1 1-1 0 0,-1-1 0 0 0,1 1 0 0 0,-1-1 1 0 0,1 1-1 0 0,-1 0 0 0 0,1 0 1 0 0,0 0-1 0 0,0 0 0 0 0,-1 0 1 0 0,1 1-1 0 0,5-1 0 0 0,2 1 80 0 0,-1 0 0 0 0,16 3 0 0 0,16 1 195 0 0,57-13 135 0 0,-63 5-426 0 0,-29 3-87 0 0,1 1 0 0 0,0 0-1 0 0,9 2 1 0 0,-14-2-15 0 0,0 0 0 0 0,0 0 0 0 0,0 1 0 0 0,1-1 0 0 0,-1 1 0 0 0,0 0 0 0 0,0 0 0 0 0,0-1 1 0 0,0 1-1 0 0,-1 1 0 0 0,1-1 0 0 0,0 0 0 0 0,0 0 0 0 0,2 3 0 0 0,-4-4-11 0 0,0 0 0 0 0,0 1 0 0 0,0-1 0 0 0,0 0 0 0 0,0 1 1 0 0,1-1-1 0 0,-1 0 0 0 0,0 1 0 0 0,0-1 0 0 0,0 1 0 0 0,0-1 0 0 0,0 0 0 0 0,0 1 0 0 0,0-1 0 0 0,0 1 0 0 0,-1-1 0 0 0,1 0 1 0 0,0 1-1 0 0,0-1 0 0 0,0 0 0 0 0,0 1 0 0 0,0-1 0 0 0,-1 1 0 0 0,1-1 0 0 0,0 0 0 0 0,0 0 0 0 0,-1 1 0 0 0,1-1 0 0 0,0 0 1 0 0,0 1-1 0 0,-1-1 0 0 0,-13 11-534 0 0,9-6-285 0 0,-19 13-2787 0 0,9-9-1612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17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16 920 0 0,'0'-1'38'0'0,"0"0"0"0"0,0 1-1 0 0,0-1 1 0 0,-1 0-1 0 0,1 1 1 0 0,0-1 0 0 0,0 1-1 0 0,0-1 1 0 0,0 0 0 0 0,-1 1-1 0 0,1-1 1 0 0,0 1 0 0 0,0-1-1 0 0,-1 1 1 0 0,1-1 0 0 0,0 1-1 0 0,-1-1 1 0 0,1 1 0 0 0,-1-1-1 0 0,1 1 1 0 0,-11-4 13225 0 0,10 9-12816 0 0,-3 14-307 0 0,1-1 0 0 0,0 1 0 0 0,2 1 0 0 0,0-1 0 0 0,1 0 0 0 0,3 20 0 0 0,-1-16-129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18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16 3225 0 0,'-3'-5'1719'0'0,"-11"-1"5694"0"0,-1 3-1326 0 0,10 2-6725 0 0,5 2-424 0 0,0-1 1108 0 0,0 1-1 0 0,0-1 1 0 0,0 0 0 0 0,0 1 0 0 0,0-1 0 0 0,0 0-1 0 0,0 1 1 0 0,0-1 0 0 0,0 0 0 0 0,1 1 0 0 0,-1-1 0 0 0,0 0-1 0 0,0 1 1 0 0,0-1 0 0 0,1 0 0 0 0,-1 1 0 0 0,0-1-1 0 0,0 0 1 0 0,1 0 0 0 0,-1 1 0 0 0,0-1 0 0 0,1 0 0 0 0,0 1-1 0 0,9 10 213 0 0,3 1-225 0 0,1-1 0 0 0,22 14 0 0 0,-31-21-21 0 0,1-1-1 0 0,0 0 1 0 0,-1-1-1 0 0,1 1 1 0 0,0-1-1 0 0,0 0 1 0 0,0-1-1 0 0,1 0 1 0 0,-1 0-1 0 0,8 1 1 0 0,-13-2-6 0 0,-1 0 0 0 0,1 0-1 0 0,-1 0 1 0 0,1 0 0 0 0,-1 0 0 0 0,1-1 0 0 0,0 1 0 0 0,-1 0 0 0 0,1 0 0 0 0,-1 0 0 0 0,1-1 0 0 0,-1 1 0 0 0,1 0 0 0 0,-1 0 0 0 0,1-1 0 0 0,-1 1 0 0 0,1-1 0 0 0,-1 1 0 0 0,0 0 0 0 0,1-1 0 0 0,-1 1 0 0 0,1-1 0 0 0,-1 1 0 0 0,0-1 0 0 0,0 1 0 0 0,1-1 0 0 0,-1 1 0 0 0,0-1 0 0 0,1 0 0 0 0,1-19-1531 0 0,-2 19 1117 0 0,0-6-650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18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137 105 8722 0 0,'-30'-9'2510'0'0,"-45"-6"0"0"0,71 14-2216 0 0,1 0 1 0 0,-1 0 0 0 0,0 0 0 0 0,0 0-1 0 0,-4-3 1 0 0,8 4-253 0 0,-1 0-1 0 0,1-1 1 0 0,0 1-1 0 0,0 0 0 0 0,-1 0 1 0 0,1 0-1 0 0,0-1 1 0 0,0 1-1 0 0,-1 0 1 0 0,1 0-1 0 0,0-1 1 0 0,0 1-1 0 0,-1 0 1 0 0,1 0-1 0 0,0-1 1 0 0,0 1-1 0 0,0 0 1 0 0,0-1-1 0 0,-1 1 1 0 0,1 0-1 0 0,0-1 0 0 0,0 1 1 0 0,0 0-1 0 0,0-1 1 0 0,0 1-1 0 0,0-1 1 0 0,0 0-8 0 0,1 1 0 0 0,-1-1 1 0 0,1 1-1 0 0,-1-1 0 0 0,1 0 1 0 0,-1 1-1 0 0,1-1 0 0 0,0 1 1 0 0,-1-1-1 0 0,1 1 0 0 0,0-1 1 0 0,-1 1-1 0 0,1 0 0 0 0,0-1 1 0 0,0 1-1 0 0,-1 0 0 0 0,2-1 1 0 0,34-15 271 0 0,-25 10-238 0 0,0 1-1 0 0,19-6 0 0 0,-9 6 30 0 0,-1 0-1 0 0,1 2 1 0 0,0 1 0 0 0,0 1 0 0 0,39 2-1 0 0,-44 0-34 0 0,0 1-1 0 0,0 1 1 0 0,0 0-1 0 0,-1 1 1 0 0,1 1-1 0 0,-1 1 0 0 0,0 0 1 0 0,17 10-1 0 0,-28-14-52 0 0,0 0 0 0 0,0 1 0 0 0,0 0 0 0 0,-1 0-1 0 0,1 0 1 0 0,-1 0 0 0 0,0 1 0 0 0,1-1-1 0 0,3 7 1 0 0,-6-8 0 0 0,0 0 0 0 0,0 0 0 0 0,-1 0 0 0 0,1 0 0 0 0,0 0 0 0 0,-1 0 0 0 0,0 0 0 0 0,1 0-1 0 0,-1 0 1 0 0,0 0 0 0 0,0 0 0 0 0,0 0 0 0 0,0 0 0 0 0,0 0 0 0 0,0 0 0 0 0,-1 0 0 0 0,1 0 0 0 0,-1 0 0 0 0,0 0 0 0 0,1 0-1 0 0,-1 0 1 0 0,0 0 0 0 0,0 0 0 0 0,-2 2 0 0 0,-16 22 139 0 0,-1-1-1 0 0,-47 44 1 0 0,26-28-131 0 0,23-22-8 0 0,-27 21 1 0 0,40-36-84 0 0,-1 0 1 0 0,0 0 0 0 0,0 0 0 0 0,0-1 0 0 0,0 0 0 0 0,0 0 0 0 0,-1 0 0 0 0,1-1 0 0 0,-1 0 0 0 0,-8 2 0 0 0,14-4 35 0 0,1 0 1 0 0,-1 0 0 0 0,0 0 0 0 0,1-1-1 0 0,-1 1 1 0 0,0 0 0 0 0,1 0 0 0 0,-1 0-1 0 0,0 0 1 0 0,1-1 0 0 0,-1 1 0 0 0,0 0-1 0 0,1-1 1 0 0,-1 1 0 0 0,0 0 0 0 0,1-1-1 0 0,-1 1 1 0 0,1-1 0 0 0,-1 1 0 0 0,1-1-1 0 0,-1 1 1 0 0,1-1 0 0 0,0 0 0 0 0,-1 1-1 0 0,1-1 1 0 0,-1 1 0 0 0,1-1 0 0 0,0 0-1 0 0,0 1 1 0 0,-1-1 0 0 0,1 0-1 0 0,0 1 1 0 0,0-1 0 0 0,0-1 0 0 0,-2-25-1180 0 0,2 24 1114 0 0,2-44-2106 0 0,12-67 0 0 0,-5 48 1709 0 0,-8 65 585 0 0,-1 0 0 0 0,0 0 0 0 0,0 0 0 0 0,-1 0 0 0 0,1 0 0 0 0,0 0 0 0 0,0 0 1 0 0,0 0-1 0 0,-1 0 0 0 0,1 0 0 0 0,0 0 0 0 0,-1 0 0 0 0,1 0 0 0 0,-1 0 0 0 0,1 0 0 0 0,-1 1 0 0 0,1-1 0 0 0,-1 0 0 0 0,0 0 0 0 0,0 0 0 0 0,0 1-38 0 0,1-1 1 0 0,0 1-1 0 0,-1 0 0 0 0,1 0 0 0 0,-1 0 0 0 0,1-1 0 0 0,-1 1 1 0 0,1 0-1 0 0,0 0 0 0 0,-1 0 0 0 0,1 0 0 0 0,-1 0 0 0 0,1 0 1 0 0,-1 0-1 0 0,1 0 0 0 0,-1 0 0 0 0,1 0 0 0 0,-1 0 0 0 0,1 0 1 0 0,0 0-1 0 0,-1 0 0 0 0,1 0 0 0 0,-1 1 0 0 0,1-1 1 0 0,-1 0-1 0 0,1 0 0 0 0,0 0 0 0 0,-1 1 0 0 0,1-1 0 0 0,0 0 1 0 0,-1 1-1 0 0,1-1 0 0 0,0 0 0 0 0,-1 1 0 0 0,1-1 0 0 0,0 0 1 0 0,-1 1-1 0 0,1-1 0 0 0,0 1 0 0 0,0-1 0 0 0,0 0 0 0 0,-1 1 1 0 0,1-1-1 0 0,0 2 0 0 0,-5 11 101 0 0,1 1 1 0 0,0-1-1 0 0,1 1 1 0 0,0 1-1 0 0,1-1 1 0 0,0 14 0 0 0,0-7-49 0 0,-7 51 74 0 0,2-20-82 0 0,2 0 1 0 0,4 89-1 0 0,1-117-24 0 0,0-19-59 0 0,0-1 0 0 0,0 0 0 0 0,0 0-1 0 0,0 1 1 0 0,1-1 0 0 0,-1 0 0 0 0,1 0 0 0 0,0 0 0 0 0,1 0 0 0 0,-1 0 0 0 0,1 0 0 0 0,2 4 0 0 0,-1-4-87 0 0,-2-9-669 0 0,-1 2-174 0 0,1-3-739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18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7658 0 0,'1'-1'11'0'0,"3"-7"1515"0"0,2 15 836 0 0,-3-2-1818 0 0,8 8 0 0 0,0 0-1 0 0,1-1 1 0 0,24 20 0 0 0,45 26 365 0 0,-58-45-637 0 0,0-1-1 0 0,0-2 1 0 0,49 15 0 0 0,8 3 452 0 0,-64-17-516 0 0,-15-10-236 0 0,-1-1 1 0 0,1 1-1 0 0,-1-1 0 0 0,0 1 1 0 0,1-1-1 0 0,-1 1 1 0 0,1-1-1 0 0,-1 1 1 0 0,0 0-1 0 0,0-1 1 0 0,1 1-1 0 0,-1 0 1 0 0,0-1-1 0 0,0 1 0 0 0,0 0 1 0 0,1-1-1 0 0,-1 1 1 0 0,0 0-1 0 0,0-1 1 0 0,0 1-1 0 0,0 0 1 0 0,-1-1-1 0 0,1 1 1 0 0,0 0-1 0 0,0 0 1 0 0,-2 4-858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19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93 5529 0 0,'-3'-4'991'0'0,"0"1"0"0"0,0-1-1 0 0,1 0 1 0 0,-1 0 0 0 0,-1-5 0 0 0,-1-1 333 0 0,1 0 1 0 0,-5-20-1 0 0,5 15 729 0 0,3 26-521 0 0,-1 11-1428 0 0,-2-2-69 0 0,1-1-1 0 0,1 1 1 0 0,0 36 0 0 0,2-50-83 0 0,1 0 1 0 0,0 0-1 0 0,-1 0 1 0 0,2 0-1 0 0,-1 0 1 0 0,1 0-1 0 0,0 0 1 0 0,0 0-1 0 0,1-1 0 0 0,-1 1 1 0 0,1-1-1 0 0,0 0 1 0 0,1 1-1 0 0,0-2 1 0 0,-1 1-1 0 0,8 7 1 0 0,-9-11-130 0 0,0 1 1 0 0,0 0 0 0 0,0-1-1 0 0,1 0 1 0 0,-1 1-1 0 0,0-1 1 0 0,3 1 0 0 0,-3-2-278 0 0,-1 0 1 0 0,0 1 0 0 0,0-1-1 0 0,1 0 1 0 0,-1 0 0 0 0,0 0 0 0 0,0 0-1 0 0,1 0 1 0 0,-1 0 0 0 0,2 0-1 0 0,8-4-4766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19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47 152 456 0 0,'-2'-2'514'0'0,"-1"1"0"0"0,1-1-1 0 0,-1 0 1 0 0,1-1 0 0 0,0 1 0 0 0,0 0 0 0 0,0-1-1 0 0,0 1 1 0 0,0-1 0 0 0,1 1 0 0 0,-3-6-1 0 0,0-1 1668 0 0,0 0-1 0 0,-3-14 1 0 0,6 19-1901 0 0,0 1 0 0 0,0-1 0 0 0,0 0 0 0 0,1 0 1 0 0,0 0-1 0 0,0 0 0 0 0,0 0 0 0 0,0 0 0 0 0,2-7 0 0 0,-2 9-204 0 0,1 1 1 0 0,0-1-1 0 0,-1 0 0 0 0,1 1 0 0 0,0-1 0 0 0,0 1 0 0 0,0-1 0 0 0,0 1 0 0 0,0 0 0 0 0,0-1 0 0 0,0 1 0 0 0,0 0 0 0 0,1 0 1 0 0,-1 0-1 0 0,0 0 0 0 0,1 0 0 0 0,-1 0 0 0 0,1 0 0 0 0,-1 0 0 0 0,1 0 0 0 0,0 1 0 0 0,-1-1 0 0 0,1 1 0 0 0,2-1 0 0 0,6-1 2 0 0,1 1-1 0 0,-1 0 1 0 0,0 1-1 0 0,0 0 1 0 0,0 1-1 0 0,0 0 1 0 0,20 5-1 0 0,-7 0 23 0 0,-1 1 0 0 0,29 14-1 0 0,-45-18-87 0 0,0 0-1 0 0,0 1 1 0 0,0-1-1 0 0,0 1 1 0 0,-1 1-1 0 0,0-1 0 0 0,0 1 1 0 0,0 0-1 0 0,0 0 1 0 0,-1 0-1 0 0,0 1 1 0 0,0-1-1 0 0,0 1 0 0 0,-1 0 1 0 0,4 11-1 0 0,-5-12-2 0 0,0 0-1 0 0,0 0 1 0 0,-1 0 0 0 0,0 0-1 0 0,0 1 1 0 0,-1-1-1 0 0,1 0 1 0 0,-1 1-1 0 0,0-1 1 0 0,-1 0-1 0 0,1 1 1 0 0,-1-1 0 0 0,0 0-1 0 0,-1 0 1 0 0,1 0-1 0 0,-1 1 1 0 0,0-1-1 0 0,0-1 1 0 0,0 1 0 0 0,-5 6-1 0 0,-3 4 29 0 0,0-1 1 0 0,-2-1-1 0 0,1 1 0 0 0,-2-2 1 0 0,0 0-1 0 0,0 0 0 0 0,-1-1 1 0 0,-1-1-1 0 0,1-1 1 0 0,-2 0-1 0 0,-18 8 0 0 0,33-16-84 0 0,0 0-1 0 0,-1-1 0 0 0,1 1 0 0 0,0-1 1 0 0,-1 1-1 0 0,1-1 0 0 0,-1 0 1 0 0,1 1-1 0 0,-1-1 0 0 0,1 0 1 0 0,-1 0-1 0 0,1 0 0 0 0,-1 0 1 0 0,1 0-1 0 0,-1-1 0 0 0,1 1 1 0 0,-1 0-1 0 0,1-1 0 0 0,-1 1 1 0 0,1-1-1 0 0,0 1 0 0 0,-1-1 1 0 0,0 0-1 0 0,1-1-22 0 0,-1 1 0 0 0,1-1 0 0 0,0 1 0 0 0,0-1 0 0 0,0 1 0 0 0,1-1 0 0 0,-1 0 0 0 0,0 0 0 0 0,1 1 0 0 0,-1-1 0 0 0,1 0 0 0 0,-1 0 0 0 0,1 1 0 0 0,0-1 0 0 0,0 0 0 0 0,0 0 0 0 0,0 0 0 0 0,0 0 0 0 0,0-1 0 0 0,15-173-3467 0 0,-15 176 3548 0 0,1-1 0 0 0,-1 1 0 0 0,0-1 0 0 0,0 0 0 0 0,0 1 0 0 0,0-1 0 0 0,0 1 0 0 0,0-1 0 0 0,0 0 1 0 0,0 1-1 0 0,0-1 0 0 0,0 0 0 0 0,0 1 0 0 0,0-1 0 0 0,0 1 0 0 0,0-1 0 0 0,0 0 0 0 0,-1 1 0 0 0,1-1 0 0 0,0 1 0 0 0,-1-1 0 0 0,1 1 0 0 0,0-1 0 0 0,-1 1 0 0 0,1-1 0 0 0,0 1 1 0 0,-1-1-1 0 0,1 1 0 0 0,-1-1 0 0 0,1 1 0 0 0,-1 0 0 0 0,0-1 0 0 0,0 1 32 0 0,0 0 0 0 0,0 0 1 0 0,1 1-1 0 0,-1-1 0 0 0,0 0 0 0 0,0 1 1 0 0,0-1-1 0 0,1 0 0 0 0,-1 1 0 0 0,0-1 1 0 0,1 1-1 0 0,-1-1 0 0 0,0 1 0 0 0,1-1 1 0 0,-1 1-1 0 0,1 0 0 0 0,-1-1 0 0 0,1 1 1 0 0,-1 0-1 0 0,1-1 0 0 0,0 1 0 0 0,-1 0 1 0 0,0 1-1 0 0,-3 11 170 0 0,0-1 1 0 0,0 1-1 0 0,1 0 0 0 0,1 0 1 0 0,0 0-1 0 0,0 20 0 0 0,0-10-20 0 0,-2 17-111 0 0,-2 12 141 0 0,3 0 0 0 0,6 99 1 0 0,5-109-188 0 0,-8-40-34 0 0,1 1 1 0 0,0-1-1 0 0,0 1 0 0 0,0-1 1 0 0,0 0-1 0 0,0 1 1 0 0,1-1-1 0 0,-1 0 0 0 0,1 0 1 0 0,-1 0-1 0 0,1 0 1 0 0,0 0-1 0 0,0 0 0 0 0,2 1 1 0 0,-3-2-30 0 0,-1-1 1 0 0,0 0-1 0 0,0 0 1 0 0,1 0 0 0 0,-1 0-1 0 0,0 1 1 0 0,0-1-1 0 0,1 0 1 0 0,-1 0 0 0 0,0 0-1 0 0,1 0 1 0 0,-1 0-1 0 0,0 0 1 0 0,0 0-1 0 0,1 0 1 0 0,-1 0 0 0 0,0 0-1 0 0,1 0 1 0 0,-1 0-1 0 0,0 0 1 0 0,1 0 0 0 0,-1 0-1 0 0,0 0 1 0 0,0 0-1 0 0,1-1 1 0 0,-1 1-1 0 0,0 0 1 0 0,1 0 0 0 0,-1 0-1 0 0,0 0 1 0 0,0-1-1 0 0,1 1 1 0 0,4-12-1120 0 0,-5 9 729 0 0,1-1 0 0 0,-1 1-1 0 0,0-1 1 0 0,0 1 0 0 0,-1-6 0 0 0,-4-10-2177 0 0,0 5 643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20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7025 0 0,'0'-13'-37'0'0,"0"-14"1447"0"0,0 25-862 0 0,0-1 0 0 0,0 1 0 0 0,1-1 0 0 0,-1 1 0 0 0,1 0 0 0 0,0-1 0 0 0,-1 1 0 0 0,3-3 0 0 0,-3 4-462 0 0,1 1 1 0 0,-1 0-1 0 0,1-1 1 0 0,-1 1 0 0 0,1-1-1 0 0,-1 1 1 0 0,1 0 0 0 0,0-1-1 0 0,-1 1 1 0 0,1 0 0 0 0,0-1-1 0 0,-1 1 1 0 0,1 0 0 0 0,0 0-1 0 0,-1 0 1 0 0,1 0 0 0 0,0 0-1 0 0,-1 0 1 0 0,1 0 0 0 0,0 0-1 0 0,-1 0 1 0 0,1 0 0 0 0,0 0-1 0 0,-1 0 1 0 0,1 0-1 0 0,0 0 1 0 0,-1 1 0 0 0,1-1-1 0 0,0 0 1 0 0,-1 1 0 0 0,1-1-1 0 0,-1 0 1 0 0,1 1 0 0 0,-1-1-1 0 0,2 1 1 0 0,18 16 820 0 0,2 9-309 0 0,49 44 1 0 0,-59-61-720 0 0,0 0 0 0 0,0 0 0 0 0,1-1 0 0 0,0-1 0 0 0,0 0 0 0 0,27 9 0 0 0,-19-11-772 0 0,1-2-61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20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56 1840 0 0,'-4'-19'1737'0'0,"3"18"-959"0"0,0-1 1 0 0,0 0 0 0 0,1 0 0 0 0,-1 0 0 0 0,1 0 0 0 0,0 0 0 0 0,-1 0-1 0 0,1 0 1 0 0,0 0 0 0 0,0 0 0 0 0,0 1 0 0 0,0-1 0 0 0,1 0-1 0 0,-1 0 1 0 0,1-4 0 0 0,0 6-744 0 0,-1 0 0 0 0,1-1 0 0 0,-1 1-1 0 0,1 0 1 0 0,-1 0 0 0 0,1-1 0 0 0,0 1 0 0 0,-1 0-1 0 0,1 0 1 0 0,-1 0 0 0 0,1 0 0 0 0,-1 0 0 0 0,1 0-1 0 0,-1 0 1 0 0,1 0 0 0 0,0 0 0 0 0,-1 0 0 0 0,1 0-1 0 0,-1 0 1 0 0,1 1 0 0 0,-1-1 0 0 0,1 0 0 0 0,-1 0-1 0 0,1 1 1 0 0,-1-1 0 0 0,2 1 0 0 0,16 9 128 0 0,-15-8-162 0 0,1 1 10 0 0,0-1 0 0 0,0 1-1 0 0,0 0 1 0 0,-1 1 0 0 0,0-1 0 0 0,0 1-1 0 0,0-1 1 0 0,0 1 0 0 0,0 0 0 0 0,0 0-1 0 0,-1 1 1 0 0,0-1 0 0 0,0 0-1 0 0,0 1 1 0 0,-1-1 0 0 0,2 6 0 0 0,-2-7-7 0 0,-1 0 1 0 0,1 0 0 0 0,-1 0-1 0 0,0 0 1 0 0,0 0 0 0 0,0 0 0 0 0,0 0-1 0 0,0 0 1 0 0,-1 0 0 0 0,1 0-1 0 0,-1 0 1 0 0,0 0 0 0 0,0-1 0 0 0,0 1-1 0 0,0 0 1 0 0,0 0 0 0 0,-1-1-1 0 0,1 1 1 0 0,-1-1 0 0 0,0 1-1 0 0,0-1 1 0 0,0 0 0 0 0,0 0 0 0 0,0 0-1 0 0,0 0 1 0 0,-4 3 0 0 0,-132 72-5 0 0,138-77 2 0 0,-1 0 0 0 0,1 0 0 0 0,-1 0-1 0 0,1 0 1 0 0,-1 1 0 0 0,1-1 0 0 0,-1 0 0 0 0,1 1 0 0 0,-1-1 0 0 0,1 0 0 0 0,-1 1 0 0 0,1-1 0 0 0,-1 0 0 0 0,1 1 0 0 0,0-1 0 0 0,-1 1 0 0 0,1-1 0 0 0,0 1 0 0 0,-1-1 0 0 0,1 1-1 0 0,0-1 1 0 0,0 1 0 0 0,0-1 0 0 0,-1 1 0 0 0,1-1 0 0 0,0 1 0 0 0,0 0 0 0 0,0 0 0 0 0,0 0 5 0 0,1 0 1 0 0,-1 0-1 0 0,1-1 0 0 0,-1 1 0 0 0,1 0 1 0 0,-1 0-1 0 0,1-1 0 0 0,-1 1 1 0 0,1-1-1 0 0,0 1 0 0 0,0 0 0 0 0,-1-1 1 0 0,1 1-1 0 0,0-1 0 0 0,0 0 0 0 0,0 1 1 0 0,4 2 28 0 0,1-1 0 0 0,-1 0 0 0 0,1 0 0 0 0,9 1 0 0 0,-12-2-36 0 0,29 3-156 0 0,0 0 0 0 0,59-3 0 0 0,-68-2-520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21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27 247 5617 0 0,'-1'-6'965'0'0,"0"1"-1"0"0,0-1 0 0 0,0 1 1 0 0,-4-9-1 0 0,-1-6 846 0 0,2 5-375 0 0,2 7-635 0 0,0 0 0 0 0,1 0 0 0 0,-1-12 0 0 0,1 19-738 0 0,1-1 1 0 0,0 1-1 0 0,0 0 1 0 0,0 0 0 0 0,1 0-1 0 0,-1 0 1 0 0,0 0 0 0 0,0-1-1 0 0,1 1 1 0 0,-1 0 0 0 0,1-1-1 0 0,-1 2-54 0 0,1-1 0 0 0,-1 1 0 0 0,0 0 0 0 0,0 0 0 0 0,0 0 0 0 0,0 0 0 0 0,0 0 0 0 0,1 0 0 0 0,-1 0 0 0 0,0 0 0 0 0,0 0 0 0 0,0-1 0 0 0,1 1 0 0 0,-1 0 0 0 0,0 0 0 0 0,0 0-1 0 0,0 0 1 0 0,0 0 0 0 0,1 0 0 0 0,-1 0 0 0 0,0 0 0 0 0,0 0 0 0 0,0 0 0 0 0,1 1 0 0 0,-1-1 0 0 0,0 0 0 0 0,0 0 0 0 0,0 0 0 0 0,0 0 0 0 0,1 0 0 0 0,-1 0 0 0 0,0 0 0 0 0,0 0 0 0 0,0 0 0 0 0,0 0 0 0 0,0 1 0 0 0,0-1 0 0 0,1 0 0 0 0,0 2 6 0 0,1 0 0 0 0,0 0 0 0 0,-1 0 0 0 0,0 0 0 0 0,1 0 0 0 0,-1 1 0 0 0,0-1 0 0 0,0 0 0 0 0,0 3 1 0 0,11 44 106 0 0,-2 1 1 0 0,4 77 0 0 0,2 6 55 0 0,-12-104-132 0 0,2-2 0 0 0,16 46 0 0 0,-19-65-32 0 0,1 0 0 0 0,-1 0 0 0 0,1 0 0 0 0,1-1 0 0 0,0 1 1 0 0,0-1-1 0 0,0 0 0 0 0,0 0 0 0 0,1-1 0 0 0,8 7 0 0 0,-13-12-9 0 0,1 0 1 0 0,-1-1-1 0 0,0 1 0 0 0,0-1 0 0 0,0 0 1 0 0,0 1-1 0 0,0-1 0 0 0,1 0 0 0 0,-1 0 1 0 0,0 0-1 0 0,0 0 0 0 0,1 0 0 0 0,-1 0 1 0 0,0 0-1 0 0,0 0 0 0 0,0 0 0 0 0,1 0 1 0 0,-1-1-1 0 0,0 1 0 0 0,0 0 0 0 0,0-1 1 0 0,0 1-1 0 0,0-1 0 0 0,1 1 0 0 0,-1-1 1 0 0,0 0-1 0 0,0 0 0 0 0,0 1 0 0 0,-1-1 1 0 0,1 0-1 0 0,0 0 0 0 0,0 0 0 0 0,0-1 1 0 0,3-2 22 0 0,-1 1 0 0 0,0-1-1 0 0,0 0 1 0 0,0-1 0 0 0,0 1 0 0 0,-1 0 0 0 0,2-6 0 0 0,5-17 14 0 0,-1-1 0 0 0,-2 0 0 0 0,0 0 0 0 0,-2 0 0 0 0,-2-1 0 0 0,0 0 0 0 0,-4-49 0 0 0,0 53-45 0 0,0 3-9 0 0,1-1-1 0 0,1 0 0 0 0,0 0 1 0 0,8-41-1 0 0,-8 64 12 0 0,0 0-1 0 0,0-1 1 0 0,0 1 0 0 0,0-1-1 0 0,0 1 1 0 0,0 0 0 0 0,0-1-1 0 0,0 1 1 0 0,1 0-1 0 0,-1-1 1 0 0,0 1 0 0 0,0 0-1 0 0,0-1 1 0 0,0 1-1 0 0,1 0 1 0 0,-1-1 0 0 0,0 1-1 0 0,0 0 1 0 0,1-1 0 0 0,-1 1-1 0 0,0 0 1 0 0,1 0-1 0 0,-1 0 1 0 0,0-1 0 0 0,0 1-1 0 0,1 0 1 0 0,-1 0 0 0 0,0 0-1 0 0,1 0 1 0 0,-1-1-1 0 0,1 1 1 0 0,-1 0 0 0 0,0 0-1 0 0,1 0 1 0 0,-1 0-1 0 0,0 0 1 0 0,1 0 0 0 0,-1 0-1 0 0,1 0 1 0 0,-1 0 0 0 0,1 0-1 0 0,0 1-5 0 0,0-1 1 0 0,0 1-1 0 0,-1-1 0 0 0,1 1 0 0 0,0 0 1 0 0,0-1-1 0 0,-1 1 0 0 0,1 0 0 0 0,0-1 1 0 0,-1 1-1 0 0,1 0 0 0 0,-1 0 0 0 0,1-1 1 0 0,-1 1-1 0 0,1 2 0 0 0,7 21-78 0 0,-1 2 0 0 0,8 48 0 0 0,-3-5 72 0 0,-8-54 14 0 0,1 1 0 0 0,0 0 0 0 0,0-1 0 0 0,9 15 0 0 0,-11-24 0 0 0,1 0 0 0 0,0 0 0 0 0,0 0 0 0 0,0 0 0 0 0,1-1 0 0 0,0 1 0 0 0,0-1 0 0 0,0-1 0 0 0,1 1 0 0 0,-1-1 0 0 0,12 6 0 0 0,-5-3-11 0 0,32 15 49 0 0,-41-21-34 0 0,1 1 1 0 0,0-1-1 0 0,-1 0 1 0 0,1 0-1 0 0,0-1 1 0 0,-1 1-1 0 0,1-1 1 0 0,0 0-1 0 0,0 0 1 0 0,4 0-1 0 0,-6-1 2 0 0,-1 1 0 0 0,1-1-1 0 0,0 1 1 0 0,-1-1 0 0 0,1 0 0 0 0,-1 0-1 0 0,1 0 1 0 0,-1 0 0 0 0,0 0 0 0 0,1 0-1 0 0,-1 0 1 0 0,0 0 0 0 0,0 0 0 0 0,1-1-1 0 0,-1 1 1 0 0,0 0 0 0 0,0-1-1 0 0,-1 1 1 0 0,1-1 0 0 0,0 0 0 0 0,0 1-1 0 0,-1-1 1 0 0,1 1 0 0 0,-1-1 0 0 0,1 0-1 0 0,-1-2 1 0 0,2-6 50 0 0,-1 0 0 0 0,-1 0 0 0 0,0-14-1 0 0,0 11 42 0 0,-2-23 52 0 0,-6-39-1 0 0,0 13-44 0 0,-6-42-250 0 0,7 63-94 0 0,-3-72 1 0 0,10 107 16 0 0,0 1 0 0 0,0-1 0 0 0,1 0 0 0 0,0 0 1 0 0,0 1-1 0 0,0-1 0 0 0,1 1 0 0 0,-1-1 0 0 0,2 1 0 0 0,2-7 1 0 0,2 4-663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21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21 11546 0 0,'-6'-3'384'0'0,"-1"-1"-1"0"0,0 1 0 0 0,1 0 0 0 0,-11-2 0 0 0,14 4-95 0 0,-1 1-1 0 0,1-1 0 0 0,-1 1 1 0 0,1 0-1 0 0,-1 0 0 0 0,1 0 1 0 0,0 0-1 0 0,-1 1 0 0 0,1-1 1 0 0,-1 1-1 0 0,-3 1 0 0 0,7-2-284 0 0,0 0 0 0 0,-1 0-1 0 0,1 0 1 0 0,0 0-1 0 0,-1 0 1 0 0,1 0 0 0 0,0 1-1 0 0,-1-1 1 0 0,1 0 0 0 0,0 0-1 0 0,-1 0 1 0 0,1 0 0 0 0,0 1-1 0 0,0-1 1 0 0,-1 0 0 0 0,1 0-1 0 0,0 0 1 0 0,0 1-1 0 0,-1-1 1 0 0,1 0 0 0 0,0 1-1 0 0,0-1 1 0 0,-1 0 0 0 0,1 0-1 0 0,0 1 1 0 0,0-1 0 0 0,0 0-1 0 0,0 1 1 0 0,0-1-1 0 0,0 0 1 0 0,0 1 0 0 0,-1-1-1 0 0,1 0 1 0 0,0 1 0 0 0,0-1-1 0 0,0 1 1 0 0,1-1 0 0 0,-1 1 5 0 0,1 0 1 0 0,-1 0 0 0 0,1 0 0 0 0,0 0 0 0 0,-1 0 0 0 0,1 0 0 0 0,0 0 0 0 0,0 0-1 0 0,0-1 1 0 0,0 1 0 0 0,1 1 0 0 0,3 1 21 0 0,1 0-1 0 0,-1 0 1 0 0,10 3 0 0 0,44 9-30 0 0,-40-12 0 0 0,-1 2 0 0 0,0 0 0 0 0,0 1 0 0 0,28 13 0 0 0,-45-19 0 0 0,-1 1 0 0 0,1-1 1 0 0,-1 0-1 0 0,1 0 0 0 0,-1 1 0 0 0,0-1 1 0 0,1 1-1 0 0,-1-1 0 0 0,1 0 1 0 0,-1 1-1 0 0,0-1 0 0 0,1 1 1 0 0,-1-1-1 0 0,0 1 0 0 0,1-1 1 0 0,-1 1-1 0 0,0-1 0 0 0,0 1 0 0 0,1-1 1 0 0,-1 1-1 0 0,0-1 0 0 0,0 1 1 0 0,0 0-1 0 0,0-1 0 0 0,0 1 1 0 0,0-1-1 0 0,0 2 0 0 0,0-1 2 0 0,-1 1 0 0 0,1-1-1 0 0,-1 1 1 0 0,1-1 0 0 0,-1 0 0 0 0,0 1-1 0 0,1-1 1 0 0,-1 0 0 0 0,0 0 0 0 0,-2 2-1 0 0,-3 4 11 0 0,-1 0 0 0 0,-13 9-1 0 0,15-13-9 0 0,-48 38-4 0 0,-55 44 14 0 0,106-83 7 0 0,0 0-1 0 0,0 0 0 0 0,0 0 0 0 0,0 0 1 0 0,1 0-1 0 0,-1 1 0 0 0,-1 2 0 0 0,3-4-13 0 0,0-1 0 0 0,0 0 0 0 0,0 0 0 0 0,0 1 0 0 0,-1-1-1 0 0,1 1 1 0 0,0-1 0 0 0,0 0 0 0 0,0 1 0 0 0,0-1 0 0 0,0 0-1 0 0,0 1 1 0 0,0-1 0 0 0,0 0 0 0 0,0 1 0 0 0,0-1 0 0 0,1 0-1 0 0,-1 1 1 0 0,0-1 0 0 0,0 0 0 0 0,0 1 0 0 0,0-1 0 0 0,0 0-1 0 0,1 1 1 0 0,0-1-1 0 0,-1 1 0 0 0,1-1-1 0 0,-1 1 1 0 0,1-1 0 0 0,0 0 0 0 0,0 1 0 0 0,-1-1-1 0 0,1 0 1 0 0,0 0 0 0 0,0 0 0 0 0,-1 1-1 0 0,1-1 1 0 0,0 0 0 0 0,0 0 0 0 0,-1 0-1 0 0,2 0 1 0 0,7-1 58 0 0,0 0-1 0 0,-1-1 1 0 0,1 0 0 0 0,0 0-1 0 0,8-4 1 0 0,19-4 83 0 0,-25 8-123 0 0,110-18-151 0 0,-105 21-574 0 0,-6 1-4127 0 0,-3 1-556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22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334 251 920 0 0,'9'-19'834'0'0,"8"-30"9667"0"0,-12 32-10288 0 0,-4 15-598 0 0,2-9 1005 0 0,-1 1 1 0 0,0-1 0 0 0,-1 0 0 0 0,0 1 0 0 0,-1-1 0 0 0,-2-21 0 0 0,2 28-405 0 0,-1 0 0 0 0,0 0 0 0 0,0-1 0 0 0,0 1 1 0 0,-1 0-1 0 0,1 0 0 0 0,-1 1 0 0 0,0-1 0 0 0,-3-4 1 0 0,3 6-121 0 0,1 0 0 0 0,-1 0 1 0 0,0 0-1 0 0,1 1 0 0 0,-1-1 1 0 0,0 1-1 0 0,0-1 0 0 0,0 1 1 0 0,-1 0-1 0 0,1 0 0 0 0,0-1 1 0 0,0 2-1 0 0,-1-1 0 0 0,1 0 1 0 0,-1 0-1 0 0,-3 0 0 0 0,0 1-67 0 0,1 0 0 0 0,0 0-1 0 0,0 0 1 0 0,-1 1 0 0 0,1 0-1 0 0,0 0 1 0 0,0 0 0 0 0,-5 2-1 0 0,-42 18 6 0 0,44-17-30 0 0,-12 5 9 0 0,0 1 0 0 0,1 1-1 0 0,0 0 1 0 0,-30 25-1 0 0,42-30 3 0 0,-1 1 0 0 0,2 0 0 0 0,-1 0-1 0 0,1 1 1 0 0,0 0 0 0 0,0 0 0 0 0,1 0-1 0 0,1 1 1 0 0,-1 0 0 0 0,1 0 0 0 0,0 0-1 0 0,1 0 1 0 0,-2 11 0 0 0,4-16-14 0 0,0 0 0 0 0,1 0 0 0 0,-1 0 0 0 0,1 0 0 0 0,0 0 0 0 0,0 0 0 0 0,0 0 0 0 0,1 0 0 0 0,0 0 0 0 0,-1 0 0 0 0,2 0 0 0 0,-1 0 0 0 0,0 0 0 0 0,1 0 0 0 0,-1 0 0 0 0,3 4 0 0 0,0-4 3 0 0,-1 1 0 0 0,1-1 1 0 0,0 1-1 0 0,0-1 1 0 0,0 0-1 0 0,1-1 1 0 0,0 1-1 0 0,-1-1 1 0 0,1 0-1 0 0,7 4 1 0 0,5 0 7 0 0,-1-1 0 0 0,2 0 1 0 0,-1-1-1 0 0,0-1 0 0 0,1-1 1 0 0,24 2-1 0 0,30-2-5 0 0,93-8 1 0 0,-91 1-1572 0 0,-56 4 587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24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58 8898 0 0,'-41'-11'3941'0'0,"41"11"-3918"0"0,1 0 0 0 0,-1 0 0 0 0,0 0 0 0 0,0 0 0 0 0,0 0 0 0 0,0 0 1 0 0,0 0-1 0 0,0 0 0 0 0,0 0 0 0 0,0 0 0 0 0,0 0 0 0 0,0 0 0 0 0,0 0 0 0 0,0 0 0 0 0,0 0 1 0 0,0 0-1 0 0,0 0 0 0 0,0 0 0 0 0,0 0 0 0 0,0 0 0 0 0,0 0 0 0 0,0 0 0 0 0,0 0 1 0 0,0 0-1 0 0,0 0 0 0 0,0 0 0 0 0,0 1 0 0 0,0-1 0 0 0,0 0 0 0 0,0 0 0 0 0,0 0 0 0 0,0 0 1 0 0,0 0-1 0 0,0 0 0 0 0,0 0 0 0 0,0 0 0 0 0,0 0 0 0 0,0 0 0 0 0,0 0 0 0 0,0 0 0 0 0,0 0 1 0 0,0 0-1 0 0,0 0 0 0 0,0 0 0 0 0,0 0 0 0 0,0 0 0 0 0,0 1 0 0 0,0-1 0 0 0,0 0 1 0 0,0 0-1 0 0,0 0 0 0 0,0 0 0 0 0,0 0 0 0 0,0 0 0 0 0,0 0 0 0 0,0 0 0 0 0,0 0 0 0 0,0 0 1 0 0,0 0-1 0 0,-1 0 0 0 0,1 0 0 0 0,0 0 0 0 0,0 0 0 0 0,0 0 0 0 0,0 0 0 0 0,7 5 428 0 0,9 5-321 0 0,-5-5-52 0 0,0-1 1 0 0,0 0 0 0 0,0-1 0 0 0,0 0-1 0 0,1 0 1 0 0,0-2 0 0 0,-1 1 0 0 0,19-1-1 0 0,-10-2 66 0 0,0-1-1 0 0,-1-1 0 0 0,1-1 0 0 0,23-7 0 0 0,152-52 829 0 0,-191 62-971 0 0,1 0 0 0 0,-1 0 1 0 0,1 0-1 0 0,-1 0 0 0 0,1 1 0 0 0,0 0 0 0 0,-1 0 1 0 0,1 0-1 0 0,0 0 0 0 0,-1 1 0 0 0,1 0 0 0 0,-1 0 1 0 0,1 0-1 0 0,-1 0 0 0 0,1 1 0 0 0,-1 0 0 0 0,0 0 1 0 0,0 0-1 0 0,7 5 0 0 0,-10-6-77 0 0,0 0 1 0 0,0-1-1 0 0,-1 1 1 0 0,1 0-1 0 0,0 0 0 0 0,-1 0 1 0 0,1 0-1 0 0,-1 0 1 0 0,1 0-1 0 0,-1 0 0 0 0,0 0 1 0 0,1 0-1 0 0,-1 0 1 0 0,0 0-1 0 0,0 0 0 0 0,0 0 1 0 0,0 2-1 0 0,-3 10-4350 0 0,-3-2-567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24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93 6913 0 0,'0'0'148'0'0,"-1"0"0"0"0,1-1 0 0 0,0 1 0 0 0,-1 0 0 0 0,1-1 0 0 0,0 1 0 0 0,0 0 0 0 0,0-1 0 0 0,-1 1 0 0 0,1 0 0 0 0,0-1 0 0 0,0 1 0 0 0,0-1 0 0 0,-1 1 0 0 0,1 0 0 0 0,0-1 0 0 0,0 1 0 0 0,0-1 0 0 0,0 1 0 0 0,0 0 0 0 0,0-1 0 0 0,0 1 0 0 0,0-1 0 0 0,0 1 0 0 0,0-1 0 0 0,0 1 0 0 0,0 0 0 0 0,1-1 0 0 0,-1 1 0 0 0,0-1 0 0 0,0 1 0 0 0,0 0 0 0 0,1-1 0 0 0,-1 1 0 0 0,0 0 0 0 0,0-1 0 0 0,0 1 0 0 0,1 0 0 0 0,-1-1 0 0 0,0 1 0 0 0,1 0 0 0 0,-1 0 0 0 0,0-1 0 0 0,1 1 0 0 0,16-15 1081 0 0,-8 10-958 0 0,0 0 1 0 0,0 0 0 0 0,0 1-1 0 0,18-5 1 0 0,40-8 354 0 0,-37 11-484 0 0,0 2 0 0 0,1 0 0 0 0,-1 2-1 0 0,1 2 1 0 0,0 0 0 0 0,-1 3 0 0 0,1 0-1 0 0,-1 2 1 0 0,38 10 0 0 0,-63-14-270 0 0,1 1 0 0 0,0 0-1 0 0,-1 0 1 0 0,0 0 0 0 0,1 1 0 0 0,-1 0 0 0 0,9 7-1 0 0,-10-6-1062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26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140 128 1376 0 0,'-3'-2'334'0'0,"1"0"1"0"0,-1-1-1 0 0,-1 1 0 0 0,1 0 0 0 0,0 1 0 0 0,0-1 1 0 0,-1 0-1 0 0,1 1 0 0 0,-6-2 0 0 0,-37-5 6915 0 0,36 7-6182 0 0,0-1 0 0 0,-19-5-1 0 0,29 7-1023 0 0,-1 0-1 0 0,1-1 1 0 0,0 1-1 0 0,-1 0 1 0 0,1 0 0 0 0,0 0-1 0 0,-1 0 1 0 0,1-1-1 0 0,0 1 1 0 0,-1 0-1 0 0,1 0 1 0 0,0 0-1 0 0,-1-1 1 0 0,1 1-1 0 0,0 0 1 0 0,0 0-1 0 0,0-1 1 0 0,-1 1 0 0 0,1 0-1 0 0,0-1 1 0 0,0 1-1 0 0,0 0 1 0 0,-1-1-1 0 0,1 1 1 0 0,0 0-1 0 0,0-1 1 0 0,0 1-1 0 0,0-1 1 0 0,0 1 0 0 0,0 0-1 0 0,0-1 1 0 0,0 1-1 0 0,0 0 1 0 0,0-1-1 0 0,0 1 1 0 0,0 0-1 0 0,0-1 1 0 0,0 1-1 0 0,0-1 1 0 0,1 1 0 0 0,-1 0-1 0 0,0-1 1 0 0,0 1-1 0 0,0 0 1 0 0,0-1-1 0 0,1 1 1 0 0,-1 0-1 0 0,0 0 1 0 0,0-1-1 0 0,1 1 1 0 0,-1 0 0 0 0,1-1-1 0 0,17-15 530 0 0,-15 14-531 0 0,8-5-6 0 0,1 0 1 0 0,0 0 0 0 0,1 1 0 0 0,-1 1 0 0 0,1 0 0 0 0,0 0 0 0 0,1 1 0 0 0,-1 1 0 0 0,1 1 0 0 0,-1-1 0 0 0,1 2 0 0 0,26 0 0 0 0,-12 2 24 0 0,-1 2 0 0 0,1 0-1 0 0,-1 2 1 0 0,0 1-1 0 0,38 13 1 0 0,-41-10-47 0 0,-1 1 0 0 0,-1 1 0 0 0,1 1 0 0 0,-2 1 0 0 0,0 1 0 0 0,0 1 0 0 0,-1 0 0 0 0,-1 2 0 0 0,-1 0 0 0 0,0 1 0 0 0,-2 1-1 0 0,0 0 1 0 0,18 30 0 0 0,-30-44 1 0 0,-1 1-1 0 0,0 0 0 0 0,-1 0 1 0 0,1 0-1 0 0,-1 0 0 0 0,0 1 1 0 0,-1-1-1 0 0,1 0 0 0 0,-1 1 1 0 0,-1-1-1 0 0,1 1 0 0 0,-1 0 1 0 0,0-1-1 0 0,-1 1 0 0 0,1-1 1 0 0,-1 1-1 0 0,0-1 0 0 0,-1 1 1 0 0,0-1-1 0 0,0 0 0 0 0,0 0 1 0 0,-1 0-1 0 0,0 0 0 0 0,0 0 1 0 0,0 0-1 0 0,-1-1 0 0 0,-8 10 1 0 0,-9 9 109 0 0,-2-1 0 0 0,-1-1 0 0 0,-1-1 0 0 0,-54 36 0 0 0,47-38-93 0 0,-2-1 1 0 0,0-1 0 0 0,-1-2-1 0 0,-65 18 1 0 0,94-31-25 0 0,-45 9 57 0 0,48-10-74 0 0,0-1 0 0 0,-1 0 0 0 0,1 0 0 0 0,-1 0 0 0 0,1 0 0 0 0,-1 0 0 0 0,1-1 0 0 0,0 1 0 0 0,-1-1-1 0 0,1 0 1 0 0,0 0 0 0 0,-4-2 0 0 0,6 3-18 0 0,1 0 0 0 0,-1-1 0 0 0,1 1 0 0 0,0 0 0 0 0,-1-1 0 0 0,1 1 0 0 0,-1-1 0 0 0,1 1 0 0 0,-1-1 0 0 0,1 1 0 0 0,0-1 0 0 0,0 1 0 0 0,-1-1-1 0 0,1 1 1 0 0,0-1 0 0 0,0 0 0 0 0,-1 1 0 0 0,1-1 0 0 0,0 1 0 0 0,0-1 0 0 0,0 0 0 0 0,0 1 0 0 0,0-1 0 0 0,0 0 0 0 0,0 1 0 0 0,0-1 0 0 0,0 1 0 0 0,0-1 0 0 0,0 0 0 0 0,1 1 0 0 0,-1-1-1 0 0,0 1 1 0 0,0-1 0 0 0,1 1 0 0 0,-1-2 0 0 0,15-20-2070 0 0,-13 20 1756 0 0,11-15-1178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26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68 6449 0 0,'5'-6'381'0'0,"-2"4"-265"0"0,-1 0 0 0 0,0 0-1 0 0,0-1 1 0 0,0 1-1 0 0,0 0 1 0 0,0-1-1 0 0,-1 1 1 0 0,1-1 0 0 0,-1 0-1 0 0,2-3 1 0 0,-4 6 111 0 0,1-1 0 0 0,0 0 0 0 0,-1 0 0 0 0,1 0 0 0 0,0 1 0 0 0,-1-1 0 0 0,1 0 0 0 0,-1 0 0 0 0,1 1 0 0 0,-1-1 0 0 0,0 0 0 0 0,1 1 0 0 0,-1-1 0 0 0,0 1 0 0 0,1-1 1 0 0,-1 1-1 0 0,-1-2 0 0 0,-14-6 954 0 0,7 6-891 0 0,1-1 1 0 0,-1 1-1 0 0,0 1 1 0 0,0 0-1 0 0,0 0 1 0 0,0 1 0 0 0,0 0-1 0 0,1 0 1 0 0,-1 1-1 0 0,-13 2 1 0 0,9 0-118 0 0,0 0 0 0 0,0 1-1 0 0,1 1 1 0 0,-1 0 0 0 0,1 0 0 0 0,-16 11 0 0 0,16-8-158 0 0,1 1 1 0 0,0 0-1 0 0,0 1 0 0 0,1 0 1 0 0,1 1-1 0 0,-1 0 1 0 0,2 0-1 0 0,0 1 0 0 0,0 0 1 0 0,1 0-1 0 0,0 1 1 0 0,1 0-1 0 0,1 1 0 0 0,0-1 1 0 0,1 1-1 0 0,0 0 0 0 0,1 0 1 0 0,0 0-1 0 0,2 0 1 0 0,-1 0-1 0 0,2 1 0 0 0,0-1 1 0 0,2 19-1 0 0,-1-27-5 0 0,0 0 1 0 0,1 0-1 0 0,0 0 0 0 0,0-1 0 0 0,0 1 1 0 0,0-1-1 0 0,1 1 0 0 0,0-1 0 0 0,0 0 1 0 0,0 1-1 0 0,1-2 0 0 0,0 1 0 0 0,0 0 1 0 0,0-1-1 0 0,0 0 0 0 0,1 0 0 0 0,-1 0 1 0 0,1 0-1 0 0,0-1 0 0 0,0 0 0 0 0,1 0 1 0 0,-1 0-1 0 0,1-1 0 0 0,5 3 0 0 0,54 19 99 0 0,-27-9-34 0 0,0-1-1 0 0,2-2 1 0 0,51 9-1 0 0,-57-16-90 0 0,1-2 1 0 0,55-1-1 0 0,-89-2-100 0 0,1 0-100 0 0,0 0-1 0 0,-1 0 1 0 0,1 0-1 0 0,0 0 1 0 0,-1-1-1 0 0,1 1 1 0 0,0-1-1 0 0,-1 1 1 0 0,1-1-1 0 0,-1 1 1 0 0,1-1-1 0 0,0 0 1 0 0,0-1-1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27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121 135 1376 0 0,'-4'-2'326'0'0,"-14"-5"3135"0"0,-31-17 1 0 0,45 22-3017 0 0,0-1 0 0 0,0 1 0 0 0,0-1 0 0 0,1 0 0 0 0,-1 0 0 0 0,1-1-1 0 0,-1 1 1 0 0,1 0 0 0 0,0-1 0 0 0,0 0 0 0 0,1 0 0 0 0,-1 0 0 0 0,-1-5 0 0 0,4 9-372 0 0,-1-1 1 0 0,1 0-1 0 0,0 1 0 0 0,0-1 1 0 0,0 0-1 0 0,0 1 1 0 0,-1-1-1 0 0,1 0 0 0 0,0 1 1 0 0,0-1-1 0 0,0 0 1 0 0,1 1-1 0 0,-1-1 0 0 0,0 0 1 0 0,0 1-1 0 0,0-1 1 0 0,0 0-1 0 0,1 1 0 0 0,-1-1 1 0 0,0 0-1 0 0,1 1 0 0 0,-1-1 1 0 0,1 0-1 0 0,0-1 8 0 0,0 1 0 0 0,1 0-1 0 0,-1 0 1 0 0,0 0 0 0 0,1 0-1 0 0,-1 1 1 0 0,1-1-1 0 0,-1 0 1 0 0,1 1 0 0 0,1-1-1 0 0,6-2 57 0 0,0 1 0 0 0,0 1-1 0 0,9-1 1 0 0,-11 1-11 0 0,32-2 107 0 0,60 4 1 0 0,11-1 32 0 0,-45-6-131 0 0,37-2 66 0 0,-100 8-228 0 0,0 0 0 0 0,1 1 0 0 0,-1-1 0 0 0,0 1 0 0 0,0-1 0 0 0,0 1 1 0 0,1-1-1 0 0,-1 1 0 0 0,0 0 0 0 0,0 0 0 0 0,0 0 0 0 0,0 1 0 0 0,0-1 0 0 0,3 3 0 0 0,-5-4 13 0 0,1 1 1 0 0,-1 0-1 0 0,1-1 0 0 0,-1 1 1 0 0,1 0-1 0 0,-1-1 0 0 0,0 1 1 0 0,1 0-1 0 0,-1 0 0 0 0,0 0 1 0 0,1-1-1 0 0,-1 1 0 0 0,0 0 1 0 0,0 0-1 0 0,0 0 0 0 0,0-1 1 0 0,0 1-1 0 0,0 0 0 0 0,0 0 0 0 0,0 0 1 0 0,0 0-1 0 0,0-1 0 0 0,0 1 1 0 0,-1 0-1 0 0,1 0 0 0 0,0-1 1 0 0,0 1-1 0 0,-1 0 0 0 0,1 0 1 0 0,-1-1-1 0 0,1 1 0 0 0,-1 0 1 0 0,1-1-1 0 0,-1 1 0 0 0,1 0 1 0 0,-1-1-1 0 0,1 1 0 0 0,-1-1 1 0 0,0 1-1 0 0,1-1 0 0 0,-1 1 1 0 0,-1 0-1 0 0,-11 8-2058 0 0,1 0 0 0 0,-1 0-1 0 0,-26 11 1 0 0,33-17 1218 0 0,0-1 0 0 0,0 0 0 0 0,-1 0 0 0 0,1-1-1 0 0,0 0 1 0 0,-9 1 0 0 0,10-2 692 0 0,1 0-1 0 0,0 0 0 0 0,0-1 1 0 0,-1 0-1 0 0,1 1 1 0 0,-5-3-1 0 0,4 1 276 0 0,1 1-1 0 0,0-1 1 0 0,0-1 0 0 0,0 1 0 0 0,1-1-1 0 0,-1 1 1 0 0,1-1 0 0 0,-1 0 0 0 0,-3-4-1 0 0,5 5 792 0 0,0-1 0 0 0,0 0 0 0 0,0 0 0 0 0,0 0 0 0 0,0 0 0 0 0,1 0 0 0 0,-3-4 0 0 0,4 7-821 0 0,0 0 1 0 0,0 0-1 0 0,0 0 0 0 0,0-1 1 0 0,-1 1-1 0 0,1 0 0 0 0,0 0 1 0 0,0 0-1 0 0,0 0 0 0 0,-1 0 0 0 0,1 0 1 0 0,0 0-1 0 0,0 0 0 0 0,0 1 1 0 0,-1-1-1 0 0,1 0 0 0 0,0 0 1 0 0,0 0-1 0 0,0 0 0 0 0,0 0 0 0 0,-1 0 1 0 0,1 0-1 0 0,0 0 0 0 0,0 0 1 0 0,0 1-1 0 0,0-1 0 0 0,0 0 1 0 0,-1 0-1 0 0,1 0 0 0 0,0 0 1 0 0,0 0-1 0 0,0 1 0 0 0,0-1 0 0 0,0 0 1 0 0,0 0-1 0 0,0 0 0 0 0,0 0 1 0 0,-1 1-1 0 0,1-1 0 0 0,0 0 1 0 0,0 0-1 0 0,0 0 0 0 0,0 1 1 0 0,0-1-1 0 0,-6 12 990 0 0,0 4-508 0 0,1 1-1 0 0,1-1 0 0 0,-5 31 0 0 0,5-21-348 0 0,1-7-144 0 0,0 1-1 0 0,2 0 1 0 0,0 0 0 0 0,1 0-1 0 0,1 0 1 0 0,4 21 0 0 0,-1-21-2702 0 0,9 28 0 0 0,-1-13-3270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28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100 133 3225 0 0,'-3'-4'737'0'0,"1"0"0"0"0,0 0 0 0 0,0-1 0 0 0,0 1 0 0 0,1 0 0 0 0,-1-1 0 0 0,1 0 0 0 0,-1-8 0 0 0,-3-8-114 0 0,4 17-344 0 0,0 0 0 0 0,-1 0-1 0 0,0 1 1 0 0,0-1 0 0 0,0 1 0 0 0,0-1 0 0 0,0 1 0 0 0,-1 0-1 0 0,0 0 1 0 0,1 0 0 0 0,-5-3 0 0 0,7 5-236 0 0,-1 1 0 0 0,1 0 0 0 0,-1 0-1 0 0,1 0 1 0 0,0-1 0 0 0,-1 1 0 0 0,1 0 0 0 0,-1 0 0 0 0,1 0 0 0 0,-1 0 0 0 0,1 0-1 0 0,0 0 1 0 0,-1 0 0 0 0,1 0 0 0 0,-1 0 0 0 0,1 0 0 0 0,-1 0 0 0 0,1 0-1 0 0,0 0 1 0 0,-1 0 0 0 0,1 0 0 0 0,-1 0 0 0 0,1 1 0 0 0,0-1 0 0 0,-1 0 0 0 0,1 0-1 0 0,-1 1 1 0 0,1-1 0 0 0,0 0 0 0 0,-1 0 0 0 0,1 1 0 0 0,0-1 0 0 0,-1 0-1 0 0,1 1 1 0 0,0-1 0 0 0,0 0 0 0 0,-1 1 0 0 0,1-1 0 0 0,0 0 0 0 0,0 1 0 0 0,0-1-1 0 0,0 1 1 0 0,-1-1 0 0 0,1 1 0 0 0,0-1 0 0 0,0 1 0 0 0,-6 21 571 0 0,3 8-286 0 0,-1 36 1 0 0,3-16-176 0 0,-15 191 289 0 0,14-213-368 0 0,2 50 0 0 0,1-69-61 0 0,0 0 0 0 0,0 0 0 0 0,1 0 0 0 0,1 0 0 0 0,-1-1 0 0 0,2 1 0 0 0,-1-1-1 0 0,1 0 1 0 0,8 13 0 0 0,-11-19-11 0 0,0 0 0 0 0,1 0-1 0 0,-1 0 1 0 0,1 0 0 0 0,-1-1 0 0 0,1 1-1 0 0,0-1 1 0 0,0 1 0 0 0,0-1-1 0 0,0 0 1 0 0,0 1 0 0 0,0-1 0 0 0,0 0-1 0 0,0 0 1 0 0,1-1 0 0 0,-1 1 0 0 0,0 0-1 0 0,1-1 1 0 0,-1 1 0 0 0,0-1 0 0 0,1 0-1 0 0,-1 0 1 0 0,0 0 0 0 0,1 0-1 0 0,-1 0 1 0 0,0 0 0 0 0,1-1 0 0 0,-1 1-1 0 0,0-1 1 0 0,1 1 0 0 0,3-3 0 0 0,1 0 28 0 0,1-1 0 0 0,-1 0 1 0 0,0 0-1 0 0,0-1 1 0 0,-1 0-1 0 0,0 0 0 0 0,11-11 1 0 0,-6 5-17 0 0,-1-1-1 0 0,-1 0 1 0 0,0-1-1 0 0,0 0 1 0 0,-1 0 0 0 0,-1-1-1 0 0,0 0 1 0 0,-1 0-1 0 0,4-16 1 0 0,-3 7-23 0 0,-2-1 0 0 0,0 1 0 0 0,-2-1 0 0 0,0 0 0 0 0,-2-1 1 0 0,-1 1-1 0 0,0 0 0 0 0,-6-28 0 0 0,6 50 8 0 0,-1-16-40 0 0,1 17 40 0 0,0 1 0 0 0,0 0 0 0 0,-1-1 0 0 0,1 1-1 0 0,0 0 1 0 0,0-1 0 0 0,0 1 0 0 0,0 0 0 0 0,0-1 0 0 0,0 1 0 0 0,0 0 0 0 0,1 0 0 0 0,-1-1 0 0 0,0 1 0 0 0,0 0 0 0 0,0-1 0 0 0,0 1 0 0 0,0 0 0 0 0,0-1 0 0 0,0 1 0 0 0,1 0 0 0 0,-1 0 0 0 0,0-1 0 0 0,0 1 0 0 0,0 0 0 0 0,1 0 0 0 0,-1 0 0 0 0,0-1 0 0 0,0 1 0 0 0,1 0 0 0 0,-1 0 0 0 0,0 0 0 0 0,1 0 0 0 0,-1-1 0 0 0,0 1 0 0 0,0 0 0 0 0,1 0 0 0 0,-1 0-1 0 0,0 0 1 0 0,1 0 0 0 0,-1 0 0 0 0,0 0 0 0 0,1 0 0 0 0,-1 0 0 0 0,0 0 0 0 0,1 0 0 0 0,1 2-17 0 0,-1 0 0 0 0,1 0 0 0 0,-1 0 1 0 0,0 0-1 0 0,0 0 0 0 0,0 0 0 0 0,0 0 0 0 0,0 1 0 0 0,0-1 0 0 0,1 4 0 0 0,0-1 5 0 0,39 118-134 0 0,-1-2 19 0 0,-32-100 128 0 0,1 0 0 0 0,15 26 0 0 0,-20-41 0 0 0,-1 0 0 0 0,2-1 0 0 0,-1 1 0 0 0,0-1 0 0 0,1 0 0 0 0,0 0 0 0 0,0 0 0 0 0,1-1 0 0 0,-1 0 0 0 0,1 0 0 0 0,12 6 0 0 0,-15-8 6 0 0,0-2 1 0 0,0 1-1 0 0,0 0 0 0 0,0-1 1 0 0,0 1-1 0 0,0-1 1 0 0,0 0-1 0 0,0 0 0 0 0,0 0 1 0 0,0 0-1 0 0,0-1 1 0 0,1 1-1 0 0,-1-1 0 0 0,0 0 1 0 0,0 0-1 0 0,-1 0 1 0 0,1 0-1 0 0,0 0 0 0 0,0-1 1 0 0,0 1-1 0 0,4-4 1 0 0,4-4 38 0 0,-1 1 0 0 0,0-1 1 0 0,14-17-1 0 0,-22 24-42 0 0,10-14 51 0 0,0-1 1 0 0,0 0-1 0 0,-2-1 0 0 0,-1 0 0 0 0,14-37 1 0 0,-11 25-31 0 0,-2 0 0 0 0,-1-1 0 0 0,-1 0 0 0 0,-2-1 0 0 0,-1 0 0 0 0,-2 0 0 0 0,0 0 0 0 0,-3 0 0 0 0,-6-61 0 0 0,5 87-194 0 0,1-1 0 0 0,0 1 0 0 0,0 0 0 0 0,1-11 0 0 0,1 13-4155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28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17 9794 0 0,'-1'-13'1955'0'0,"1"10"448"0"0,0 11 958 0 0,1 126-2446 0 0,-1-126-872 0 0,0 5 60 0 0,1 0-1 0 0,0-1 1 0 0,1 1-1 0 0,0-1 1 0 0,7 22 0 0 0,-9-33-99 0 0,0-1 0 0 0,0 1 0 0 0,0-1 0 0 0,1 0 0 0 0,-1 1 0 0 0,0-1 0 0 0,1 1 0 0 0,-1-1 0 0 0,0 0 0 0 0,1 1 0 0 0,-1-1 0 0 0,0 0 0 0 0,1 1 0 0 0,-1-1 0 0 0,1 0 1 0 0,-1 1-1 0 0,0-1 0 0 0,1 0 0 0 0,-1 0 0 0 0,1 0 0 0 0,-1 1 0 0 0,1-1 0 0 0,-1 0 0 0 0,1 0 0 0 0,-1 0 0 0 0,1 0 0 0 0,-1 0 0 0 0,1 0 0 0 0,-1 0 0 0 0,1 0 0 0 0,-1 0 0 0 0,1 0 0 0 0,-1 0 0 0 0,1 0 0 0 0,-1-1 0 0 0,1 1 0 0 0,-1 0 1 0 0,1 0-1 0 0,-1 0 0 0 0,1-1 0 0 0,-1 1 0 0 0,1 0 0 0 0,-1-1 0 0 0,3-1-231 0 0,-1 1 1 0 0,1-1-1 0 0,-1 0 0 0 0,0 0 1 0 0,0 0-1 0 0,2-2 0 0 0,3-6-6113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28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38 7658 0 0,'-29'-15'1219'0'0,"24"13"26"0"0,0-1 0 0 0,1-1-1 0 0,-8-6 1 0 0,12 10-1195 0 0,0 0-1 0 0,0 0 0 0 0,0-1 1 0 0,0 1-1 0 0,0 0 1 0 0,1 0-1 0 0,-1 0 0 0 0,0-1 1 0 0,0 1-1 0 0,0 0 1 0 0,0 0-1 0 0,0 0 0 0 0,1 0 1 0 0,-1 0-1 0 0,0-1 1 0 0,0 1-1 0 0,0 0 0 0 0,1 0 1 0 0,-1 0-1 0 0,0 0 0 0 0,0 0 1 0 0,0 0-1 0 0,1 0 1 0 0,-1 0-1 0 0,0 0 0 0 0,0 0 1 0 0,1 0-1 0 0,-1 0 1 0 0,0 0-1 0 0,0 0 0 0 0,0 0 1 0 0,1 0-1 0 0,-1 0 1 0 0,0 0-1 0 0,0 0 0 0 0,1 0 1 0 0,-1 0-1 0 0,0 0 1 0 0,11 0 297 0 0,15 1 196 0 0,43 8-1 0 0,-43-5-344 0 0,45 2 1 0 0,-44-7-13 0 0,32-6 0 0 0,-18 2-62 0 0,-34 4-92 0 0,-1 1 1 0 0,0 0-1 0 0,1 0 1 0 0,-1 1-1 0 0,8 1 1 0 0,-12-1-70 0 0,1-1 0 0 0,0 1 0 0 0,-1 0 1 0 0,1 0-1 0 0,-1 0 0 0 0,1 0 0 0 0,-1 0 0 0 0,1 1 0 0 0,-1-1 1 0 0,0 1-1 0 0,0 0 0 0 0,0-1 0 0 0,0 1 0 0 0,2 2 0 0 0,-4-2-183 0 0,0-1 0 0 0,0 0 0 0 0,-1 1 0 0 0,1-1 0 0 0,-1 1 0 0 0,1-1 0 0 0,-1 0 0 0 0,1 1 0 0 0,-1-1 0 0 0,0 0 0 0 0,1 0 0 0 0,-1 0 0 0 0,0 1-1 0 0,0-1 1 0 0,-2 2 0 0 0,3-3-102 0 0,-8 8-1502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29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12 1376 0 0,'0'0'107'0'0,"-11"-9"6649"0"0,2 6-3502 0 0,8 3-3190 0 0,1 0 0 0 0,-1 0-1 0 0,1 1 1 0 0,-1-1 0 0 0,1 0 0 0 0,-1 0-1 0 0,1 1 1 0 0,-1-1 0 0 0,1 0 0 0 0,-1 0-1 0 0,1 1 1 0 0,-1-1 0 0 0,1 0 0 0 0,-1 1-1 0 0,1-1 1 0 0,0 1 0 0 0,-1-1-1 0 0,1 1 1 0 0,0-1 0 0 0,-1 1 0 0 0,1-1-1 0 0,0 1 1 0 0,0-1 0 0 0,-1 1 0 0 0,1-1-1 0 0,0 1 1 0 0,0-1 0 0 0,0 1 0 0 0,0-1-1 0 0,0 1 1 0 0,0 0 0 0 0,0-1 0 0 0,0 1-1 0 0,-2 25 291 0 0,2-1 0 0 0,0 0-1 0 0,7 39 1 0 0,-5-49-311 0 0,2 0 0 0 0,-1 0-1 0 0,2 0 1 0 0,9 21 0 0 0,0-4-33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29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92 164 6769 0 0,'-7'-3'591'0'0,"0"0"0"0"0,0-1-1 0 0,0 0 1 0 0,0 0-1 0 0,1-1 1 0 0,0 0 0 0 0,0 0-1 0 0,-10-11 1 0 0,13 13-360 0 0,1 0 0 0 0,0 0-1 0 0,0 1 1 0 0,0-1 0 0 0,0 0 0 0 0,1 0 0 0 0,-1-1 0 0 0,1 1 0 0 0,0 0-1 0 0,-1-1 1 0 0,2 1 0 0 0,-1 0 0 0 0,0-1 0 0 0,1 1 0 0 0,-1-1 0 0 0,1 1-1 0 0,0-1 1 0 0,0 1 0 0 0,1-1 0 0 0,-1 1 0 0 0,2-7 0 0 0,0 7-182 0 0,-1 1 0 0 0,0 0-1 0 0,0 0 1 0 0,1 0 0 0 0,-1 1 0 0 0,1-1 0 0 0,0 0 0 0 0,-1 1 0 0 0,1-1 0 0 0,0 1 0 0 0,0-1 0 0 0,0 1 0 0 0,0 0 0 0 0,0 0 0 0 0,0 0 0 0 0,1 0-1 0 0,-1 0 1 0 0,0 0 0 0 0,0 0 0 0 0,1 1 0 0 0,2-1 0 0 0,6-1-1 0 0,0 0 0 0 0,1 1 0 0 0,11 1 0 0 0,-16 0-37 0 0,23 0 111 0 0,52 6 0 0 0,-74-5-100 0 0,0 1 0 0 0,-1-1 0 0 0,1 1 0 0 0,-1 1 0 0 0,1-1 0 0 0,-1 1 0 0 0,0 1 0 0 0,0-1-1 0 0,0 1 1 0 0,-1 1 0 0 0,1-1 0 0 0,6 7 0 0 0,-10-8-14 0 0,-1 0 1 0 0,1 0-1 0 0,0 1 0 0 0,-1-1 1 0 0,0 1-1 0 0,0 0 1 0 0,0 0-1 0 0,0 0 0 0 0,-1 0 1 0 0,1 0-1 0 0,-1 0 0 0 0,1 5 1 0 0,-1-1 5 0 0,-1-1 0 0 0,1 1 1 0 0,-1-1-1 0 0,-1 1 0 0 0,1-1 1 0 0,-3 11-1 0 0,-2 1 35 0 0,-1 1-1 0 0,-1-2 1 0 0,0 1 0 0 0,-13 22-1 0 0,13-27 15 0 0,-4 8-7 0 0,0-1-1 0 0,-2 0 0 0 0,0-1 1 0 0,-27 33-1 0 0,32-46-53 0 0,-1 1 0 0 0,1-2 0 0 0,-11 8 0 0 0,15-12-55 0 0,1 0 0 0 0,0 0 1 0 0,-1-1-1 0 0,1 1 1 0 0,-1-1-1 0 0,0 1 0 0 0,1-1 1 0 0,-1 0-1 0 0,0 0 0 0 0,0-1 1 0 0,-7 1-1 0 0,10-1-122 0 0,-1-1-1 0 0,1 1 0 0 0,0-1 1 0 0,-1 1-1 0 0,1-1 1 0 0,0 1-1 0 0,-1-1 0 0 0,1 0 1 0 0,0 0-1 0 0,0 1 1 0 0,0-1-1 0 0,0 0 1 0 0,0 0-1 0 0,0 0 0 0 0,0 0 1 0 0,0 0-1 0 0,0-1 1 0 0,1 1-1 0 0,-1 0 0 0 0,0 0 1 0 0,1-1-1 0 0,-1 1 1 0 0,0-2-1 0 0,-1-5-1084 0 0,-1 1-1 0 0,-1-16 0 0 0,3 17 715 0 0,-2-15-1234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29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76 2304 0 0,'0'-44'430'0'0,"-3"36"5427"0"0,-13-15-2073 0 0,16 23-3738 0 0,0 0 0 0 0,-1 0 0 0 0,1 0 0 0 0,0 0 0 0 0,0 0 1 0 0,-1 0-1 0 0,1 0 0 0 0,0 0 0 0 0,-1 0 0 0 0,1 0 0 0 0,0 0 0 0 0,0 0 1 0 0,-1 0-1 0 0,1 0 0 0 0,0 0 0 0 0,0 0 0 0 0,-1 1 0 0 0,1-1 1 0 0,0 0-1 0 0,0 0 0 0 0,-1 0 0 0 0,1 1 0 0 0,0-1 0 0 0,0 0 0 0 0,0 0 1 0 0,-1 0-1 0 0,1 1 0 0 0,0-1 0 0 0,0 0 0 0 0,0 0 0 0 0,0 1 1 0 0,0-1-1 0 0,0 0 0 0 0,-1 1 0 0 0,1-1 0 0 0,0 0 0 0 0,0 0 0 0 0,0 1 1 0 0,0-1-1 0 0,0 0 0 0 0,0 1 0 0 0,0-1 0 0 0,-3 15 746 0 0,1 12 14 0 0,4 38 1 0 0,-1-15-290 0 0,-18 328 1626 0 0,17-365-2126 0 0,0 0 0 0 0,0 0 0 0 0,1 0-1 0 0,5 21 1 0 0,-4-17-1258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30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10138 0 0,'3'1'503'0'0,"0"-1"1"0"0,0 1-1 0 0,0 0 0 0 0,0 0 0 0 0,0 0 1 0 0,0 0-1 0 0,0 0 0 0 0,0 1 0 0 0,3 1 1 0 0,27 19 330 0 0,-22-14-624 0 0,8 5 8 0 0,116 76 869 0 0,-102-69-637 0 0,1-2 0 0 0,44 16 1 0 0,76 19 474 0 0,-126-40-2530 0 0,-26-12 650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32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69 168 1376 0 0,'-1'-2'571'0'0,"1"0"1"0"0,-1 0-1 0 0,1 0 0 0 0,-1 0 0 0 0,0 0 0 0 0,1 0 1 0 0,-1 0-1 0 0,0 0 0 0 0,0 0 0 0 0,0 0 0 0 0,-1 0 1 0 0,1 1-1 0 0,-2-3 0 0 0,1 2-238 0 0,0 0 0 0 0,1 1 0 0 0,-1-1 1 0 0,0 0-1 0 0,0 1 0 0 0,0 0 0 0 0,0-1 0 0 0,0 1 0 0 0,0 0 1 0 0,0 0-1 0 0,-4-1 0 0 0,5 2-262 0 0,1 0 0 0 0,-1 0 0 0 0,0 1 0 0 0,1-1 0 0 0,-1 0 1 0 0,0 0-1 0 0,1 1 0 0 0,-1-1 0 0 0,0 1 0 0 0,1-1 0 0 0,-1 0 0 0 0,1 1 0 0 0,-1-1 0 0 0,1 1 1 0 0,-1-1-1 0 0,1 1 0 0 0,-1 0 0 0 0,1-1 0 0 0,0 1 0 0 0,-1-1 0 0 0,1 1 0 0 0,0 0 0 0 0,-1-1 1 0 0,1 1-1 0 0,0 1 0 0 0,-7 20 456 0 0,4-5-388 0 0,0 0 0 0 0,2 0 0 0 0,1 22 0 0 0,6 53 109 0 0,-6-84-221 0 0,1-5-18 0 0,19 149 254 0 0,-17-136-236 0 0,1-1 1 0 0,1 0 0 0 0,0 0-1 0 0,1-1 1 0 0,0 1-1 0 0,1-1 1 0 0,17 23-1 0 0,-23-35-21 0 0,1 0-1 0 0,-1 0 0 0 0,1 0 0 0 0,0 0 1 0 0,0 0-1 0 0,0 0 0 0 0,0 0 0 0 0,1-1 0 0 0,-1 1 1 0 0,0-1-1 0 0,1 1 0 0 0,-1-1 0 0 0,1 0 1 0 0,-1 0-1 0 0,1 0 0 0 0,0 0 0 0 0,-1-1 1 0 0,1 1-1 0 0,0-1 0 0 0,4 1 0 0 0,-5-1 7 0 0,1-1 0 0 0,0 1 0 0 0,0-1 0 0 0,-1 0 0 0 0,1 0 0 0 0,-1 0 0 0 0,1 0 0 0 0,0 0-1 0 0,-1-1 1 0 0,0 1 0 0 0,1-1 0 0 0,-1 1 0 0 0,0-1 0 0 0,0 0 0 0 0,0 0 0 0 0,0 0 0 0 0,0 0 0 0 0,0 0-1 0 0,2-5 1 0 0,4-6 26 0 0,-1 0-1 0 0,-1 0 0 0 0,0-1 0 0 0,0 0 0 0 0,-2 0 1 0 0,0 0-1 0 0,4-23 0 0 0,-4 11 27 0 0,-2 0 0 0 0,-1 0 0 0 0,-2-38 0 0 0,-2 41-64 0 0,-1 0 0 0 0,-12-37 0 0 0,9 36 0 0 0,1 0 0 0 0,-2-25 0 0 0,8 48-2 0 0,-1 0 1 0 0,1 0-1 0 0,0-1 1 0 0,0 1-1 0 0,0 0 1 0 0,1 0-1 0 0,-1 0 1 0 0,0 0-1 0 0,0 0 1 0 0,1 0-1 0 0,0-2 1 0 0,-1 3-1 0 0,0-1 0 0 0,0 1 1 0 0,0 0-1 0 0,1-1 0 0 0,-1 1 1 0 0,0 0-1 0 0,0 0 0 0 0,1-1 1 0 0,-1 1-1 0 0,0 0 0 0 0,1 0 1 0 0,-1 0-1 0 0,0-1 0 0 0,0 1 1 0 0,1 0-1 0 0,-1 0 0 0 0,0 0 1 0 0,1 0-1 0 0,-1 0 0 0 0,0 0 1 0 0,1 0-1 0 0,-1 0 0 0 0,0 0 1 0 0,2 0-1 0 0,-1 0-3 0 0,0 0 1 0 0,0 1 0 0 0,1-1-1 0 0,-1 1 1 0 0,0-1-1 0 0,0 1 1 0 0,0 0-1 0 0,1 0 1 0 0,-1-1 0 0 0,0 1-1 0 0,0 0 1 0 0,0 0-1 0 0,0 0 1 0 0,0 0-1 0 0,-1 0 1 0 0,1 0 0 0 0,0 1-1 0 0,0 0 1 0 0,14 26-40 0 0,-2-1 0 0 0,-2 2 0 0 0,10 32 0 0 0,-13-34 28 0 0,2 0 0 0 0,1 0 0 0 0,0-1 0 0 0,17 25 0 0 0,-23-43 15 0 0,0-1 0 0 0,0 0 1 0 0,1 0-1 0 0,0 0 1 0 0,0-1-1 0 0,1 0 0 0 0,0 0 1 0 0,9 6-1 0 0,-12-10 5 0 0,0 0-1 0 0,-1 0 1 0 0,1-1-1 0 0,0 1 1 0 0,0-1 0 0 0,1 0-1 0 0,-1 0 1 0 0,0 0 0 0 0,0-1-1 0 0,1 1 1 0 0,-1-1-1 0 0,0 0 1 0 0,0 0 0 0 0,1-1-1 0 0,-1 1 1 0 0,0-1 0 0 0,0 0-1 0 0,0 0 1 0 0,6-2-1 0 0,-6 1 8 0 0,1 0 0 0 0,0 0 0 0 0,-1-1 0 0 0,1 1 0 0 0,-1-1-1 0 0,0 0 1 0 0,0-1 0 0 0,0 1 0 0 0,0-1 0 0 0,0 1-1 0 0,-1-1 1 0 0,4-5 0 0 0,-3 2 21 0 0,0 0 0 0 0,0 0-1 0 0,0-1 1 0 0,-1 1 0 0 0,0-1 0 0 0,3-15-1 0 0,-2 2 13 0 0,-1 0 0 0 0,-1 0 0 0 0,-1 1-1 0 0,-1-1 1 0 0,-3-24 0 0 0,-5-25-10 0 0,2 30-2 0 0,3 0 1 0 0,2-73 0 0 0,3 103-414 0 0,-2 10 351 0 0,1 0-1 0 0,-1-1 1 0 0,0 1-1 0 0,0 0 1 0 0,0 0-1 0 0,0 0 1 0 0,0 0-1 0 0,0 0 1 0 0,0 0-1 0 0,0 0 1 0 0,1 0-1 0 0,-1 0 1 0 0,0-1-1 0 0,0 1 1 0 0,0 0-1 0 0,0 0 1 0 0,0 0-1 0 0,1 0 1 0 0,-1 0-1 0 0,0 0 1 0 0,0 0-1 0 0,0 0 1 0 0,0 0-1 0 0,0 0 1 0 0,1 0-1 0 0,-1 0 1 0 0,0 0-1 0 0,0 0 1 0 0,0 0-1 0 0,0 0 0 0 0,0 0 1 0 0,1 0-1 0 0,-1 0 1 0 0,0 1-1 0 0,0-1 1 0 0,1 0-284 0 0,0 1-1 0 0,0 0 1 0 0,-1 0-1 0 0,1 0 1 0 0,0 0-1 0 0,0 0 1 0 0,-1 0 0 0 0,1 0-1 0 0,-1 0 1 0 0,1 0-1 0 0,-1 1 1 0 0,1 1-1 0 0,3 10-5200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32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26 6913 0 0,'-6'-9'787'0'0,"-4"-4"5965"0"0,12 9-4266 0 0,8 5-2443 0 0,4 3 91 0 0,0 0 0 0 0,-1 1-1 0 0,0 0 1 0 0,23 13 0 0 0,-28-13-104 0 0,-1 0 0 0 0,1 1 0 0 0,-1-1 1 0 0,0 2-1 0 0,-1-1 0 0 0,1 1 0 0 0,-1-1 0 0 0,8 14 0 0 0,-13-18-24 0 0,0-1-1 0 0,0 1 1 0 0,0 0 0 0 0,-1-1-1 0 0,1 1 1 0 0,0 0-1 0 0,-1 0 1 0 0,1 0 0 0 0,-1 0-1 0 0,0-1 1 0 0,0 1-1 0 0,1 0 1 0 0,-1 0 0 0 0,-1 0-1 0 0,1 0 1 0 0,0 0 0 0 0,0 0-1 0 0,-1 0 1 0 0,1-1-1 0 0,-1 1 1 0 0,1 0 0 0 0,-1 0-1 0 0,0-1 1 0 0,0 1-1 0 0,0 0 1 0 0,0-1 0 0 0,0 1-1 0 0,0-1 1 0 0,-2 3-1 0 0,-3 2 37 0 0,0 1-1 0 0,-1-1 0 0 0,0 0 0 0 0,-14 8 0 0 0,14-9-9 0 0,-1-1-13 0 0,1 0 1 0 0,-1-1-1 0 0,0 0 1 0 0,0 0-1 0 0,-1-1 1 0 0,1 0-1 0 0,-1 0 1 0 0,-8 0-1 0 0,8-1 13 0 0,0 1-1 0 0,1 0 0 0 0,-1 0 1 0 0,1 0-1 0 0,-1 1 1 0 0,1 0-1 0 0,-14 8 0 0 0,15-5 240 0 0,9-3 34 0 0,13-2 47 0 0,-13-1-355 0 0,125-8 581 0 0,-114 7-560 0 0,0 2-1 0 0,0 0 0 0 0,0 0 0 0 0,0 1 0 0 0,0 1 1 0 0,0 0-1 0 0,0 0 0 0 0,-1 2 0 0 0,18 7 0 0 0,6 8-14 0 0,-25-13-55 0 0,1 0 0 0 0,25 10 0 0 0,-17-13-1840 0 0,-12-4 745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33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354 138 2304 0 0,'-20'-40'11200'0'0,"16"28"-10502"0"0,-1 1 0 0 0,-1 0 0 0 0,0 0-1 0 0,-11-13 1 0 0,15 21-661 0 0,0 1 0 0 0,0 0 0 0 0,0-1 0 0 0,0 1 0 0 0,-1 0 0 0 0,1 0 0 0 0,-1 1 0 0 0,0-1 0 0 0,1 0 1 0 0,-1 1-1 0 0,0 0 0 0 0,0 0 0 0 0,0 0 0 0 0,0 0 0 0 0,0 0 0 0 0,0 0 0 0 0,0 1 0 0 0,0-1 0 0 0,0 1 0 0 0,-1 0 0 0 0,1 0 0 0 0,-3 1 0 0 0,-4 0 40 0 0,1 1 0 0 0,-1 0 1 0 0,1 1-1 0 0,0 0 0 0 0,0 0 0 0 0,0 1 0 0 0,0 1 0 0 0,0-1 0 0 0,1 1 1 0 0,-10 8-1 0 0,8-5-49 0 0,0 0 1 0 0,0 2 0 0 0,1-1-1 0 0,0 1 1 0 0,1 0 0 0 0,0 1-1 0 0,-8 15 1 0 0,9-14-22 0 0,1 0 0 0 0,1 0 1 0 0,0 0-1 0 0,1 1 0 0 0,0 0 0 0 0,1 0 1 0 0,-2 16-1 0 0,4-19 26 0 0,0 0 1 0 0,1 0-1 0 0,0 0 1 0 0,1-1-1 0 0,0 1 1 0 0,1 0 0 0 0,0 0-1 0 0,0-1 1 0 0,8 19-1 0 0,-6-19 14 0 0,0 0 1 0 0,1-1-1 0 0,1 0 0 0 0,-1 0 0 0 0,1-1 1 0 0,0 0-1 0 0,1 0 0 0 0,0 0 0 0 0,0-1 1 0 0,1 1-1 0 0,-1-2 0 0 0,15 9 0 0 0,1-2 84 0 0,1 0-1 0 0,1-2 1 0 0,33 9-1 0 0,-11-6-14 0 0,96 11 0 0 0,-75-20-1500 0 0,-37-3-5537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38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105 133 4609 0 0,'-20'-16'3570'0'0,"18"13"-3080"0"0,-1 1 0 0 0,0-1 0 0 0,1 1 0 0 0,-1 0 0 0 0,0 0 0 0 0,-7-3 0 0 0,10 5-439 0 0,0 0 1 0 0,-1 0-1 0 0,1-1 0 0 0,0 1 1 0 0,-1 0-1 0 0,1 0 0 0 0,0 0 1 0 0,-1 0-1 0 0,1 0 0 0 0,0 0 1 0 0,-1-1-1 0 0,1 1 0 0 0,0 0 1 0 0,0 0-1 0 0,-1-1 0 0 0,1 1 1 0 0,0 0-1 0 0,0 0 0 0 0,-1-1 1 0 0,1 1-1 0 0,0 0 0 0 0,0 0 1 0 0,0-1-1 0 0,-1 0 0 0 0,8-3 766 0 0,25 0-48 0 0,-20 2-556 0 0,235-32 841 0 0,-233 32-1058 0 0,25-5 34 0 0,1 2-1 0 0,68 1 1 0 0,-60 8 98 0 0,-56-2-17 0 0,0 0 1 0 0,1 0-1 0 0,-1 0 0 0 0,1 1 1 0 0,-1 0-1 0 0,-10 7 1 0 0,-2 0-14 0 0,-16 7-42 0 0,0-2 0 0 0,-1-1 0 0 0,-69 15 0 0 0,93-27-47 0 0,0-2 1 0 0,0 1 0 0 0,0-1 0 0 0,0-1 0 0 0,0-1 0 0 0,0 0 0 0 0,1 0-1 0 0,-1-1 1 0 0,0-1 0 0 0,1 0 0 0 0,0 0 0 0 0,-16-9 0 0 0,4-4-10 0 0,24 16 0 0 0,-1 1 0 0 0,1-1 0 0 0,-1 1 0 0 0,1-1 0 0 0,-1 1 0 0 0,1-1 0 0 0,-1 1 0 0 0,1-1 0 0 0,0 0 0 0 0,-1 1 0 0 0,1-1 0 0 0,0 0 0 0 0,0 1 0 0 0,-1-1 0 0 0,1-1 0 0 0,0 2 0 0 0,0-1 0 0 0,0 1 0 0 0,1-1 0 0 0,-1 1 0 0 0,0 0 0 0 0,0-1 0 0 0,1 1 0 0 0,-1-1 0 0 0,0 1 0 0 0,0 0 0 0 0,1-1 0 0 0,-1 1 0 0 0,0 0 0 0 0,1-1 0 0 0,-1 1 0 0 0,0 0 0 0 0,1 0 0 0 0,-1-1 0 0 0,1 1 0 0 0,-1 0 0 0 0,1 0 0 0 0,-1 0 0 0 0,0 0 0 0 0,1 0 0 0 0,-1-1 0 0 0,1 1 0 0 0,-1 0 0 0 0,1 0 0 0 0,17-3-27 0 0,0 0 0 0 0,0 0 1 0 0,30 2-1 0 0,57 6-54 0 0,-33 0 61 0 0,-56-4 21 0 0,1-2 0 0 0,0 0 1 0 0,0 0-1 0 0,-1-2 0 0 0,1 0 1 0 0,-1-1-1 0 0,0 0 0 0 0,20-9 1 0 0,-35 12 5 0 0,1 1 1 0 0,-1-1 0 0 0,1 0 0 0 0,-1 0 0 0 0,1 0-1 0 0,-1 0 1 0 0,1 0 0 0 0,-1 0 0 0 0,0-1-1 0 0,2-1 1 0 0,-3 3-6 0 0,0 0 0 0 0,0-1-1 0 0,0 1 1 0 0,1 0 0 0 0,-1 0-1 0 0,0 0 1 0 0,0-1 0 0 0,0 1 0 0 0,0 0-1 0 0,0 0 1 0 0,0 0 0 0 0,0-1 0 0 0,0 1-1 0 0,0 0 1 0 0,0 0 0 0 0,0 0-1 0 0,0-1 1 0 0,0 1 0 0 0,0 0 0 0 0,0 0-1 0 0,0-1 1 0 0,0 1 0 0 0,0 0 0 0 0,-1 0-1 0 0,1 0 1 0 0,0 0 0 0 0,0-1-1 0 0,0 1 1 0 0,0 0 0 0 0,-1 0 0 0 0,-10-4 76 0 0,3 3-53 0 0,1 1 0 0 0,0 1-1 0 0,0-1 1 0 0,-1 1 0 0 0,1 1 0 0 0,-11 2-1 0 0,-45 19 17 0 0,20-6 17 0 0,18-9-51 0 0,-47 9-1 0 0,60-15-6 0 0,0-1 0 0 0,0 0-1 0 0,-1-1 1 0 0,1-1 0 0 0,0 1-1 0 0,-13-4 1 0 0,24 4 1 0 0,0 0 0 0 0,0 0 1 0 0,0-1-1 0 0,1 1 0 0 0,-1 0 1 0 0,0 0-1 0 0,0-1 0 0 0,1 1 1 0 0,-1-1-1 0 0,0 1 0 0 0,1 0 1 0 0,-1-1-1 0 0,0 1 0 0 0,1-1 1 0 0,-1 0-1 0 0,1 1 0 0 0,-1-1 1 0 0,1 1-1 0 0,-1-1 0 0 0,1 0 1 0 0,-1 1-1 0 0,1-1 0 0 0,-1-1 1 0 0,1 2-1 0 0,0-1-1 0 0,0 1 1 0 0,0-1 0 0 0,0 1 0 0 0,0-1 0 0 0,0 1 0 0 0,1-1-1 0 0,-1 1 1 0 0,0 0 0 0 0,0-1 0 0 0,0 1 0 0 0,0-1 0 0 0,1 1 0 0 0,-1-1-1 0 0,0 1 1 0 0,0 0 0 0 0,1-1 0 0 0,-1 1 0 0 0,0 0 0 0 0,1-1-1 0 0,-1 1 1 0 0,0 0 0 0 0,1-1 0 0 0,-1 1 0 0 0,0 0 0 0 0,1-1-1 0 0,-1 1 1 0 0,1 0 0 0 0,-1 0 0 0 0,1 0 0 0 0,-1 0 0 0 0,1-1 0 0 0,-1 1-1 0 0,0 0 1 0 0,1 0 0 0 0,-1 0 0 0 0,2 0 0 0 0,14-2-36 0 0,-1 1 1 0 0,1 0-1 0 0,21 2 1 0 0,-3 0-18 0 0,12-2 34 0 0,-1-2-1 0 0,89-18 0 0 0,-121 18 68 0 0,13-3 32 0 0,-53 24 131 0 0,16-12-212 0 0,0-1 0 0 0,0 0 0 0 0,0 0 0 0 0,-1-1 0 0 0,1-1 0 0 0,-16 3 0 0 0,19-5 0 0 0,0 0 0 0 0,0 0 0 0 0,0-1 0 0 0,0-1 0 0 0,0 1 0 0 0,0-1 0 0 0,0-1 0 0 0,0 1 0 0 0,1-1 0 0 0,-1-1 0 0 0,-8-3 0 0 0,-25-15 0 0 0,31 15 0 0 0,0 0 0 0 0,0 1 0 0 0,0 1 0 0 0,-1 0 0 0 0,-11-3 0 0 0,22 6-3 0 0,-1 1 0 0 0,0 0 1 0 0,1 0-1 0 0,-1 0 0 0 0,0 0 0 0 0,0 0 0 0 0,1 0 1 0 0,-1 0-1 0 0,0 0 0 0 0,0 0 0 0 0,1 0 1 0 0,-1 0-1 0 0,0 1 0 0 0,0-1 0 0 0,1 0 1 0 0,-1 0-1 0 0,0 1 0 0 0,1-1 0 0 0,-1 1 1 0 0,1-1-1 0 0,-1 0 0 0 0,0 1 0 0 0,1-1 1 0 0,-1 1-1 0 0,0 0 0 0 0,0 0-2 0 0,1 0-1 0 0,-1 1 0 0 0,1-1 1 0 0,-1 0-1 0 0,1 0 1 0 0,-1 1-1 0 0,1-1 1 0 0,0 0-1 0 0,-1 1 0 0 0,1-1 1 0 0,0 0-1 0 0,0 3 1 0 0,0-1-6 0 0,0 0 1 0 0,1 0 0 0 0,-1 0 0 0 0,1 0 0 0 0,-1 0 0 0 0,1-1 0 0 0,0 1-1 0 0,0 0 1 0 0,0 0 0 0 0,0-1 0 0 0,1 1 0 0 0,2 3 0 0 0,-2-4 9 0 0,0-1 0 0 0,0 1 1 0 0,0-1-1 0 0,0 0 0 0 0,0 1 1 0 0,0-1-1 0 0,1 0 0 0 0,-1 0 1 0 0,0-1-1 0 0,1 1 0 0 0,-1 0 1 0 0,1-1-1 0 0,-1 1 1 0 0,1-1-1 0 0,-1 0 0 0 0,1 0 1 0 0,-1 0-1 0 0,1 0 0 0 0,4-1 1 0 0,4-1 0 0 0,0-1 1 0 0,0 0-1 0 0,13-6 1 0 0,-5 2-2 0 0,40-16 1 0 0,-41 15 0 0 0,0 1 0 0 0,0 0 0 0 0,0 2 0 0 0,35-6 0 0 0,-51 10 0 0 0,0 1 0 0 0,0 0 0 0 0,0 0 0 0 0,0 0 0 0 0,0 0 0 0 0,0 1 0 0 0,4 0 0 0 0,-6-1 0 0 0,0 0 0 0 0,0 0 0 0 0,0 0 0 0 0,0 0 0 0 0,0 1 0 0 0,0-1 0 0 0,1 0 0 0 0,-1 0 0 0 0,0 0 0 0 0,0 0 0 0 0,0 0 0 0 0,0 0 0 0 0,0 1 0 0 0,0-1 0 0 0,0 0 0 0 0,0 0 0 0 0,0 0 0 0 0,0 0 0 0 0,0 0 0 0 0,0 1 0 0 0,0-1 0 0 0,0 0 0 0 0,0 0 0 0 0,0 0 0 0 0,0 0 0 0 0,0 0 0 0 0,0 1 0 0 0,0-1 0 0 0,0 0 0 0 0,0 0 0 0 0,0 0 0 0 0,0 0 0 0 0,0 0 0 0 0,0 1 0 0 0,0-1 0 0 0,0 0 0 0 0,0 0 0 0 0,0 0 0 0 0,0 0 0 0 0,-1 0 0 0 0,1 0 0 0 0,0 0 0 0 0,0 1 0 0 0,0-1 0 0 0,0 0 0 0 0,0 0 0 0 0,0 0 0 0 0,0 0 0 0 0,-1 0 0 0 0,-19 12 0 0 0,14-8 16 0 0,-1-1 1 0 0,-1-1-1 0 0,1 1 1 0 0,0-1-1 0 0,0-1 1 0 0,-1 1-1 0 0,1-1 1 0 0,-1-1-1 0 0,0 1 1 0 0,-13-2-1 0 0,8-1-9 0 0,1 1 0 0 0,-1 1-1 0 0,1 0 1 0 0,-1 0 0 0 0,1 1 0 0 0,-1 1 0 0 0,1 0-1 0 0,-1 1 1 0 0,1 1 0 0 0,-15 5 0 0 0,-49 26-7 0 0,57-25 0 0 0,18-10 0 0 0,1 1 0 0 0,-1-1 0 0 0,0 1 0 0 0,1-1 0 0 0,-1 0 0 0 0,0 1 0 0 0,0-1 0 0 0,1 0 0 0 0,-1 0 0 0 0,0 1 0 0 0,0-1 0 0 0,0 0 0 0 0,1 0 0 0 0,-1 0 0 0 0,0 0 0 0 0,0 0 0 0 0,0 0 0 0 0,1 0 0 0 0,-1 0 0 0 0,0 0 0 0 0,0-1 0 0 0,0 1 0 0 0,-1-1 0 0 0,2 1 0 0 0,0-1 0 0 0,0 0 0 0 0,0 1 0 0 0,0-1 0 0 0,0 0 0 0 0,0 0 0 0 0,0 1 0 0 0,0-1 0 0 0,0 0 0 0 0,0 1 0 0 0,0-1 0 0 0,0 0 0 0 0,1 0 0 0 0,-1 1 0 0 0,0-1 0 0 0,0 0 0 0 0,1 1 0 0 0,-1-1 0 0 0,1 1 0 0 0,-1-1 0 0 0,0 0 0 0 0,1 1 0 0 0,-1-1 0 0 0,1 1 0 0 0,-1-1 0 0 0,2 0 0 0 0,0 0-2 0 0,-1-1 1 0 0,1 0-1 0 0,0 1 0 0 0,1 0 1 0 0,-1-1-1 0 0,0 1 1 0 0,0 0-1 0 0,1 0 0 0 0,-1 0 1 0 0,0 0-1 0 0,1 1 1 0 0,-1-1-1 0 0,1 1 0 0 0,4-1 1 0 0,40 0-34 0 0,-30 1 30 0 0,24 1-3 0 0,34-1-27 0 0,-66 0 32 0 0,0-1 0 0 0,0-1 0 0 0,0 0 0 0 0,0 0 0 0 0,0 0 0 0 0,9-5 0 0 0,-15 6 5 0 0,-1-1 1 0 0,1 1 0 0 0,-1-1-1 0 0,1 0 1 0 0,-1 0 0 0 0,0 1-1 0 0,0-1 1 0 0,0-1 0 0 0,0 1-1 0 0,0 0 1 0 0,3-5 0 0 0,-5 7-3 0 0,0-1 1 0 0,1 0 0 0 0,-1 0 0 0 0,1 1-1 0 0,-1-1 1 0 0,0 0 0 0 0,0 0 0 0 0,0 0-1 0 0,1 0 1 0 0,-1 1 0 0 0,0-1 0 0 0,0 0-1 0 0,0 0 1 0 0,0 0 0 0 0,0 0 0 0 0,-1 0-1 0 0,1 1 1 0 0,0-1 0 0 0,0 0 0 0 0,0 0-1 0 0,-1 0 1 0 0,1 1 0 0 0,0-1 0 0 0,-1 0-1 0 0,1 0 1 0 0,-1 1 0 0 0,1-1 0 0 0,-1 0-1 0 0,1 1 1 0 0,-1-1 0 0 0,0 0 0 0 0,1 1-1 0 0,-1-1 1 0 0,0 1 0 0 0,1-1 0 0 0,-1 1-1 0 0,0-1 1 0 0,0 1 0 0 0,1 0 0 0 0,-1-1-1 0 0,0 1 1 0 0,-1 0 0 0 0,-3-2 5 0 0,0 0 1 0 0,-1 1-1 0 0,1 0 0 0 0,-1 0 1 0 0,1 0-1 0 0,-1 1 1 0 0,1-1-1 0 0,-1 2 0 0 0,0-1 1 0 0,1 0-1 0 0,-1 1 1 0 0,1 0-1 0 0,-1 0 0 0 0,1 1 1 0 0,0 0-1 0 0,0 0 1 0 0,-1 0-1 0 0,1 0 0 0 0,-6 5 1 0 0,-95 56 28 0 0,12-7-6 0 0,-32 32 35 0 0,110-78-64 0 0,12-8 0 0 0,-1 0 0 0 0,1 1 0 0 0,0 0 0 0 0,-4 3 0 0 0,39-15 0 0 0,-14 6-7 0 0,0 0 1 0 0,0 0 0 0 0,-1 2-1 0 0,27 0 1 0 0,69 10-58 0 0,-71-4 40 0 0,59-1 0 0 0,40-19 24 0 0,-129 14-7 0 0,1 0 1 0 0,-1 0 0 0 0,1 1-1 0 0,-1 1 1 0 0,1 0-1 0 0,-1 0 1 0 0,0 1 0 0 0,1 0-1 0 0,12 6 1 0 0,-10 2 4 0 0,-13-8 5 0 0,-9-7 14 0 0,-29-19 384 0 0,-32-14-119 0 0,14 8-143 0 0,-102-76 69 0 0,156 103-208 0 0,6 4 0 0 0,10 3 0 0 0,-13-3 0 0 0,49 16-1300 0 0,-31-10-4914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28T06:03:39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410 150 6769 0 0,'-2'-8'734'0'0,"-1"-1"0"0"0,-1 1 0 0 0,0-1 0 0 0,0 1 0 0 0,0 0 0 0 0,-1 1-1 0 0,0-1 1 0 0,-1 1 0 0 0,1 0 0 0 0,-10-9 0 0 0,13 15-662 0 0,0 0 0 0 0,0 0 0 0 0,0 0 0 0 0,0 1 0 0 0,0-1 0 0 0,0 1 0 0 0,0-1 1 0 0,0 1-1 0 0,0 0 0 0 0,0-1 0 0 0,0 1 0 0 0,0 0 0 0 0,0 0 0 0 0,0 0 0 0 0,0 1 0 0 0,0-1 0 0 0,0 1 1 0 0,0-1-1 0 0,0 1 0 0 0,0-1 0 0 0,0 1 0 0 0,-2 1 0 0 0,-8 4-59 0 0,0 1 1 0 0,-15 10-1 0 0,13-8 152 0 0,-88 65-109 0 0,74-52 70 0 0,-1 0 0 0 0,-52 28 1 0 0,91-48-107 0 0,0-1 0 0 0,0 0 0 0 0,15 0 0 0 0,3-1-33 0 0,0 2 0 0 0,0 0 0 0 0,-1 2 0 0 0,1 1 0 0 0,29 10 0 0 0,-27-7-4 0 0,0-1 1 0 0,1-1-1 0 0,53 2 1 0 0,-72-8 26 0 0,1-1 0 0 0,-1 0 0 0 0,1 0 0 0 0,22-7 0 0 0,-29 6-4 0 0,0 0-1 0 0,0-1 1 0 0,-1 1 0 0 0,1-1-1 0 0,-1 0 1 0 0,1-1-1 0 0,-1 1 1 0 0,0-1-1 0 0,0 0 1 0 0,0 0-1 0 0,6-8 1 0 0,-10 11-1 0 0,-1 1 0 0 0,0-1 0 0 0,1 1 0 0 0,-1-1 0 0 0,0 1 0 0 0,1-1 0 0 0,-1 1 0 0 0,0-1 0 0 0,1 1 1 0 0,-1-1-1 0 0,0 1 0 0 0,0-1 0 0 0,0 0 0 0 0,0 1 0 0 0,1-1 0 0 0,-1 1 0 0 0,0-1 0 0 0,0 0 0 0 0,0 1 0 0 0,0-1 0 0 0,0 1 0 0 0,0-1 0 0 0,-1 0 0 0 0,1 1 0 0 0,0-1 0 0 0,0 1 0 0 0,0-1 0 0 0,-1 0 0 0 0,1 1 1 0 0,0-1-1 0 0,0 1 0 0 0,-1-1 0 0 0,1 1 0 0 0,0-1 0 0 0,-1 1 0 0 0,1-1 0 0 0,-1 1 0 0 0,1 0 0 0 0,-1-1 0 0 0,1 1 0 0 0,-1-1 0 0 0,1 1 0 0 0,-2-1 0 0 0,-2-1 31 0 0,-1 0-1 0 0,0 0 0 0 0,0 0 0 0 0,-7-2 1 0 0,1 1 21 0 0,-1-2-7 0 0,0 0 0 0 0,1 0 0 0 0,-1-1 0 0 0,1-1 0 0 0,1 0 0 0 0,-1 0 0 0 0,-16-15 0 0 0,16 10-22 0 0,0 0 0 0 0,1 0 0 0 0,0 0-1 0 0,0-2 1 0 0,2 1 0 0 0,-14-28 0 0 0,21 39-42 0 0,0 1 0 0 0,1-1 0 0 0,0 1 0 0 0,-1 0 0 0 0,1-1 0 0 0,0 1 0 0 0,0-1-1 0 0,-1 1 1 0 0,1-1 0 0 0,0 1 0 0 0,1-1 0 0 0,-1 1 0 0 0,0-1 0 0 0,0 1 0 0 0,1 0 0 0 0,-1-1 0 0 0,0 1 0 0 0,1-1 0 0 0,0 1 0 0 0,-1 0 0 0 0,1-1 0 0 0,0 1 0 0 0,0 0 0 0 0,-1 0 0 0 0,3-2-1 0 0,2-5-499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13T16:27:18.0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11656 4272 979 0,'0'-8'43'0,"0"1"9"0,1 1-41 16,-1 3-11-16,0-1 0 0,-1 3 0 0,2-1 156 0,-1-1 30 15,1-2 6-15,-1 1 0 0,1 0-71 0,-1-1-14 16,-2 4-3-16,-1 1-1 0,1 0-23 0,-2 1-4 16,1 4 0-16,-5 1-1 0,2 2-40 0,-3 2-8 15,-1 5-2-15,-2-2 0 0,-3 8-5 0,-1 1-2 16,-2 1 0-16,-1 3 0 0,1 5-6 0,-6 7-2 16,-3 15 0-16,-3 4 0 0,-2 6-10 0,1-2 0 15,1 2 9-15,4-6-9 0,3-4 0 0,2-5 0 16,4-7 0-16,4-10 0 0,3-5-9 0,4-8 0 15,2-5 0-15,3-6 0 16,2-4-119-16,3-7-24 0,1-2-5 0,3-3-482 0,-1-1-96 16</inkml:trace>
  <inkml:trace contextRef="#ctx0" brushRef="#br0" timeOffset="216.84">11538 4492 1209 0,'15'-22'53'0,"-4"9"12"0,-2 0-52 0,-4 6-13 0,-1 4 0 0,-3 0 0 16,0 0 110-16,3-1 19 0,-1-1 4 0,1-2 1 15,0 3-19-15,-3 2-4 0,0 4-1 0,-1 6 0 16,0 0-50-16,0 6-11 0,0 5-1 0,3 0-1 16,3 9-35-16,1-3-12 0,5 1 9 0,0-2-9 15,4 2 0-15,1-4 0 0,3 3 0 0,2 1 0 16,-1-1 0-16,0 1 0 0,0-4 0 0,-1-1 0 16,-3-1 0-16,0-1 0 0,-1 2 0 0,-3-4 0 15,-3 1-16-15,-1-2 4 0,-2 0 0 0,-4-1 1 0,-1-1-7 16,-3-2-2-16,-2-2 0 0,-2-4 0 15,1 3-96-15,-3-6-19 0,4 1-4 0</inkml:trace>
  <inkml:trace contextRef="#ctx0" brushRef="#br0" timeOffset="383.83">11539 4576 1497 0,'-22'7'133'0,"11"-4"-106"15,1 0-27-15,0 3 0 0,5-2 116 0,5-2 19 16,2-1 3-16,-2 4 1 0,2 5-81 0,2 0-16 15,3 3-3-15,7 0-1 0,4-2-16 0,3-1-3 16,5-4-1-16,2 1 0 0,1-6-8 0,5-2-2 16,0-2 0-16,5-3-664 0,-2-3-134 15</inkml:trace>
  <inkml:trace contextRef="#ctx0" brushRef="#br0" timeOffset="849.74">13551 4424 1587 0,'2'0'70'0,"-1"-2"15"0,1 2-68 0,0-3-17 16,-1 2 0-16,-1-1 0 0,2-2 72 0,1-2 12 15,3-3 1-15,0-3 1 0,0-2-21 0,-1 2-4 16,-2-2-1-16,-5 2 0 0,0 2-32 0,-4 4-6 16,0-3-2-16,-3 5 0 0,-1 2-20 0,-2 4 0 15,1 0 0-15,-4 3 8 0,-4 4-8 0,-1 4 0 16,-2 5-8-16,1 5 8 0,0 3 0 0,0 0 0 0,4 5 0 16,1 1 0-16,3 5 12 0,3-1-3 0,5 3 0 0,3 0 0 15,4 1-9-15,2-5 0 0,5 1 0 0,2-5 8 16,1-5-8-16,2-2 0 0,1 1 0 0,2-5 0 31,3 0-104-31,1-4-22 0,5-1-5 0</inkml:trace>
  <inkml:trace contextRef="#ctx0" brushRef="#br0" timeOffset="1541.63">14162 4371 288 0,'-2'-10'12'0,"-1"5"4"0,0 0-16 0,-1 3 0 0,3-2 0 0,-1 4 0 16,0-2 394-16,-4-4 76 0,-2-1 15 0,-3 4 3 16,-1-4-300-16,-4 5-61 0,0 4-12 0,-2 5-3 15,-1 3-68-15,-4 6-13 0,0 6-3 0,-3 9-1 16,-3 3-27-16,0 8 0 0,-2 9 0 0,2 0 0 16,2 0 0-16,2-4 0 0,6-3 0 0,1-4 0 15,7-11-23-15,5-4 3 0,5-9 1 0,3-7 0 16,6-5-60-16,2-8-12 0,2-2-2 0,3-3-1 15,1-3-9-15,0-2-1 0,1-5-1 0,2 3 0 0,-3-6 35 0,0 4 7 16,-2-1 2-16,-1-1 0 0,1-1 61 0,-3 1 0 16,-1 2 0-16,-4-1 0 0,0 2 66 0,-1 1 6 15,-2 1 2-15,-2 0 0 0,0 5 14 0,0 0 2 16,-2 7 1-16,0-2 0 0,1 4-32 0,0 1-7 16,0 0 0-16,1 0-1 0,2 2-34 0,0 3-6 15,2 4-2-15,1 4 0 0,3 5-9 0,2 1 0 16,3 2 0-16,1 5 0 0,2 3-10 0,1-1 10 15,2 1 0-15,1-1-9 0,1 1-6 0,-2-5-1 16,0 0 0-16,-4-2 0 0,1-3-4 0,-3-1 0 16,-3-2-1-16,-1-3 0 0,-1-1-7 0,-2-5-2 0,-3 3 0 15,-3-1 0-15,-1-5-18 0,-1 1-4 16,-5-2-1-16,-3 0 0 16,-1-3-162-16,-5 0-32 0</inkml:trace>
  <inkml:trace contextRef="#ctx0" brushRef="#br0" timeOffset="1687.12">14063 4893 518 0,'-52'-61'23'0,"44"49"5"0,6 8-28 0,2 4 0 0,-3-2 0 15,0-4 0-15,-3-8 279 0,0-3 50 0,-3-3 11 0,3 1 1 16,2 3-214-16,3 3-43 0,4 4-9 0,-1 5-2 16,6 2-33-16,1 2-8 0,4 4 0 0,2 1-1 15,1-2-22-15,3 1-9 0,2 1 8 0,3-1-8 16,2-1 0-16,0-3 0 0,2 0 0 0,1-3 0 16,-1-4-160-16,-1-1-25 0</inkml:trace>
  <inkml:trace contextRef="#ctx0" brushRef="#br0" timeOffset="2016.87">14709 4371 115 0,'-11'3'0'0,"3"-3"10"0,2 1-10 0,1 1 0 15,0-2 0-15,4 0 0 0,0 0 355 0,-3 0 69 16,1 0 13-16,1 0 3 0,3-2-258 0,5-2-52 0,3-2-10 0,3 2-3 16,5-2-77-16,2 2-15 0,5-1-3 0,2 2-1 15,2-1-9-15,1 2-1 0,2 2-1 0,-2 0 0 16,0 2-10-16,-2 2 0 0,-2-1 0 0,-2 4 0 15,-3-1 0-15,-3 2 0 0,-4 2 0 0,-5-2 0 16,-2 0 0-16,-3 5 0 0,-2-3-12 0,-3 0 12 31,-1 1-120-31,-2-1-16 0,-1-4-3 0</inkml:trace>
  <inkml:trace contextRef="#ctx0" brushRef="#br0" timeOffset="2133.25">14999 4454 1382 0,'-2'11'123'15,"-1"3"-99"-15,1-4-24 0,1 0 0 0,1 1 184 16,-2 5 32-16,1 13 7 0,-2 21 1 16,-2 11-172-16,-2 8-33 0,2-10-7 0,2-7-995 15</inkml:trace>
  <inkml:trace contextRef="#ctx0" brushRef="#br0" timeOffset="2633.82">16923 4320 1900 0,'-1'-2'169'0,"0"2"-135"0,2 2-34 0,-2-2 0 0,0 0 144 0,1 0 23 0,-2 3 4 0,0 1 1 0,0 2-135 0,-3 4-26 16,-2 6-11-16,1-1 8 0,0 4-52 0,-1 0-10 16,-1 0-2-16,2 0-661 15,1 0-132-15</inkml:trace>
  <inkml:trace contextRef="#ctx0" brushRef="#br0" timeOffset="2800.54">16832 4772 576 0,'-5'16'51'0,"1"-10"-41"0,2 0-10 0,-1-2 0 16,1 0 284-16,1-2 56 0,-1 2 10 0,0-2 2 16,-1 5-255-16,0-1-51 0,0-3-10 0,1 1-3 15,2-4-33-15,1 0 0 0,0 3-15 0,3-3 5 16,1 0-92 0,1 0-18-16,0 0-4 0,3 1-1 0</inkml:trace>
  <inkml:trace contextRef="#ctx0" brushRef="#br0" timeOffset="3167.28">17651 4481 1152 0,'0'-2'102'0,"0"-1"-82"16,0 2-20-16,0 1 0 0,-2 0 281 0,2-2 52 15,-1-2 11-15,-1-2 1 0,-2-3-264 0,-4-1-53 16,0 3-10-16,-2-6-2 0,-2 1-41 0,-2 2-8 15,-2-1-2-15,-1 1 0 0,-2 4-14 0,-1 2-3 16,-1 2-1-16,-1 2 0 0,1 5 5 0,-1-2 0 16,3 4 1-16,-1-1 0 0,3 6 33 0,1 2 14 15,0-2-12-15,2 0 12 0,4 2 0 0,2-3 0 16,4 3 0-16,5-2 12 0,3 1-12 0,2-4 0 16,4 4-12-16,4-1 12 0,2-1-41 0,2 2-1 0,3 1 0 15,2-1 0-15,-2-1 19 0,3-1 4 0,6 4 1 0,0 1 0 16,-1 3 5-16,1-3 1 0,-2 0 0 0,0-1 0 15,-2-4 12-15,-4 0 0 0,-4-1 9 0,-5-4-9 16,-1 2 49-16,-4 0 4 0,-3-4 1 0,-3 2 0 16,-2 3 6-16,-2-3 0 0,-6 0 1 0,-2 0 0 15,-1 2-5-15,-6-2 0 0,-4 0-1 0,-3-3 0 16,-5 0-55-16,-4 0 0 0,3-6 0 0,-1-3-684 16,1 0-134-16</inkml:trace>
  <inkml:trace contextRef="#ctx0" brushRef="#br0" timeOffset="3615.74">19725 4570 460 0,'0'3'41'0,"-1"-2"-33"0,1 1-8 0,0-2 0 0,1 2 172 0,-1-2 32 0,3 0 6 0</inkml:trace>
  <inkml:trace contextRef="#ctx0" brushRef="#br0" timeOffset="4117.96">19774 4586 230 0,'1'0'20'0,"-1"-2"-20"0,0 1 0 0,-1-2 0 0,-1 2 272 0,2 0 51 15,-1-1 9-15,0-1 3 0,-1-2-165 0,-2-3-33 16,0 2-6-16,-1-6-2 0,1 2-33 0,-1-2-6 15,1-1-2-15,-3-2 0 0,1 2-18 0,-1-1-4 16,-3-1-1-16,-1-1 0 0,-3 1-40 0,-2 2-8 16,0 3-1-16,-1-1-1 0,-3 3-15 0,0 2 0 15,0 2 0-15,1 4 0 0,-4 0 0 0,0 7 0 16,-2 0 0-16,-1 5 0 0,-1 3 0 0,-3 5 0 16,3 2 0-16,-3 4 0 0,2 8 0 0,-2 2 0 15,-1 7 8-15,2 1-8 0,-1 3 0 0,1 2 0 16,4-2 0-16,4-3 0 0,7-3 0 0,5-9-16 0,8-6 1 0,6-5 1 15,6-9-44-15,5-4-9 0,6-3-1 16,3-5-1-16,5-6 1 0,3-7 0 0,3-2 0 0,2-7 0 16,2-4 42-16,-2 0 9 0,1-2 1 0,0-1 1 15,3-5 15-15,-3 3 0 0,-10 5 0 0,3-5 0 16,2-4-12-16,-3-7 12 0,-2-1-13 0,-3-2 5 16,-2 1-5-16,-3-1-1 0,-1 1 0 0,-6-3 0 15,-2 2 22-15,-5 2 5 0,-1 5 1 0,-2-1 0 16,-3 1 44-16,-1 3 9 0,-1 1 1 0,-2-1 1 15,2 7-6-15,-1 5-2 0,-1 2 0 0,2 8 0 16,0 3-35-16,0 5-7 0,1 1-2 0,0 7 0 16,0 0-17-16,2 4 0 0,1 5 0 0,-1 0 0 15,-1 0 0-15,2 6 0 0,3 13 0 0,1 14 0 16,2 5 0-16,-2 7 0 0,1 4 0 0,-3 4 0 0,0 0 11 0,-5 0-11 16,-3-1 10-16,-2 6-10 0,-3 4 10 0,-5-1-10 15,-2-3 10-15,-1-4-10 0,0-6 0 0,-1-5 0 16,1-8 0-16,1-13 0 0,3-9-40 0,2-8-7 15,2-5-1-15,5-9-1 16,3-3-40-16,1-10-8 0,4-2-2 16,5-10 0-16,7-7-87 0,4-9-18 0,4-3-3 0</inkml:trace>
  <inkml:trace contextRef="#ctx0" brushRef="#br0" timeOffset="4949.84">19981 4649 1216 0,'71'-94'54'0,"-60"78"11"0,-8 13-52 0,-2 3-13 0,1-3 0 0,2 2 0 0,5-5 173 0,3 2 32 15,3 2 7-15,0 2 0 0,-2 3-96 0,-3 7-20 16,-1 6-4-16,-4 5-1 0,-3-1-67 0,1 2-14 15,-2 1-2-15,1 1-8 0,1 1-13 0,2-3-10 0,1-6-1 0,1-6-1 16,5-4 6-16,1-1 2 0,2-1 0 0,5-8 0 16,2-1-11-16,2-2-1 0,-1-2-1 0,-1-1 0 15,-3 4 18-15,1-6 3 0,-1 2 1 0,2-2 0 16,-2 2 29-16,-3 0 7 0,-1 1 0 0,-3 2 1 16,-1-2 13-16,-3-1 2 0,-1 2 1 0,-4-2 0 15,-3 1-4-15,-4-1-1 0,-2 3 0 0,-4-2 0 16,-2 0-6-16,-3 2-2 0,-4 1 0 0,-2 0 0 15,-2 2-23-15,-2-1-9 0,0 4 0 0,3 4 9 16,1 0-9-16,1 3-9 0,2 4 9 0,1 0-13 16,4 2-16-16,2 1-3 0,1-3-1 0,2 2 0 15,3 0-10-15,2-2-1 0,4-2-1 0,1-2 0 16,3-1 13-16,3-2 4 0,2-3 0 0,0 0 0 0,2 0 28 16,0 0 0-16,1 0 0 0,-1-3 0 0,3 0 34 0,-1-3 3 15,-2 4 1-15,0 0 0 0,-1 2-6 0,-1 3-2 16,1 4 0-16,-1 2 0 0,1 3-16 0,-3 8-3 15,-1 5-1-15,-1 1 0 0,1 2-10 0,-2-2 0 16,-2 1 0-16,3-4 0 0,2-1-32 0,-3-4 2 16,2-4 0-16,-1-8 0 0,3-3-32 0,2-3-6 15,3-6-2-15,4-4 0 16,2-3-14-16,1-3-2 0,1 1-1 0,2-4 0 0,-1 0 22 0,1-3 4 16,-1-3 1-16,-2 5 0 0,-3 2 71 0,-1-1 14 15,-2 3 3-15,-3 0 1 0,-2 1 73 0,-2 2 14 16,-1 0 4-16,-5 1 0 0,2-4-19 0,-3 0-3 0,-1-7-1 0,-1 1 0 15,0 1-47-15,0 5-10 0,-1 0-1 16,2 4-1-16,2 2-38 0,-2 0 0 0,0 4 0 0,1-1-8 16,1 4-8-16,2 0-2 0,0 3 0 0,1-2 0 15,0 4-9-15,1-2-1 0,1 3-1 0,2 0 0 16,1 4 2-16,2-1 1 0,1 0 0 0,0 0 0 16,3-1 12-16,4 4 2 0,2-1 1 0,3-1 0 15,2 3 11-15,-1-3 0 0,-1 2 0 0,-2 0 0 16,0 0 0-16,-3-1 11 0,-3 0-3 0,-4 2 0 15,-1 2 21-15,-5-2 4 0,-1 3 1 0,-3-1 0 16,-5 0 0-16,-3 5 0 0,-4 1 0 0,-6-2 0 16,-4 6 0-16,-4 1 0 0,-5 1 0 0,1 0 0 15,0-3-9-15,1-5-1 0,0-2-1 0,3-3 0 16,4-6-43-16,4-5-9 0,3-2-2 0,2-6 0 16,3 0-67-16,0-4-14 0,4-3-2 0,0-2-1 15,4-7-19-15,3-2-4 0,1-2-1 0,4-4 0 16,2-7 45-16,4-1 9 0,0-7 1 0,3 2 1 0,3 2 53 0,1 3 10 15,4 3 3-15,0 9 0 0,3-1-24 0,-1 7-5 16,-1 1-1-16,2 1 0 0,1 4 35 0,-5 4 12 16,1-2 0-16,-3 3-9 0,-5 1 78 0,-2 3 16 15,0-2 3-15,-2 3 1 0,-3 0 47 0,-3 2 10 16,-2 0 2-16,0 2 0 0,-2-2-24 0,-2 4-4 16,-1-2 0-16,1-1-1 0,-2 2-55 0,0-4-12 15,0 0-1-15,1-1-1 16,1-3-196-16,3 1-39 0</inkml:trace>
  <inkml:trace contextRef="#ctx0" brushRef="#br0" timeOffset="5083.34">21468 4574 1843 0,'-4'15'164'0,"0"-2"-132"0,3-4-32 0,1-9 0 16,0 1 173-16,-1 6 28 0,-2 7 6 0,-2 6 1 15,-2 5-160-15,1-3-31 0,0-7-6 0,2-5-2 31,3-4-199-31,1-6-40 0,3-6-8 0</inkml:trace>
  <inkml:trace contextRef="#ctx0" brushRef="#br0" timeOffset="5568.91">21685 4473 1476 0,'47'-14'65'0,"-29"12"14"0,-7-2-63 0,-6 4-16 0,-2 0 0 0,0 0 0 16,3 4 187-16,7-2 34 0,4 5 7 0,0 3 2 16,-2 3-118-16,-4 2-24 0,-5-2-5 0,-3 2-1 0,-4 1-52 15,-4 3-10-15,-3-3-3 0,-1-3 0 0,2 2-29 0,0-5-7 16,0-1-1-16,5-4 0 15,1-3-89-15,4-3-19 0,5-2-3 0,2-3-1 0,6-2 58 0,2-2 11 16,6-4 3-16,3-5 0 0,3 1 21 0,1-2 5 16,-2-1 1-16,2 1 0 0,0 2 68 0,-2-2 13 15,-5-1 4-15,-4 5 0 0,-4-3 16 0,-6 6 4 16,-2 3 1-16,-6 4 0 0,-3 3-8 0,-4 6-1 16,-3-2-1-16,-4 5 0 0,-5 4-31 0,-3 2-5 15,3 1-2-15,-6-1 0 0,-1 4-25 0,-2-1 0 16,3-4 0-16,4 0 0 15,3-5-68-15,6-2-13 0,3-4-3 0,6-6 0 16,5-3-114-16,5-2-23 0,4-7-5 0,6-1-1 16,4-3 107-16,3 1 22 0,4 1 4 0,2 4 1 0,-2 1 127 0,1 5 26 0,1 4 4 15,-3 2 2-15,-1 4 100 0,-5 3 20 0,-1 7 4 0,-1 2 1 16,-2 2-57-16,-3 7-11 0,-2 5-3 0,-3 2 0 16,0 3-67-16,0 4-13 0,-2 3-4 0,1 4 0 15,-2 3-36-15,1 4-10 0,0 2-1 0,-2-1 0 31,0 5-94-31,1 0-19 0,-1 0-4 0,2-4-1 0,3 2 95 0,2-1 19 0,2-3 4 0,0-4 1 16,3-5 20-16,-2-1 4 0,-1-2 1 0,-1-7 0 16,-4-3 32-16,-2-5 6 0,-4-5 2 0,-4-2 0 15,-1-2-5-15,-8-7-1 0,-4 0 0 0,-9-5 0 16,-7-2-29-16,-8-2-5 0,-8-5-2 0,-6-6 0 16,-3-4-13-16,-6-8-8 0,-1-9 8 0,3-3-13 0,9 3-24 15,3-6-5-15,3-6-1 0,0-12-1017 16</inkml:trace>
  <inkml:trace contextRef="#ctx0" brushRef="#br0" timeOffset="6350.42">24128 4393 1785 0,'-19'-6'159'0,"3"3"-127"16,5-1-32-16,11 4 0 0,-3 0 60 0,-7 0 7 16,-12-5 1-16,-12 1 0 0,-8 0-51 0,-3 4-9 0,3 8-8 15,5 7 9-15,2 3 10 0,3 8 1 0,1 6 1 0,4 6 0 16,5 2 9-16,3-1 2 0,6-1 0 0,4-6 0 16,5-5-22-16,7-4-10 0,3-7 10 0,9-6-10 15,5-4 0-15,5-6 0 0,6-3 0 0,2 0 0 16,1-4-12-16,3-6-3 0,3-6 0 0,-1-2 0 15,1 4 15-15,-2-4-12 0,-2 1 12 0,-4-2-12 16,-4 3 25-16,-6 3 6 0,-5 4 1 0,-5 2 0 16,-3 1 31-16,-5 6 6 0,-3-1 2 0,-1 4 0 15,-2 4 2-15,-2-2 1 0,0 5 0 0,0 2 0 16,0 2-35-16,-3 7-7 0,1-2-2 0,1 2 0 16,0 2-18-16,0-1 0 0,4 3 0 0,0-4 0 15,1-2 0-15,4 0 0 0,0-2 0 0,4-3 0 0,2-3-22 16,2-2 2-16,4-4 0 0,2-2 0 15,1 0-81-15,2-5-16 0,3-2-3 0,2-5-944 16</inkml:trace>
  <inkml:trace contextRef="#ctx0" brushRef="#br0" timeOffset="7233.39">25980 4231 576 0,'-6'-2'51'0,"1"2"-41"0,1 0-10 0,2 2 0 16,0-2 205-16,0 0 39 0,-3 2 8 0,-4-2 2 15,-2 2-134-15,0 2-26 0,2-2-6 0,1 1 0 0,0 1-25 16,5-4-5-16,0 1-1 0,2-1 0 0,1 2-21 0,0-2-5 15,1 0-1-15,0 0 0 0,1 3-10 0,-2 0-3 16,0 4 0-16,-3 1 0 0,-1 6 12 0,-2 2 3 16,-1 2 0-16,-3 7 0 0,-2 5 5 0,-3 3 2 15,-1 6 0-15,0 1 0 0,4 2-22 0,3 2-4 16,2-2-1-16,6-5 0 0,6-1-12 0,5-9-12 16,9-5 3-16,4-6 0 0,5-6-35 0,6-4-6 15,4-6-2-15,2-2 0 0,-2-2-13 0,7-2-3 16,3-3-1-16,3 2 0 0,-3 3 33 0,-2-2 6 15,-4 0 2-15,-4 1 0 16,-5 1-46-16,-4 3-9 0,-5-2-1 0</inkml:trace>
  <inkml:trace contextRef="#ctx0" brushRef="#br0" timeOffset="7504.7">26843 4523 1152 0,'7'-3'51'0,"-2"-1"10"0,-1-2-49 0,0 3-12 0,-2 0 0 0,0 0 0 15,-1-1 56-15,2-1 8 0,1-2 1 0,1-5 1 16,-1-2-46-16,0-1-10 0,-2-1-2 0,-2 4 0 16,-1-1 12-16,-2 1 1 0,0 1 1 0,-1-2 0 15,-1 5 35-15,-1-5 7 0,-2 4 2 0,3-5 0 16,-1 2 21-16,3-1 4 0,-1 1 1 0,3-3 0 0,-1 4-55 15,2-1-10-15,3-1-3 0,-2 1 0 0,3 2-55 0,-2 0-11 16,3 1-2-16,-2 1-1 16,-1 3-123-16,1-1-25 0,-1-1-5 0,1 2-488 15</inkml:trace>
  <inkml:trace contextRef="#ctx0" brushRef="#br0" timeOffset="7850.32">26846 4121 115 0,'-2'-2'10'0,"0"1"-10"16,-1-2 0-16,1 1 0 0,1 1 313 0,-1 1 61 16,1 0 12-16,-1 0 2 0,-3-3-200 0,-1 3-40 15,-3 0-8-15,0 0-1 0,2 3-49 0,-1-2-10 16,0 4-1-16,-1-2-1 0,-1 4-53 0,0-1-10 16,2 4-3-16,-3 2 0 0,-2 4-12 0,1 0 8 0,-2 6-8 0,-1 3 0 15,1 4 22-15,-3-1-2 0,1 0 0 0,0 3 0 16,1-2 18-16,1 1 3 0,0-3 1 0,0-1 0 15,2-2-18-15,1-1-4 0,1-4-1 0,3-4 0 16,0-4-19-16,5 1 0 0,-1-1 8 0,2-5-8 16,0 0-21-16,1-1-8 0,1-1-2 0,0-2 0 31,2-1-53-31,1 2-10 0,1-3-2 0,1 1-1 0,1-1-21 0,1 1-4 0,-1 3-1 16,0-4 0-16,1 4 43 0,-1-2 8 0,-1 4 1 0,2-2 1 15,-2 2 44-15,-1-2 9 0,0 2 1 0,-1-3 1 16,-2-2 15-16,-1 1 10 0,-1-2-2 0,0 0 0 0,-1-3-8 15,1 0 10-15,-1-4-10 0,1-2-652 16</inkml:trace>
  <inkml:trace contextRef="#ctx0" brushRef="#br0" timeOffset="8717.01">26779 4217 230 0,'-19'3'20'0,"8"0"-20"0,2-3 0 0,6 0 0 0,0-3 184 0,3 3 33 0,1-1 7 0,-1-1 0 16,0-2-210-16,0-2-42 0,3 0-9 0,-1-4-2 15,2 0 67-15,1 1 14 0,1-3 2 0,2 2 1 16,-2 0 47-16,0 0 10 0,-1 4 2 0,-1-3 0 16,-2 6-27-16,1-2-5 0,-2 3 0 0,-2 4-1 15,-1 0 20-15,0 1 4 0,-2 3 1 0,1 0 0 16,-2 7-18-16,-2 2-3 0,2-1-1 0,-2 7 0 16,-3 9-37-16,-3 4-7 0,-2 3-2 0,-1 2 0 15,0 1-18-15,1-1-10 0,2-1 10 0,2-3-10 16,5-4 0-16,1-5 0 0,5-7 0 0,3-4 0 15,1-5 0-15,3-4 0 0,0-2 0 0,1-4 0 16,1 0 0-16,3-4 0 0,1-3 0 0,3-4 0 0,4-3 12 0,3-4-1 16,0-2 0-16,0-5 0 0,2-1-11 0,-3-1 12 15,-2 1-12-15,0-2 12 0,-3-3-12 0,-2 1 0 16,-3 3 0-16,-3 1 0 0,-3 1 0 0,-2 3 0 16,-3 0 8-16,-2 3-8 0,-2 3 14 0,0 6-2 15,-1 0-1-15,-1 5 0 0,0 4 7 0,0 1 2 16,-2 0 0-16,-1 4 0 0,2 2-12 0,-1 1-8 15,-1 4 9-15,2 2-9 0,0 3 9 0,2 1-9 16,2 4 8-16,-1 1-8 0,3 3 11 0,3-1-3 16,-1 0-8-16,3 1 12 0,3 0-4 0,-1-3 0 15,3 0-8-15,1-2 12 0,4-1 0 0,-2-6 0 16,2 2 0-16,4-2 0 0,3-4-12 0,5 0 8 16,5-2-8-16,4-4 0 0,3-6-23 0,1-4-10 0,4-2-3 0,-1 0 0 31,3-4-60-31,-4 1-13 0,1-2-3 0,-6 2 0 15,-2-1-11-15,-4 1-2 0,-4 0-1 0,-1 2 0 0,-1 0 42 0,-3-2 9 0,-1-1 2 0,-1 1 0 16,-2-1 48-16,0-3 9 0,1 0 3 0,1-6 0 16,1-3 21-16,-1-1 4 0,3-5 0 0,0-1 1 15,-1-2 36-15,-1-1 7 0,2-7 2 0,-2 1 0 16,-1 3 6-16,-1-2 0 0,-2 2 1 0,-1 2 0 16,-2 5 5-16,-4 5 1 0,-3 8 0 0,-2 3 0 15,-2 7 8-15,-3 0 1 0,-4 7 1 0,-1-1 0 16,0 5-19-16,-4-1-4 0,-1 4-1 0,-2 1 0 15,-2 6-35-15,-2 6-7 0,0 5-2 0,-2 9 0 0,-3 11-13 16,-2 7 0-16,0 8-9 0,1 2 9 16,1-1-8-16,1 2 8 0,1-1 0 0,3-1-9 0,5 0 9 0,4-6 0 15,2-1 0-15,4-8 0 0,4-7-16 0,7-7 1 16,4-11 1-16,4-5 0 0,6-3-14 0,3-8-2 16,3-3-1-16,2-5 0 0,4-3-12 0,2-5-2 15,4-7-1-15,-1-3 0 16,0-4-27-16,-3-1-6 0,2-3-1 0,-7-1 0 15,-3 0-27-15,-6-1-5 0,-6 0-2 0</inkml:trace>
  <inkml:trace contextRef="#ctx0" brushRef="#br0" timeOffset="8866.44">27727 3910 1900 0,'-38'-4'84'0,"11"4"18"0,3 0-82 0,8 0-20 0,9 0 0 0,3 1 0 0,0 2 57 0,-2-1 7 0,-4 0 2 0,2 3 0 15,5-2-40-15,10 0-8 0,10 3-2 0,9-2 0 16,11 2 21-16,10 0 4 0,8 0 1 0,8 0 0 15,5-1-26-15,5 0-4 0,5 3-2 16,0-2 0 0,0-1-99-16,-5-1-20 0</inkml:trace>
  <inkml:trace contextRef="#ctx0" brushRef="#br0" timeOffset="9933.28">14593 5850 1728 0,'0'-11'76'0,"2"4"16"0,3-2-73 0,2 5-19 16,0 1 0-16,-1-4 0 0,0 1 54 0,8-4 7 0,5-8 2 16,5-3 0-16,1-2-7 0,-6 4 0 0,-3 3-1 0,-4 3 0 15,-5 3 18-15,-5 4 4 0,0 4 1 0,-4 0 0 16,-1 4-32-16,-5 3-6 0,-4 2-2 0,-5 3 0 16,-8 8-30-16,-7 2-8 0,-8 7 0 0,-3 2 0 15,0-1-13-15,-2 1-4 0,-2 2-1 0,4-2 0 16,3 0-7-16,6-4-2 0,3-3 0 0,5-6 0 15,5-4 16-15,2-4 11 0,4-3-13 0,2-2 5 16,2-3 8-16,2 0 0 0,3 0 0 0,1-2 0 16,2 2 0-16,2 2 11 0,1-2-11 0,1 0 12 0,3 0-12 15,0 3 0-15,2-2 9 0,3 4-9 0,2 1 0 0,2 2 0 16,2 0 0-16,1 2-8 0,2 0 8 0,-1 0-10 16,1-1 10-16,1-3-10 0,1 0 10 0,0-2 0 15,1-2 0-15,0 2-8 0,-2-4 8 0,4 0 0 16,-1 0 8-16,3-3-8 0,1 0 10 0,1-4-2 15,0-2-8-15,1-1 12 0,0-1-2 0,-2-3-1 16,-2-1 0-16,1-2 0 0,0-2 3 0,-5-2 0 16,-3 1 0-16,-7 4 0 0,-4 0 8 0,-5 0 1 15,-5 4 1-15,-4 0 0 0,-6-1 14 0,-7 4 4 16,-5 0 0-16,-6 1 0 0,-5 3-17 0,-4 0-3 16,-2 3-1-16,1-2 0 15,2-1-78-15,6 4-15 0,4-5-3 0,9 1-1083 0</inkml:trace>
  <inkml:trace contextRef="#ctx0" brushRef="#br0" timeOffset="10983.02">27197 5787 1958 0,'0'0'87'0,"-2"1"17"0,1 2-83 0,0-3-21 15,0 0 0-15,0 2 0 0,-2 0 114 0,-1 0 18 16,-1 2 4-16,-3 2 1 0,-5 3-101 0,-4-3-20 15,-4 4-4-15,-5 2 0 0,-4 0-12 0,-5 4 0 0,-4 3 0 0,0 1 0 16,-2 0 0-16,1 1 0 0,2-3 0 0,5-1 0 16,5-2 0-16,7-2 0 0,9-7 0 0,5-2 0 15,4-2 0-15,4-2 0 0,2 0 0 0,2-2 0 16,1 2-16-16,3-3 4 0,2 3 0 0,1 3 1 16,3-3 11-16,1 2 0 0,3 4 0 0,2-1-8 15,1 4 8-15,1 3 0 0,2-2 0 0,0 5 8 16,-1-2 1-16,0 2 1 0,1-1 0 0,-2-2 0 15,1 1 4-15,-1-3 1 0,1-2 0 0,-2-4 0 16,0-2-1-16,-1-2 0 0,1-2 0 0,-3-2 0 16,-3-1 2-16,-1-2 1 0,0-3 0 0,-3-1 0 15,-1-2 7-15,-1 2 0 0,0-4 1 0,-4 2 0 16,0 1-3-16,-1-5-1 0,-2 0 0 0,-1 4 0 0,0-4 1 16,-5 5 0-16,1 0 0 0,-3-1 0 0,-3 3 2 0,0 1 0 15,-4-1 0-15,-1-3 0 0,-6 1-24 0,-4-4 0 16,-4 0 0-16,-2-3 0 0,1 4-47 0,-2-1-13 15,-2 0-4-15,1 0-780 16,4 1-156-16</inkml:trace>
  <inkml:trace contextRef="#ctx0" brushRef="#br0" timeOffset="20601.9">14690 2958 1702 0,'-13'0'76'0,"4"0"15"0,2 0-73 0,2 0-18 0,3 0 0 0,2-3 0 0,-1 2 82 0,-1 0 13 16,-2 1 2-16,0-1 1 0,2-2-35 0,-2-1-7 15,3-2-2-15,0-4 0 0,3 0-31 0,-2-7-7 16,4-3 0-16,-2-6-1 0,3-5-15 0,-1-6 0 15,-2 1 0-15,0-7 0 0,-4-3-9 0,1-3-2 16,-3-5 0-16,-1 3 0 0,1-2 11 0,-4 4-13 16,1 0 5-16,-1 5 8 0,-2-1 0 0,3 2 0 15,1 4 0-15,1 4 0 0,1-3 14 0,2 0 1 16,0 3 0-16,2-2 0 0,0 4 1 0,3-4 1 16,-1 2 0-16,2 3 0 0,0-1 5 0,1-1 1 15,0 3 0-15,1-1 0 0,0 4-11 0,-1-1-1 0,0 5-1 16,-3-2 0-16,0 3-10 0,-1 5 10 0,-2 2-10 15,-2 1 10-15,-1 5-1 0,1 0 0 0,-1 4 0 0,-1 0 0 16,0 2-9-16,0 4 10 0,0-2-10 0,0 4 10 16,0-2-10-16,0 4 0 0,2 0 0 0,-1-1 0 15,-1 3 0-15,1 1 0 0,3 1-9 0,-1 2 9 16,0 2-16-16,1 1 4 0,0 0 1 0,-2 0 0 16,1-1 11-16,-1 1-13 0,0-4 5 0,-2 4 8 15,-3-3-9-15,1-2 9 0,-2 0 0 0,1-2 0 16,2 0-8-16,1-3 8 0,2-2 0 0,3-2 0 15,1-2-30-15,6-6 1 0,4-2 0 0,6-7 0 16,8-7-41-16,8-5-8 0,5-4-2 0,3-3 0 16,-1 2 2-16,-4 3 0 0,-7 6 0 0,-6 7 0 0,-6 7 78 0,-6 2 0 15,-2 10 11-15,-6 0 0 0,0 0 51 0,-3 4 10 16,0-2 3-16,-1 2 0 0,-1 3 8 0,0 0 1 16,2 1 1-16,-3 1 0 0,2 2-29 0,1 1-5 15,1 1-2-15,2 2 0 0,-1 2-28 0,3 2-5 16,2-3-2-16,1 2 0 15,5 4-76-15,3-1-15 0,1 2-3 0,1-4-1 0</inkml:trace>
  <inkml:trace contextRef="#ctx0" brushRef="#br0" timeOffset="21817.53">27012 3000 1555 0,'-14'-4'138'0,"2"-2"-110"0,4 2-28 0,2-1 0 0,3 4 190 0,2-3 33 15,1 2 6-15,-3-4 2 0,1-7-188 0,1-5-43 16,1-6 0-16,2-7 0 0,2-3-12 0,1-2 0 0,0-4-1 0,-1-1 0 15,-1-1-2-15,-2-5 0 0,1-1 0 0,-2 1 0 16,-2 3 3-16,1 0 0 0,0 9 0 0,-1 0 0 16,0 6 12-16,0 4 0 0,1 4 0 0,-1 4 0 15,1-1 0-15,1 4 16 0,-1-1-3 0,2 2-1 16,0-2-12-16,1-1 0 0,1-3 8 0,1 0-8 16,3-4 0-16,0-1-15 0,0-2 3 0,-1-3 1 15,2 1-1-15,0-1 0 0,-2 5 0 0,1 4 0 16,-1-1 12-16,-2 5 0 0,-2 0 0 0,-2 3-8 15,0 5 8-15,-4 3 14 0,1 0-3 0,-4 3-1 16,1 2 15-16,-1 2 3 0,-1 0 1 0,0 4 0 16,-3 1-16-16,-3 0-3 0,0 5-1 0,0 3 0 15,-2 1-9-15,-4 4 0 0,0 1 0 0,-1 5 0 16,-1-1 0-16,-3 3 0 0,3-2 0 0,-2 0 0 16,1-1 0-16,-1 0 0 0,2-6 0 0,2 0 0 0,4-7 0 15,2-3 0-15,7-5 0 0,3-4 0 0,3-4-16 0,4-2-6 16,4-9-1-16,8-4 0 15,6-4-129-15,10-12-25 0,12-12-6 0,7-7-1 16,1-3 60-16,3 0 12 0,-2 4 3 0,-2 6 0 0,-5 9 100 0,-8 7 20 16,-6 11 4-16,-8 8 1 0,-5 5 155 0,-6 7 31 15,-3 3 6-15,-3 1 2 0,-1 3-57 0,0 4-11 16,3 1-2-16,3 5-1 0,1 0-59 0,0 4-12 16,0 1-3-16,-2 0 0 0,-1 1-41 0,-2 1-9 15,3 5-2-15,3-1 0 16,3 1-121-16,3 0-24 0</inkml:trace>
  <inkml:trace contextRef="#ctx0" brushRef="#br0" timeOffset="52633.08">14548 5414 1897 0,'-4'-3'84'0,"2"1"17"0,1 4-81 0,-1-4-20 0,2 2 0 0,0-2 0 16,0 4 33-16,0-2 3 0,2 0 0 0,-4 0 0 15,2-2-36-15,0 2 0 0,0 0 0 0,0 0 0 16,0 0 0-16,-29 17-16 0,13-10 5 0,-7 8 1 16,-4 1-20-16,-5 6-4 0,0 0-1 0,-3 4 0 15,1 3 11-15,-2-2 1 0,-3 1 1 0,2-3 0 16,1-3 22-16,3-2 0 0,1-1 0 0,2-3 0 15,6 0 0-15,1-6 13 0,5-2-1 0,0 0-1 0,5-2 9 16,2-1 1-16,1-1 1 0,1-1 0 0,3 0-13 0,2-2-9 16,3 0 12-16,1 1-12 0,1-2 11 0,3 2-11 15,2-1 10-15,3 4-10 0,2-1 0 0,3 2 0 16,2 0 0-16,0 2 0 0,2 0 0 0,2-1 0 16,0 0 0-16,1-1 0 0,1 0 0 0,0 1 0 15,2-5 0-15,1 1 0 0,-1-3 10 0,1-3-10 16,0-1 10-16,1-4-10 0,0 0 8 0,-2 0-8 15,2-2 0-15,0 0 9 0,-1-3-9 0,-1 2 0 16,-2 0 0-16,-2 0 8 0,-2 4 0 0,-3-2 0 16,-3 2 0-16,-2 4 0 0,-1-1 28 0,-3 2 4 15,-2 2 2-15,-3 0 0 0,-1 0 8 0,0 0 2 16,-1 0 0-16,0 0 0 0,-2 0 1 0,-1-3 1 0,2 2 0 0,-2-4 0 16,4 5-18-16,0 0-3 0,-13-17-1 0,8 8 0 15,0-1-11-15,-1 1-2 0,1-1-1 16,-3-3 0-16,1 1-10 0,-2 0-8 0,0-1 12 0,0 0-12 15,-3 1 0-15,-1 1 0 0,-2-1-10 0,-4 0 10 32,1 2-108-32,-6 1-15 0,0 3-2 0,-6 2-603 0,-3 5-120 0</inkml:trace>
  <inkml:trace contextRef="#ctx0" brushRef="#br0" timeOffset="53817.1">27140 5322 1983 0,'-1'-12'88'16,"-2"3"18"-16,2 2-85 0,0 2-21 0,1 4 0 0,-2-2 0 0,2 3 16 0,-1-4 0 15,-1 2-1-15,-3-2 0 0,-3 4-15 0,-2 0 0 16,-4 3 0-16,-6 7 0 0,-2-1 0 0,-4 7 0 15,-4 6 0-15,0 1 0 0,2 4 0 0,1-5 0 16,3 1 0-16,6-6 0 0,6-5 0 0,6-5 0 16,4-2 0-16,2-5 0 0,2 0 0 0,1-3 12 15,2 3-1-15,1-2-1 0,1 0-10 0,2-3 0 16,2 4 0-16,0-4 8 0,-1 4-8 0,2-4 0 16,2 4 0-16,0-3 0 0,0 2 0 0,1 2 0 0,0-3 0 15,-1 2 0-15,-1 1 0 0,0 0 0 0,-1 0 0 16,-1 0 0-16,2-3 0 0,-2 1 0 0,1-2 0 0,0-2 0 15,2-1 34-15,-2-2 2 0,2-1 0 0,0 0 0 16,-1-1 10-16,1 1 2 0,-3 3 1 0,-2-2 0 16,-1 3-6-16,-2-1-2 0,-1 0 0 0,-2 5 0 15,-2-2-1-15,-1-1-1 0,0 1 0 0,-2 1 0 16,-2-1-3-16,-2 2-1 0,0-5 0 0,-4 1 0 16,-3 0-35-16,-4-4-11 0,-7-2 0 0,-9 2-811 15,-9-2-162-15</inkml:trace>
  <inkml:trace contextRef="#ctx0" brushRef="#br0" timeOffset="106516.87">3749 8657 1569 0,'-6'4'69'0,"1"-2"15"0,0-2-67 0,1 2-17 0,3 0 0 0,0-2 0 16,0 1 91-16,-3 2 14 0,-2 1 3 0,-2 2 1 15,0 2-34-15,-2 0-7 0,2 3-2 0,-1-4 0 16,0 3-30-16,0 1-7 0,-2-1-1 0,0 3 0 15,0-1-6-15,-2 2-2 0,0 2 0 0,-1 2 0 16,1 1-2-16,-1-1-1 0,-1 2 0 0,0-1 0 16,3-1-6-16,-2 2-2 0,1-1 0 0,0-1 0 15,4 2-9-15,-1-4 8 0,-1 0-8 0,1 3 8 16,0-1-8-16,-1 1 0 0,0-3 0 0,-3 0 0 0,2 2 0 0,-2 2 0 16,0-1 0-16,-2-1 0 0,1 2 0 0,-1-1 0 15,0-3 0-15,3-1 0 0,-2 1-11 0,4-4 11 16,0 2-8-16,2-2 8 0,2-2-24 0,0 0 1 15,2-2 0-15,3 0 0 0,-2 0-21 0,0-1-4 16,2-1 0-16,-2 0-1 0,2-2-4 0,-1 2-1 16,2-2 0-16,-1 1 0 15,0-2-22-15,0-2-4 0,1-1 0 0,-1-1-729 0</inkml:trace>
  <inkml:trace contextRef="#ctx0" brushRef="#br0" timeOffset="106899.98">3295 8898 1440 0,'-18'-3'128'0,"5"-4"-103"0,4 4-25 0,4 0 0 16,2 3 160-16,3-3 28 0,0 3 4 0,-1-7 2 16,0-1-129-16,-2-5-25 0,6 0-6 0,4-6-1 15,5 3-23-15,3-2-10 0,4 4 8 0,1-1-8 16,1-1 0-16,1 1 0 0,0 2 0 0,-1-1 0 15,0 2 0-15,-3 3 0 0,-4 0 0 0,-4 4 0 16,-1 3 0-16,-5-1 0 0,-1 6 0 0,-1-1 0 16,-1 2 0-16,-2 0 0 0,-2 5 10 0,-2 0-10 15,0 7 37-15,-3-1 1 0,0 3 0 0,-2 3 0 16,3-2-5-16,-1 2-1 0,2 2 0 0,3-4 0 16,4 0-22-16,1 0-10 0,3-3 8 0,0-3-8 0,3 2 0 0,-1-3 0 15,2 0 0-15,2 2 0 0,2-1 0 16,-2-1 0-16,1-2 0 0,-2-1 0 0,3 2 0 0,-2 0 0 15,-1-1 0-15,-1 0 0 0,-1 2 0 0,0-2 0 16,-2-1 0-16,1-3 0 0,-2 1-11 0,-1 2 3 16,1-2 0-16,-1 2 0 0,1-3-34 0,-2 0-6 15,2-2-2-15,2 2 0 16,0-3-167-16,-1-3-34 0</inkml:trace>
  <inkml:trace contextRef="#ctx0" brushRef="#br0" timeOffset="107299.9">3203 8891 2134 0,'-20'0'95'0,"5"0"19"0,3 1-91 0,4 2-23 0,5-3 0 0,-1 0 0 16,0 3 67-16,-2 0 9 0,-1 3 1 0,-3 0 1 15,0 4-61-15,4-2-17 0,3 0 0 0,4-4 8 16,3 1-8-16,2-4 0 0,4-1 0 0,2-2 0 16,3-3 0-16,4-4 0 0,2-3 0 0,2-2 8 15,5-5 11-15,-1-2 1 0,5 2 1 0,-1-1 0 16,1-1 8-16,0 5 2 0,-1 2 0 0,0 2 0 16,-3 3-11-16,0 3-3 0,-4 5 0 0,-3-2 0 15,-2 3-9-15,-4 0-8 0,1 3 12 0,-5 0-12 0,0 4 0 0,-1-1 0 16,-1-2 0-16,-1 2 0 0,1 0 0 0,-2-2 0 15,2-1 0-15,0 0 0 0,2-1 8 0,-1-2-8 16,2 0 0-16,0-2 0 0,2-4 0 0,1 2 0 16,1-2 8-16,-2 0-8 0,-2-1 8 0,0-3-8 15,2 2 9-15,-1-2-9 0,0-2 8 0,-2-1-8 16,-4 0 0-16,2 3 0 16,-3-3-69-16,-1 3-20 0,-1-1-4 0,-4-1-1029 0</inkml:trace>
  <inkml:trace contextRef="#ctx0" brushRef="#br0" timeOffset="107782.68">3184 9097 1036 0,'-4'0'92'0,"2"0"-73"0,1 0-19 0,2 0 0 0,0 0 199 0,2 3 36 16,-2-3 7-16,3 1 2 0,1 4-192 0,1-1-37 16,2 2-15-16,1 0 11 0,0 4-11 0,-2-1 0 15,1 1 9-15,-1 2-9 0,-1-2 0 0,-1 0 0 0,1 2 0 0,-2-2-576 16,1 2-113-16</inkml:trace>
  <inkml:trace contextRef="#ctx0" brushRef="#br0" timeOffset="108049.89">3488 8608 1670 0,'-15'-1'148'0,"4"-2"-118"0,3 3-30 0,3 0 0 16,2 0 128-16,2 0 19 0,0 3 4 0,-2-2 1 15,0 2-97-15,-2 6-19 0,0 1-4 0,-1 5-1 16,-2 7-23-16,1 3-8 0,-3 3 0 0,0 6 9 15,0 3-9-15,-1 0 12 0,0 5-12 0,-2-1 12 0,1 1-12 0,0 1 0 16,-1-2 0-16,0-3 0 0,-3-3 0 0,1-4 0 16,0-2 0-16,-1-4 0 0,2-3 0 0,-1-3-9 15,4-3 9-15,0-4-13 0,1-4-25 0,4-3-5 16,1-2-1-16,1-3 0 16,2-2-107-16,1-4-21 0,-1-2-5 0</inkml:trace>
  <inkml:trace contextRef="#ctx0" brushRef="#br0" timeOffset="108250.27">3220 8860 172 0,'-5'0'8'0,"1"0"1"0,1 0-9 0,0 0 0 15,2 0 0-15,1 0 0 0,-1 0 440 0,1 0 87 16,-2 3 17-16,4 0 3 0,0 7-413 0,3 0-82 16,4 6-17-16,1 5-3 0,2 5-32 0,0 3 0 0,3 1 0 0,-1 0 0 15,-1 1 0-15,1 0 0 0,1-3 0 0,-2-2 0 16,0-3 0-16,-3-7 0 0,-3-1 0 0,-2-3 0 15,0-2-39-15,-3-4-4 0,0-2-1 0,-4-2 0 32,-2-2-138-32,-4-2-28 0</inkml:trace>
  <inkml:trace contextRef="#ctx0" brushRef="#br0" timeOffset="108400.18">3131 8806 230 0,'-7'-7'20'0,"2"5"-20"0,3 2 0 0,2 0 0 16,2 2 414-16,-2-2 78 0,0 0 16 0,0 0 4 0,3 4-339 15,5 2-67-15,7 8-14 0,3 4-2 0,4 7-58 0,4 5-12 16,6 7-3-16,3 5 0 0,1 4-8 0,4-4-1 16,2-4-8-16,2-1 12 0,7-6-20 0,3-2-5 15,4-3-1-15</inkml:trace>
  <inkml:trace contextRef="#ctx0" brushRef="#br0" timeOffset="121967.39">17470 10715 1440 0,'-5'-3'128'0,"1"0"-103"0,3 3-25 0,1 0 0 15,1 0 151-15,-2 0 25 0,-1 0 4 0,-1-3 2 16,1 0-130-16,-1 3-27 0,3-3-5 0,-1 1 0 0,2 2-20 16,0-2 0-16,3 0 0 0,0 2 0 0,1-3 0 15,1 2 0-15,0-1 0 0,-1 0 0 0,3 0 0 0,-2 0 0 16,1 0 0-16,-1 0 0 0,1 2 0 0,-3 0 0 16,3 0 0-16,-4 0 0 0,2 2 16 0,0 2-4 15,1 0-1-15,1 2 0 0,-1 0-11 0,0 3 12 16,3-3-12-16,1 4 12 0,1-3-12 0,2 2 0 15,3-2 9-15,0-2-9 0,3-1 19 0,-1-2-1 16,1 2 0-16,0-4 0 0,-1 3 14 0,1-3 2 16,0 0 1-16,0-3 0 0,0 3-6 0,-2-2-1 15,0 0 0-15,-1 2 0 0,-1 0-10 0,-3 0-2 16,1-2-1-16,-2 2 0 0,-4 0-7 0,1 0-8 16,-2-2 11-16,-2 2-11 0,1 0 8 0,-3 0-8 15,1 0 0-15,-1 0 0 0,-1 0 0 0,1 0 0 0,-1 0 0 16,-1 2 0-16,1-4-12 0,-1 2-2 0,0-2-1 0,0 2-748 15,1-2-149 1</inkml:trace>
  <inkml:trace contextRef="#ctx0" brushRef="#br0" timeOffset="126783.69">19488 10479 57 0,'-6'8'0'0,"0"-4"0"16,1-3 0-16,0 4 0 0,4-5 291 0,-1 2 53 16,2 0 10-16,-2 0 2 0,-2 2-232 0,-2 2-48 15,2 2-8-15,-1-2-3 0,4 0-42 0,-1-1-9 16,0-1-2-16,2-3 0 0,-1 2-12 0,1-1 0 0,1-2 8 0,-1 0-8 16,0 1 0-16,2-1 0 0,-2 0 8 0,0-1-8 15,1 1 0-15,-1 0 11 0,0 0-11 0,0 0 10 16,0 0-1-16,0 0 0 0,0 0 0 0,0 0 0 15,0 0 2-15,0 0 0 0,0 0 0 0,0 0 0 16,0 0 9-16,0 0 1 0,0 0 1 0,0 0 0 16,17-12 3-16,-14 9 1 0,-2 3 0 0,0-1 0 15,0 1-10-15,1 0-3 0,-2 0 0 0,0 0 0 16,0 1-4-16,-3 2-1 0,2-3 0 0,-2 2 0 16,3-2-8-16,0 0 0 0,0 0 0 0,0 0 8 15,0 0-8-15,0 0 0 0,-18 10 0 0,17-10 0 16,1 0 0-16,1 0 0 0,-1 0 0 0,1-2 0 0,0 0 0 15,1 1 0-15,0 0 0 0,-1-2 0 0,2 2 0 0,-1 1 0 16,-2 0 0-16,0 0 0 0,0 0 0 16,0 0 12-16,0 0-2 0,0 0 0 0,0 0 10 0,0 0 1 15,0 0 1-15,0 0 0 0,0 0-5 0,0 0-1 16,0 0 0-16,0 0 0 0,0 0-16 0,0 0 0 16,0 0 0-16,0 0 0 0,0 0 0 0,0 0 0 15,0 0 8-15,0 0-8 0,0 0 0 0,0 0 0 16,19-9 0-16,-18 9 0 0,0 0 0 0,-1 0 0 15,1 0 0-15,-1 0 0 0,0 0 0 0,0 0 0 16,-1 3 0-16,1-3 0 0,0 0 0 0,-1 0 0 16,1 0 0-16,0 0 0 0,0 0 12 0,0 0-12 15,0 0 12-15,0 0-12 0,0 0 11 0,0 0-11 16,0 0 10-16,0 0-10 0,0 0 0 0,0 0 0 16,0 0 0-16,9-19 0 0,-8 16 0 0,0 0 0 0,0 3 0 0,-1-2 0 15,0 2 0-15,0 0 0 0,2 0 0 0,-2 0 0 16,0 0 0-16,0 0 0 0,0 0 0 0,0 0 9 15,0 0-9-15,0 0 0 0,0 0 0 0,0 0 8 16,0 0-8-16,19 5 0 0,-14-5 0 0,1 1 0 16,-1 1 0-16,2-2 0 0,-1 3 0 0,-1-3 0 15,1 1 0-15,-2 2 0 0,1-2 9 0,-2 1-9 16,1-2 0-16,0 3 8 0,-2-3-8 0,1 1 0 16,-1-1 16-16,-1 0 0 0,1 0-1 0,-1-1 0 15,1 1 8-15,0-3 1 0,-1 3 1 0,0-2 0 16,1 1-8-16,0-2-1 0,-1 2-1 0,0-2 0 0,0 1-6 15,1 1-1-15,-1-2 0 0,-1 3 0 16,1 0-8-16,-1-2 0 0,1 2 0 0,1 0 0 0,-1 0 0 16,-1 0 0-16,0 0 0 0,0 0 0 0,0 0 0 0,0 0 0 15,0 0 0-15,0 0 0 0,0 0 0 0,18 8 0 16,-14-5 0-16,1-3 0 0,0 1 0 16,0-1 0-16,1 3 0 0,-1-2 0 0,3 1 0 0,-2-2 0 15,-1 0 0-15,0 3 0 0,1-3 0 0,-1 0 0 16,0 0 0-16,-2 0 0 0,2 0 11 0,-1-3-3 15,0 3-8-15,1 0 12 0,-2-2-3 0,1 1-1 16,0 1 0-16,-2 0 0 0,3 0-8 0,-4-3 12 16,2 3-12-16,-1-1 12 0,0 1-12 0,-1 0 0 15,0-3 0-15,2 3 0 0,-2 0 0 0,0 0 0 16,2 3 0-16,-1-3 0 0,0 0 0 0,2 0 0 16,0 0 0-16,0 0 0 0,-1 1 0 0,2-1 0 15,1 0 0-15,1 0 0 0,0-1 0 0,0 1 0 0,2 0 0 16,-1-3 0-16,-1 3 0 0,0-2 0 0,1 1 0 0,-2 1 0 15,1 0 0-15,1-3 0 0,-3 3 0 0,0 0 0 16,0 0 0-16,-2 0 0 0,1 0 0 0,-1 0 0 16,-1 3 0-16,1-6 0 0,-1 3 0 0,-1 0 0 15,0 0 0-15,2 0 0 0,-1 0 8 0,1 0-8 16,-1-2 0-16,1 2 0 0,1-2 0 0,2 0 0 16,-1 2 0-16,1-4 0 0,0 2 0 0,0-1 0 15,-1 2 0-15,-1-3 0 0,1 2 0 0,-1 2 0 16,-1-3 0-16,0 2 0 0,-1 1 0 0,-1 0 0 15,1-2 0-15,-4 2 0 0,2 2-9 0,0-2 9 16,-1 0 0-16,0 0 0 0,0 1 0 0,-1 2 0 0,2-3-9 16,0 0 9-16,0 0 0 0,0 0-9 0,0 0 9 0,0 0 0 15,0 0 0-15,0 0 0 32,0 0-116-32,0 0-17 0</inkml:trace>
  <inkml:trace contextRef="#ctx0" brushRef="#br0" timeOffset="128268.82">21573 10105 1670 0,'-10'0'148'0,"3"2"-118"0,2 0-30 0,3-2 0 16,4 0 105-16,-4 0 15 0,-1 0 4 0,-4 0 0 16,-1 0-96-16,2 0-18 0,-1 0-10 0,3-4 10 15,0 4-1-15,0-5 0 0,3 4 0 0,0-1 0 0,1-2 15 0,0 1 4 16,0 0 0-16,0-1 0 0,0 2-10 16,0-1-2-16,-2 2 0 0,2-2 0 0,-2 3 11 0,2 0 1 15,-3-2 1-15,0 2 0 0,-1 0-2 0,0 0-1 16,1 2 0-16,-1-2 0 0,-1 4-18 0,0-1-8 15,1 0 8-15,-2 0-8 0,-1 0 0 0,-2 2 0 16,-1 3 0-16,-1 0 0 0,1-1-10 0,-2 3-1 16,-2 2 0-16,-1-1 0 0,0 4-1 0,1-3-1 15,0 1 0-15,0 3 0 0,5-4 13 16,0-2 0-16,3 0-10 0,3-4 10 0,2-2 0 0,1-2 0 16,4-2 0-16,1 0 0 0,3-2-24 0,3 1 4 15,2 1 0-15,0-3 0 0,1 3 11 0,1-4 9 16,0 4-12-16,-2-3 12 0,1 0 0 0,-2 3 0 0,-1-2 0 15,1 2 0-15,-4-2 16 0,-2 2 1 0,1 0 0 0,-3 0 0 16,0 0 2-16,0 0 0 0,-2 2 0 16,1-2 0-16,-2 2-11 0,2-2-8 0,-2 0 12 0,1 0-12 15,1 0 0-15,-1 0 0 0,1 0 0 0,-1 0 0 16,1 0 0-16,-1-2 0 0,2 0 0 0,-2 0 0 16,2-2 9-16,-2 2-9 0,0-1 0 0,-1 2 9 15,0-1 3-15,-1 2 0 0,0-3 0 0,0 2 0 16,0 1 12-16,0 0 2 0,-1-4 1 0,-2 3 0 15,1 0 5-15,1-3 0 0,0 2 1 0,-2-2 0 16,1 1-16-16,-2-3-3 0,-1 0-1 0,-1-1 0 16,-2-5-13-16,-3 0-10 0,-2-2 2 0,-3-4 0 15,-3-2-120-15,0-2-24 0,2 3-5 16,-5-3-923-16</inkml:trace>
  <inkml:trace contextRef="#ctx0" brushRef="#br0" timeOffset="130550.58">19648 10601 864 0,'0'-5'38'0,"-2"2"8"0,1 0-37 0,0 2-9 16,1 1 0-16,0 0 0 0,0 0 314 0,0 0 61 15,0 0 12-15,0 0 2 0,0 1-282 0,0-1-57 16,0 0-11-16,0 0-3 0,0 0-27 0,0 0-9 0,0 0 0 16,0 0 0-16,0 0 0 0,0 0 0 15,13 16 0-15,-8-13 0 0,0-3 0 0,0 0 0 0,3 0 0 0,-2 0 0 16,0 0 0-16,1-3 0 0,0 2 0 0,-1 1 10 16,1 0 10-16,-1 0 3 0,2 0 0 0,-2 0 0 15,3 1-5-15,-2 2-1 0,1-3 0 0,-1 2 0 16,3-1-6-16,-1 2-2 0,2-3 0 0,0 3 0 15,0 0-9-15,1-1 8 0,3 0-8 0,1 0 8 16,0-2-8-16,3 0 12 0,-1 0-12 0,1-2 12 16,-2 2 0-16,2-2 0 0,-1 0 0 0,0 2 0 15,-2-3-12-15,-3 2 10 0,2 1-10 0,-4 0 10 16,0 0-10-16,1 1 0 0,-3 2 0 0,0-3 0 0,0 0 0 0,1 2 8 16,0 0-8-16,1 0 0 0,-1-2 0 15,1 1 0-15,1 1 0 0,-1-1 0 0,0-1 0 0,0 2 0 16,1-4 0-16,0 2 0 0,2-1 0 0,-2-1 0 15,-1 1 8-15,0 1-8 0,2-2 0 0,-2 2 8 16,-1 0-8-16,-2 0 8 0,0 0-8 0,-1 0 10 16,-1 2-10-16,0-1 10 0,1 1-10 0,-2 1 0 15,1-1 9-15,-1 0-9 0,0 1 8 0,0-2-8 16,1 4 8-16,1-5-8 0,1 1 0 0,-1-1 0 16,3 2 0-16,0-4 0 0,0 2 0 0,1-1 0 15,0-2 0-15,1 3 8 0,1-3-8 0,0 0 0 16,-3 3 0-16,3-2 0 0,-2 0 0 0,0 2 0 15,-1 0 0-15,-2 0 0 0,0-2 0 0,-1 2 0 0,1 2 0 16,-2-2 8-16,-1 0-8 0,1 0 0 0,-1 2 8 16,1 0-8-16,0-2 8 0,0 0-8 0,2 0 8 0,-1 0-8 15,1-2 0-15,-1 0 0 0,-1 2 0 0,0 0 8 16,1-2-8-16,-2 2 0 0,1 0 0 0,0 0 0 16,-1 2 0-16,0-2 0 0,0 0 0 0,-2 2 0 15,2 0 0-15,0-2 0 0,-1 3 0 0,1-3 0 16,0 1 0-16,-1 1 0 0,-1-2 0 0,2 3 0 15,0-3 0-15,-1 0 0 0,0 3 0 0,-1-3 0 16,0 3 0-16,-1-3 9 0,2 0-9 0,-1 1 0 16,-1 2 8-16,0-3-8 0,1 1 0 0,-1-1 0 15,1 1 0-15,1 0 0 0,-1-1 0 0,2 0 0 16,-1-1 0-16,1 0 0 0,1 0 0 0,-1-2 0 16,2 2 11-16,0-2-11 15,-1 0 10-15,0 3-10 0,0-3 19 0,-1 0-3 0,1 0 0 0,-1 1 0 0,0 0-2 0,0 2-1 16,-1-2 0-16,-2 1 0 0,2 1-13 0,-3 0 0 15,3 1 8-15,-2-1-8 0,1 2 0 0,-1-2 0 16,2 2 0-16,-1 0 0 0,0 1 0 0,0-3 0 16,2 3 0-16,0-3 0 0,0 3 0 0,0-2-8 15,0 1 8-15,-1-2 0 0,0 3 0 0,0-3 0 16,-2 0 0-16,0 0 0 0,0 0 0 0,-1 0 0 16,1 0 0-16,-2 0 0 0,1 0 0 0,-1 0 0 15,0 0 0-15,0 0 9 0,-1-3-9 0,1 3 0 16,0 0 9-16,0 0-9 0,0 0 8 0,0 0-8 15,0 0 10-15,0 0-10 0,0 0 10 0,0 0-10 16,0 0 10-16,0 0-10 0,-12-19 0 0,12 16 0 16,-1-1 0-16,1-1 0 0,-1 2 0 0,2-1 0 0,-2-1 0 15,1 0 0-15,-1 3 0 0,-1-4 0 16,1 2 0-16,-2-2 0 0,-1-1 0 0,0 1 8 0,-1 0-8 0,-1 0 0 16,0-3 8-16,0 2-8 0,-1-3 0 0,1 1 9 15,0-1-9-15,0 0 0 0,0-1 0 0,1 0 0 16,0-1 0-16,0-1 0 0,2 1 0 0,-2 2 0 15,3-2-9-15,-1 2 9 0,1-2 0 0,-2 2 0 16,2 1 0-16,-2-3 0 0,2 4 0 0,-2-3 0 16,1 4 0-16,0 1 0 0,0-3 0 0,0 3 0 15,0 1-8-15,-1 0 8 0,2 1 0 0,-2 0 0 16,2 4 0-16,-2-2-8 0,2-2 8 0,0 4 0 16,0 0 0-16,-1 0-8 0,2-2 8 0,0 2 0 0,0 0 0 15,-1-2-8-15,1 2 8 0,1 0 0 0,-1 0 0 16,1 0 0-16,0-1 0 0,0 1 0 0,0 0 0 0,0 0 0 15,0 0 0-15,0 0 0 0,0 0 0 0,0 0 0 16,0 0 0-16,0 0 0 0,0 0 0 0,0 0 0 16,0 0 0-16,0 0 0 0,0 0 0 0,0 0 0 15,0 0 0-15,0 0 0 0,0 0 0 0,0 0 0 16,-16-13 0-16,13 13 0 0,0-3 0 0,0 2 0 16,1 1 0-16,-1-3 0 0,1 1 0 0,-1 1 0 15,1 1 0-15,-1-3 0 0,0 2 0 0,1 0 0 16,0 0 0-16,-1 1 0 0,2-3 0 0,-1 3 0 15,1-1 0-15,-2 1 0 0,2 0 0 0,-2 0 0 16,0 0 0-16,-2 0 0 0,1 1 0 0,-3 2 0 16,-2-3 0-16,-2 2 0 0,-2 2 0 0,0-3 0 15,-3 1 0-15,0 1 0 0,0-3 0 0,-2 4 0 0,0-4 0 16,0 2 0-16,1-2 0 0,1 0 0 0,-1-2 0 0,-1 2 0 16,4-4 0-16,-2 4 0 0,1-5 0 0,-1 4 0 15,1-4 0-15,-1 4 0 0,0-3 0 0,-2-1 0 16,2 4 0-16,-2-2 0 0,-2 1 0 0,-1 2 0 15,-1 2 0-15,-2 1 0 0,-1-2 0 0,-2 4 0 16,1 0 0-16,0 0 0 0,3 1 0 0,-1-2 0 16,2-1 0-16,2 2 0 0,3-3 0 0,2 0 0 15,1-2 0-15,2 0 0 0,2 0 0 0,-1 0 0 16,1 0 0-16,2-2 0 0,-1 0 0 0,0 0 0 16,-2 2 0-16,0 0 0 0,1-3 0 0,-2 3 0 15,-1 0 0-15,1 3 0 0,-2-3 0 0,0 2 0 16,-1 2 0-16,0-2 0 0,-1 3 0 0,0 0 9 0,1-1-9 15,0-1 0-15,0 0 0 0,3 0-11 0,1 0 11 16,1-1 0-16,1-1 0 0,0-1 0 0,2 0 0 0,1 0 0 16,0-1 0-16,0-1 0 0,-2 2 0 0,2 0-8 15,0-2 8-15,0 2 0 0,-1-1 0 0,1 1-8 16,0-3 8-16,1 3 0 0,0 0-9 0,1 0 9 16,1 3-10-16,0-3 10 0,-1 0-12 0,2 0 12 15,1 0-13-15,0 1 5 0,1-1 8 0,0 0-8 16,0 0 8-16,0 0-8 0,1 0 8 0,-1 0 0 15,0 0 0-15,0 0 0 0,0 0 0 0,0 0-8 16,0 0 8-16,0 0 0 0,0 0 0 0,0 0 0 16,0 0 0-16,0 0 0 0,0 0 0 0,0 0 0 15,0 0 0-15,0 0-8 0,0 0 8 0,0 0 0 16,17 15 0-16,-16-11 0 0,2-2 0 0,-2-1 0 0,0 4 0 16,2-4 0-16,-2 3 0 0,0 1 0 0,-1-1 0 0,1 2 0 15,-3 3 0-15,2 1 0 0,-2 2 0 0,-1 4 0 16,-1 3 0-16,1 3 0 0,-2 0 0 0,-2 4 0 15,3-1 0-15,-4 1 0 0,3-4 0 0,0-1 0 16,2-5 0-16,0-6 0 0,3-3 0 0,1-2 0 16,3-3-20-16,1-2 0 0,1-2 1 0,0-1 0 15,0 0-32-15,2-6-6 0,2 2-2 0,0-4 0 16,1 0-27-16,0-2-6 0,0-3 0 16,1 0-1-16,-2 4-114 15,0-3-22-15,1 1-5 0</inkml:trace>
  <inkml:trace contextRef="#ctx0" brushRef="#br0" timeOffset="130917.1">19957 10292 1389 0,'3'0'61'0,"-1"-2"14"0,-1 2-60 0,-1 0-15 0,0 0 0 0,0-2 0 0,0 2 122 0,0 0 22 16,0 2 4-16,-1 0 0 0,-2-1-32 0,3-1-8 16,0 0 0-16,0 0-1 0,-17 18-37 0,11-15-7 15,-3 5-2-15,-1 0 0 0,0 1-40 0,-1 2-8 16,1 2-1-16,-2 1-1 0,-2 2-11 0,1 3 0 15,-1 0-12-15,0 0 12 0,3 4-34 0,-1-1 1 16,2-1 0-16,1-5 0 0,4 0-32 0,4-6-7 16,2-1 0-16,4-6-1 15,4 0-23-15,2-6-4 0,4-3 0 0,2-3-1 0,2-2 29 0,2-4 5 16,4-4 2-16,-1 0 0 0,0-2 48 0,1 4 17 0,-1-2-12 0,0 1 12 16,-2 4 0-16,-3-1 13 0,-1 5-1 0,-4 0 0 15,-3 6 20-15,-2 2 4 0,-2 0 1 0,-1 2 0 16,-2 2 1-16,-2 2 0 0,1 2 0 0,-4 0 0 15,1 1-8-15,-2 2-2 0,-1 0 0 0,-2 5 0 16,-1 1 7-16,-2 2 1 0,-1 4 0 0,2-3 0 16,0 2-16-16,-2-1-4 0,2-3 0 0,0 0 0 15,1-4-16-15,2-2 0 0,2-6 0 0,-1 1-9 32,3-5-102-32,0 0-20 0,3-3-4 0</inkml:trace>
  <inkml:trace contextRef="#ctx0" brushRef="#br0" timeOffset="131049.93">20267 10356 1483 0,'1'-1'65'16,"-1"1"15"-16,0 0-64 0,0 0-16 0,0 0 0 0,-1 1 0 0,1 2 103 16,-2 1 17-16,-1 2 4 0,-4 2 1 0,-2 6-57 0,-2 5-11 15,-1 2-2-15,-2-2-1 0,0 6-43 0,2-3-11 16,1 1 0-16,3-5 0 16,3-1-124-16,4-5-26 0,4-5-6 0</inkml:trace>
  <inkml:trace contextRef="#ctx0" brushRef="#br0" timeOffset="131217.87">20315 10501 230 0,'8'0'20'0,"-5"0"-20"16,1-2 0-16,-1 0 0 0,-1 2 306 0,-1 0 57 16,2-2 11-16,1 2 2 0,3-3-252 0,3 0-52 15,2-1-9-15,2 0-3 0,-2 2-46 0,-1-2-14 16,-1 2 0-16,-2 2 8 0,-2 0-31 0,-1 0-5 16,-2 2-2-16,-1 2 0 0,-1-1-22 0,-1 4-4 0,-1 1 0 0,-3-2-1 15,1 4 11-15,-1 0 2 0,-1 0 1 0,0 3 0 16,1-4 11-16,0 3 3 0,3-6 0 0,1-3-351 15,2 1-71-15</inkml:trace>
  <inkml:trace contextRef="#ctx0" brushRef="#br0" timeOffset="131350.63">20861 10322 1677 0,'-7'8'74'0,"1"-1"16"0,1 1-72 0,2 2-18 0,0-6 0 0,2 0 0 16,0 2 41-16,-2 6 5 0,-1 3 1 0,1 5 0 15,2-2-156-15,-2 1-31 0</inkml:trace>
  <inkml:trace contextRef="#ctx0" brushRef="#br0" timeOffset="131549.76">20790 10558 633 0,'-9'6'56'0,"3"0"-44"15,3-2-12-15,1-2 0 0,1 2 232 0,-1 0 44 16,-6 5 8-16,-3 4 3 0,-4 6-237 0,-3 2-50 16,-2 1 0-16,3-2-735 0</inkml:trace>
  <inkml:trace contextRef="#ctx0" brushRef="#br0" timeOffset="131749.84">20837 10548 345 0,'-4'7'15'0,"1"-2"4"0,0 2-19 0,2-6 0 0,0 1 0 0,1-1 0 15,0 2 284-15,-1-1 54 0,-1 5 10 0,0 3 3 16,-2-2-226-16,0 3-45 0,-1 2-8 0,-1-1-3 15,-1 0-21-15,-3 1-5 0,0-3-1 0,-1 0 0 0,1-1-42 0,-1 3-17 16,0-3 1-16,1-2 0 16,-1-1-172-16,2-6-35 0</inkml:trace>
  <inkml:trace contextRef="#ctx0" brushRef="#br0" timeOffset="132016.07">20817 10359 172 0,'-13'8'16'0,"0"0"-16"0,6-2 0 0,2-3 0 16,1 0 270-16,-3 1 51 0,-9 7 11 0,-8 5 1 15,-4 4-236-15,-1-2-47 0,3-1-10 0,7-9-1 16,1 2-31-16,5-6-8 0,-1 0 0 0,4-2 0 16,0-2-25-16,2 0-10 0,-1-2-1 0,0 0-1 15,2 0-96 1,0-2-19-16</inkml:trace>
  <inkml:trace contextRef="#ctx0" brushRef="#br0" timeOffset="132183.71">20662 10317 1555 0,'-17'10'68'15,"5"-3"16"-15,0 4-68 0,3-3-16 0,4-2 0 0,3 0 0 0,-3 3 88 16,-3 2 13-16,-4 10 3 0,-3 4 1 0,-1-2-105 0,2 2-20 16,1-5-5-16,2-3-1 15,0-1-183-15,1-6-37 0</inkml:trace>
  <inkml:trace contextRef="#ctx0" brushRef="#br0" timeOffset="134533.72">19959 8652 806 0,'1'-1'72'0,"-1"1"-58"0,0 0-14 0,-1 0 0 15,1 0 215-15,-1 0 40 0,0 0 8 0,-2 0 1 16,1-2-88-16,-3 2-17 0,1-3-4 0,-1 3-1 16,1-1-86-16,-2-2-16 0,1 2-4 0,0-1-1 15,2-1-47-15,-2 0 0 0,1 0 0 0,2-1 0 0,-2 1-15 0,1 0 4 16,1-1 1-16,-1 1 0 0,1 0 10 0,-2 1 0 16,1 1 0-16,-2 1-8 0,1 0 8 0,-1 0 0 15,0 1 0-15,0 2 0 0,-1 2 12 0,-2-1-1 16,1 2-1-16,0 1 0 0,-2-1-2 0,0 1-8 15,1 2 12-15,0-1-4 0,1-1-8 0,-2 0 0 16,0 3 0-16,0 0 8 0,-1 1-8 0,0-1 0 16,-1 2 0-16,0-2 0 0,-3 4 0 0,-1-2 0 15,0 0 0-15,-1 1 0 0,0-1-12 0,1 1 1 16,0-4 1-16,3 1 0 0,2 0-2 0,3-1-1 16,1 0 0-16,2-6 0 0,1 3 4 0,2-4 1 15,0 0 0-15,1 1 0 0,1-3 8 0,2 0 0 16,-1 0-9-16,1 1 9 0,0-1 0 0,1 0 0 15,0 2 0-15,-1 1 0 0,2-3 0 0,0 1 0 16,0 1 0-16,0-2 0 0,0 3 0 0,1-2 0 0,2 2 0 16,-1 0 0-16,2 0 0 0,-1-2 0 0,1 4 0 0,2-1 0 15,-1-1 0-15,1 2 0 0,0-3 0 0,1 0 0 16,-3 2 0-16,3-2 0 0,-3 0-9 0,1 0 9 16,-1 0 0-16,-3 2 0 0,2-1 0 0,-3-2 0 15,1 1 0-15,-3 0 0 0,2-1 0 0,0 0 0 16,-1 2 0-16,0-3 0 0,2 0 0 0,-2-3 0 15,1 2 0-15,-3 2 0 0,2-2 0 0,-1 0 0 16,0-1 0-16,-1 2 0 0,1-2 0 0,-2 1 0 16,0 1 0-16,1 0 0 0,-2-3 0 0,1 3 0 15,-1 0 8-15,-1-2-8 0,1 2 0 0,-2-2 0 16,2 2 17-16,0 0-2 0,0 0-1 0,0 0 0 16,0 0 1-16,0 0 0 0,0 0 0 0,-1-24 0 0,1 20 1 0,0-2 1 15,0 0 0-15,1-3 0 0,-1 3-7 16,0-2-2-16,3 0 0 0,-2-2 0 0,2 1-8 0,-2-2 0 15,1 2 0-15,-1-3 0 0,1 2 0 0,-1 0 0 16,-1 2 0-16,0 0 0 0,-1 0 0 0,-1 1 0 16,1-1 0-16,-2 3 0 0,-2-1 0 0,-2 1 0 15,1 1 0-15,-1 0 0 16,-6-1-96-16,0 0-24 0</inkml:trace>
  <inkml:trace contextRef="#ctx0" brushRef="#br0" timeOffset="139635.13">20030 8118 345 0,'-13'9'31'0,"6"-3"-31"0,1-2 0 0,1-1 0 0,1 0 189 0,2-1 32 15,-2 0 7-15,-4 2 0 0,-3 0-53 0,-4 2-11 16,-3 2-3-16,1-2 0 0,2-1-45 0,4 1-8 15,2-5-3-15,3 2 0 0,0-1-69 0,1 2-13 16,1-3-3-16,1 4-1 0,1-4-19 0,1 2 0 16,1-1 0-16,0 5 0 0,1-4 0 0,0 3 0 15,2 1-8-15,-1-1 8 0,1 0-9 0,-2 0 9 16,-1 4-8-16,1 0 8 0,-2 2 0 0,-2 4 0 16,1 3 0-16,-2 1 0 0,-1-2 0 0,-1 11 0 15,-4 3 0-15,-3 6 0 0,-1 5 0 0,-1 0 0 16,0 0 0-16,1-2 0 0,0-1 0 0,2-4 0 15,2-1 0-15,2-4 0 0,2-5 0 0,2-4 0 16,2-3-9-16,1-6 9 0,2 0-39 0,0-5-3 0,0-2-1 0,1-2 0 31,1-1-146-31,-3-3-30 0</inkml:trace>
  <inkml:trace contextRef="#ctx0" brushRef="#br0" timeOffset="139899.94">19656 8689 1195 0,'-16'-2'52'0,"3"1"12"0,0 1-51 0,6-3-13 0,2 3 0 0,2 0 0 16,0 0 70-16,-6-2 11 0,-3 2 3 0,-2-1 0 16,2-2-57-16,1 3-11 0,2-2-3 0,3 2 0 15,1 0-13-15,0 0 0 0,2 2 0 0,2-2 0 16,0 3 0-16,0 0 0 0,1 0 0 0,0 3 9 0,1 0 8 0,0 4 2 16,3 0 0-16,1 0 0 0,1 2-1 0,3 0 0 15,2 1 0-15,2-1 0 0,5-2-10 0,1-2-8 16,5-2 9-16,1-4-9 0,-2-2 9 0,-1 0-9 15,-3-4 8-15,-1 0-8 0,-4 0 0 0,-3 1 8 16,0 2-8-16,-2-1 0 0,-2-1 0 0,-2 2 0 16,2 1 0-16,-1-4 0 0,2 2 0 0,5-4 0 15,2-4 0-15,1-3 0 16,5 1-108-16,-2-7-20 0</inkml:trace>
  <inkml:trace contextRef="#ctx0" brushRef="#br0" timeOffset="141533.81">21044 8297 1094 0,'-10'-3'97'0,"4"0"-77"15,3 1-20-15,3 2 0 0,0 0 180 0,0 0 33 16,-4-1 7-16,-2-4 0 0,0 3-169 0,0-4-35 16,1 2-6-16,1-1-2 0,0 2-8 0,3-1 0 15,0 4 0-15,1-2 8 0,-1 2-8 0,1 0 0 16,0 0 0-16,-1 0 0 0,-1 2 0 0,0 2 0 16,-2 2 0-16,-1 0 0 0,-4 7 0 0,-2 3 0 15,1 0 0-15,-3 6 0 0,-3 4 0 0,-3 5 10 16,1 3-10-16,0 1 10 0,0 3-10 0,1-3-17 15,0 0 4-15,3-7 1 0,2-2-11 0,4-5-1 16,2-4-1-16,1-5 0 0,3-6 1 0,4-3 0 16,-1 0 0-16,1-3 0 0,1-3-12 0,-1 3-3 0,1-2 0 0,-1-2 0 15,1 1 9-15,-2-4 2 0,1 1 0 0,1-4-425 16,-1-5-85-16</inkml:trace>
  <inkml:trace contextRef="#ctx0" brushRef="#br0" timeOffset="141699.26">20898 8367 345 0,'0'-3'31'0,"-2"3"-31"0,1 0 0 0,1 0 0 16,-2 3 236-16,1 0 42 0,-2 0 8 0,-2 1 2 16,-1 4-132-16,-4 3-25 0,-2 7-6 0,-2 1-1 15,0 6-76-15,2 1-15 0,2 0-3 0,3 1-1 16,2-3-29-16,4-3 0 0,3-3 0 0,4-5 0 16,4-2 0-16,3-6 0 0,1-1 0 0,6-7 0 15,0-3 0-15,8-7 0 0,9-6 0 0,10-16-856 16</inkml:trace>
  <inkml:trace contextRef="#ctx0" brushRef="#br0" timeOffset="145499.84">23478 9945 288 0,'-5'-3'12'0,"2"2"4"0,0-2-16 0,3 3 0 0,0-2 0 0,0 2 0 0,0-1 217 0,0 1 41 16,0-3 8-16,0-1 2 0,0 1-146 0,0-2-29 15,0 1-5-15,0 2-2 0,-1 0-14 0,0 0-2 16,0 2-1-16,-2 0 0 0,2 0-19 0,-2 0-4 15,1 0-1-15,1 0 0 0,-1 2-28 0,1-2-5 16,0 2-2-16,0 0 0 0,-1 1-10 0,-1 0 0 16,0 1 0-16,-2 2 0 0,-2 0 0 0,0 3 0 15,-1 1 0-15,-1 0 0 0,0 2 0 0,0-2 0 16,-1-1 9-16,1 1-9 0,-1-1 20 0,1 0-1 16,1 1 0-16,2-4 0 0,0 0-1 0,1-2 0 15,1-1 0-15,0 0 0 0,2 0-18 0,-1-3 0 16,2 1 0-16,0 1 0 0,-1-2 0 0,0 3 0 0,1-3-8 0,-1 4 8 15,-1-3-11-15,1 1 11 0,-1 2-12 0,3-1 12 16,-1-1-10-16,1 2 10 16,2-4-8-16,1 2 8 0,2-2-14 0,0 0 2 0,3 0 1 0,4-2 0 15,0-2-1-15,0-1-1 0,2 1 0 0,-1-3 0 16,1 1 13-16,-2-3 0 0,1 0 0 0,-2 2 0 16,-2 3 0-16,-2-1 0 0,-3 2 0 0,-2 3 0 15,-3-3 12-15,0 3-2 0,-2 0 0 0,-3 0 0 16,-1 0 23-16,-3-1 5 0,0 1 1 0,-3 0 0 15,-1 0-12-15,-2 0-3 0,0-3 0 0,-2 1 0 16,1-3-24-16,2-1 0 0,3 0 0 0,4-3 0 16,3-1-140-16,5-2-24 0,5-4-5 0</inkml:trace>
  <inkml:trace contextRef="#ctx0" brushRef="#br0" timeOffset="146699.57">25336 9977 460 0,'-2'0'41'0,"1"0"-33"0,-1 0-8 0,2-2 0 0,0 2 205 16,0 0 39-16,0 0 8 0,-1 0 2 0,-1 0-182 0,1 0-36 15,0 0-7-15,1 0-1 0,0 0 8 0,0 0 1 16,0 0 1-16,0 0 0 0,0 0-10 0,0 0-1 15,0 0-1-15,0 0 0 0,0 0-1 0,0 0 0 16,0 0 0-16,0 0 0 0,0 0 7 0,0 0 2 16,0 0 0-16,0 0 0 0,0 0-18 0,0 0-4 15,0 0-1-15,-20 8 0 0,18-6-11 0,-1 0 0 16,-1 0 0-16,2-2 0 0,-1 3 0 0,0-3 0 16,1 0 0-16,1 0 0 0,1 0 0 0,0 0 0 15,0 0 0-15,0 0 0 0,0 0 0 0,1 0 0 16,-1 0 0-16,0 0 0 0,0 0 10 0,0 0 0 15,0 0 0-15,0 0 0 0,0 0 1 0,0 0 0 16,0 0 0-16,0 0 0 0,0 0-11 0,0 0 0 0,0 0 0 0,0 0 8 16,0 0-8-16,0 0 0 0,0 0 0 15,0 0 0-15,0 0 0 0,0 0 0 0,0 0 0 0,0 0 0 16,0 0 0-16,0 0 0 0,0 0 8 0,0 0-8 16,0 0 16-16,0 0-1 0,0 0-1 0,0 0 0 15,0 0-6-15,0 0 0 0,-18 9-8 0,17-6 12 16,-1-2-12-16,1 2 0 0,0-3 0 0,1 2 0 15,0-2 0-15,0 0 0 0,0 0 0 0,0 0 0 16,0 0 0-16,0 0 0 0,0 0 0 0,0 0 0 16,0 0 8-16,0 0-8 0,0 0 0 0,0 0 0 15,0 0 8-15,0 0-8 0,0 0 0 0,0 0 9 16,0 0-9-16,0 0 0 0,0 0 9 0,0 0-9 16,0 0 0-16,0 0 0 0,-19 7 0 0,16-4 0 15,0-2-28-15,0 2 0 0,1-3 0 0,0 0-591 16,2-3-118-16</inkml:trace>
  <inkml:trace contextRef="#ctx0" brushRef="#br0" timeOffset="154533.37">27200 9859 1299 0,'3'-3'57'0,"-3"0"13"0,2 1-56 0,0 0-14 0,-1 0 0 0,-1 1 0 16,0 1 80-16,1-2 14 0,-2 1 2 0,1-3 1 15,-1 2-24-15,-2-1-5 0,1 2 0 0,-3 1-1 16,0 0-27-16,-1 0-4 0,-3 0-2 0,3 1 0 16,0 2-13-16,-1-3-2 0,0 2-1 0,2-2 0 15,0 2-18-15,0 0 8 0,0-2-8 0,-1 1 0 16,0 2 0-16,0 1 0 0,-3 1 0 0,0-2 0 16,1 3 0-16,-1 1 0 0,0-1 0 0,1 0 0 15,0 0 0-15,1 0 0 0,-1 2 0 0,3 0 0 16,1-1 0-16,0-1 0 0,3-3 0 0,1 1 0 0,1-1 0 0,3 0 0 15,0 0-10-15,3-3 10 0,0 0-11 0,1 0 3 16,1-3 0-16,1 1 0 0,0 1 8 16,0-2 0-16,0 3 0 0,-1 0 0 0,-1-2 0 0,0 2 0 15,-2 0 0-15,-2 0 0 0,-1 2 0 0,0-2 9 16,-2 0-9-16,0 0 0 0,0 0 11 0,1 0-11 16,-1-2 10-16,0 0-10 0,0 0 15 0,1-2-3 15,1 1-1-15,1-2 0 0,0 1-11 0,1 0 8 16,0-2-8-16,1 0 8 0,-1 2-8 0,0-2 10 15,-2 1-10-15,1 0 10 0,-1 0 3 0,-2 1 1 16,-1 2 0-16,-1 1 0 0,-2-2 3 0,-2 0 1 16,-1 3 0-16,-3 0 0 0,0 0 3 0,-4 0 1 15,0 1 0-15,-4 4 0 0,1-2-22 0,0 1 0 16,0 0 0-16,3-2-689 16,0 1-143-16</inkml:trace>
  <inkml:trace contextRef="#ctx0" brushRef="#br0" timeOffset="157350.13">17694 12581 1440 0,'-11'0'128'0,"3"0"-103"16,5 0-25-16,1 0 0 0,4 0 93 0,-2-3 14 15,-3 3 2-15,-2 0 1 0,-1 0-88 0,1 0-22 16,3 0 0-16,-1 0 0 0,2 0 0 0,2 0 0 15,2 0 0-15,-1 0 8 0,2 0 2 0,1 3 1 16,1-3 0-16,-1 2 0 0,1 0-11 0,0 1 12 0,0 0-12 0,1 3 12 16,-1-2 0-16,0 4 0 0,1 1 0 15,1 1 0-15,0 2-2 0,1-1 0 0,0 2 0 0,-1-2 0 16,1 3-1-16,0-2 0 0,1 0 0 0,-3 1 0 16,0-3 11-16,1 2 1 0,-1 2 1 0,1-2 0 15,-1 4-3-15,0 0-1 0,0 3 0 0,-1 0 0 16,3 2-7-16,-2 2-2 0,0-4 0 0,1 2 0 15,2 2-9-15,-2-5 0 0,5 0 0 0,-1-1 8 16,2-4-8-16,0 0 0 0,1-6 0 0,0-1 0 16,1-1 0-16,2-1 0 0,-2-1 0 0,1-2 0 0,-1 1 0 15,0-2 0-15,0 0 0 0,-1 0 0 16,-3 0 0-16,2 0 0 0,-2 0 0 0,2 0 0 0,-2-3 0 16,2 0 0-16,0-1 0 0,2-2 0 0,1-4 0 15,1-2 8-15,5-7-8 0,0-3 0 0,2-3 0 0,0-1 0 16,-2 2 0-16,-2-2-11 0,-1 1 11 0,-3 3-8 15,2 2 8-15,-4 3-8 0,-2 3 8 0,0 2 0 16,-3 2 0-16,-2 4 0 0,0-1 0 0,-1 1 0 16,-1 4 8-16,-1 1-8 0,0 1 0 0,0-3 9 15,-1 3-9-15,1 0 0 0,0 3 0 0,0-2 0 16,0 4 0-16,-1-2 0 0,3 1 0 0,-1 1 0 16,0 0 0-16,1 1 0 0,2 0 0 0,0 1 0 15,-1-1 0-15,1 0 0 0,1-2 0 0,-1 1 0 16,-1-2 0-16,1 3 0 0,0-3 0 0,-1 2 0 15,1 0 0-15,-2 1 0 0,1-2 0 0,2 2 0 16,-2 0 0-16,1 0 0 0,2 0 0 0,-1 2 0 16,0-2 0-16,1 3 0 0,1-3 0 0,-1 1 0 0,-1 2 0 0,1-2 0 15,-1 2 0-15,0 0 0 0,0 1-8 0,-1-3 8 16,2 2-19-16,-1 1 3 0,-1-2 0 0,-2-2 0 16,2 2 5-16,0-2 2 0,0-2 0 0,0 1 0 15,-1-2 9-15,1-3 0 0,1 3 0 0,1-3 0 16,0 0 0-16,2-3 0 0,0 0 0 0,1 0 8 15,-1 0-8-15,1-2 0 0,1 1 0 0,-3 0 0 16,2 0 0-16,-2 2 0 0,2-1 0 0,-2 2 0 16,1-1 0-16,-1-2 0 0,3 2 0 0,-3-2 0 15,2 0 0-15,-3 2 8 0,0-1-8 0,0 0 8 16,1-1-8-16,1 1 0 0,-1 0 0 0,-1-2 0 16,2 1 0-16,-1 0 8 0,2 1-8 0,-1 0 0 0,1-1 0 15,1-2 0-15,-2 4 0 0,2-2 0 0,-1 0 0 0,-1 2 0 16,1-1 0-16,0 2 0 0,-2 2 8 0,-1-1-8 15,0 3 8-15,-2-3-8 0,1 2 16 0,-3 0-2 16,3 0 0-16,-1 2 0 0,-1-2-3 0,1-1-1 16,0 2 0-16,1-1 0 0,-2 2-10 0,1-1 8 15,1-3-8-15,0 1 8 0,1 1 0 0,2-2 0 16,2-2 0-16,1 1 0 0,2-4 4 0,-1 1 1 16,-1 0 0-16,1-4 0 0,2 1 0 0,-1 0 0 15,2-2 0-15,-1-1 0 0,-2 0-2 0,-1-2-1 16,1 3 0-16,-2 2 0 0,-2 1 0 0,-1 0 0 15,-1 3 0-15,0 2 0 0,-1-2 3 0,-1 3 1 16,-1 0 0-16,1 0 0 0,0 3-6 0,-2-2-8 0,3 2 11 16,-1 0-11-16,1 0 0 0,0-2 0 0,-1 2 0 15,1-1 0-15,-1-1 0 0,1 2 0 16,-2-3 0-16,1 2 0 0,0-2 8 0,-1 1-8 0,0 2 0 0,-2-3 0 16,-1 2 0-16,0-2 0 0,-1 0 0 0,-2 2 0 15,1 0 0-15,-2 2 0 0,-1-4 0 0,0 2 0 16,-1-2 0-16,-1 2 0 0,0 0-8 0,-2-2 8 31,-1 2-89-31,-3 2-12 0,-4 2-3 0</inkml:trace>
  <inkml:trace contextRef="#ctx0" brushRef="#br0" timeOffset="174699.84">22940 14585 1364 0,'-2'-6'60'0,"0"3"13"0,0-1-58 0,2 1-15 0,0 0 0 0,0 3 0 16,2-3 31-16,-2 1 3 0,1-2 1 0,1 0 0 16,-1-2-24-16,2 0-11 0,-1 2 10 0,1-1-10 0,-2 4 0 15,0-1 0-15,-1-2 0 0,2 4 0 0,-2-4 28 0,-2 4 2 16,2-2 1-16,-2 2 0 0,1-4 40 0,-2 2 8 15,1 2 1-15,0-4 1 0,0 1-16 0,0 1-3 16,-1 1-1-16,1 1 0 0,-1 0-36 0,1 0-7 16,-1 0-2-16,1 0 0 0,-2 0-16 0,0 1 0 15,1 1 0-15,0 1 0 0,-1 1-19 0,1-2 3 16,-1-1 0-16,2 2 0 0,-1-1 6 0,1-2 2 16,-1 0 0-16,2 1 0 0,0-1 8 0,-1 0 0 15,2 0 0-15,-1-1 0 0,0 1 0 0,1 0 0 16,-1 0 0-16,1 1 0 0,-2-1 0 0,1 0 0 15,1 0 0-15,0 0 8 0,0 0-8 0,0 0 0 16,0 0 0-16,0 0 0 0,0 0-13 0,-4 21-1 16,6-17 0-16,-1-1 0 0,3 0-1 0,-2-3 0 15,3 2 0-15,1-2 0 0,0 0 6 0,2-2 1 0,-1 0 0 0,1-2 0 16,0 2 8-16,1-2 0 0,-2 0 10 0,1-1-10 16,-2 2 24-16,0-1-2 0,-3 1 0 0,0 2 0 15,-1-1-3-15,-1-1-1 0,0 6 0 0,-1-3 0 16,0-3 0-16,0 3 0 0,-1 3 0 0,1-3 0 15,-1-3 6-15,-2 3 2 0,3-1 0 0,-2 1 0 16,-1 0 2-16,1-2 0 0,2 2 0 0,0 0 0 16,0 0-7-16,-18-10-1 0,15 7 0 0,-2-1 0 15,0 1-4-15,1-2-2 0,0 1 0 0,-1-2 0 16,1 2-14-16,-1-2 8 0,0 0-8 0,-2 0 0 16,1-1 0-16,0 4 0 0,1-3-11 0,0 3 11 15,1 3-172-15,0 3-28 0</inkml:trace>
  <inkml:trace contextRef="#ctx0" brushRef="#br0" timeOffset="175567.84">24337 14453 403 0,'-7'-6'36'0,"2"2"-36"0,3 1 0 0,-2-1 0 16,2 1 341-16,-1 1 62 0,1 1 12 0,-1-2 2 16,-2-1-294-16,-1 0-59 0,0 0-12 0,1 0-3 15,1 2-38-15,1 0-11 0,0 0 0 0,1 2 0 16,1 0-15-16,-1 0-7 0,1 0-2 0,-1 0 0 0,0 0-4 0,1 2 0 15,-1-2-1-15,0 2 0 0,0 0 19 0,-3-1 10 16,1 2-10-16,-2-1 10 0,0 2 0 0,-2 0 12 16,1 1-1-16,0 1 0 0,-2-1 3 0,2 1 1 15,-1 0 0-15,3 0 0 0,0 3-15 0,2-5 0 16,1-1 0-16,1 2 0 0,1-3-9 0,3 0-5 16,0 1-1-16,5-2 0 0,3 1-42 0,2-4-9 15,5 1-2-15,1-6-460 16,3 1-92-16</inkml:trace>
  <inkml:trace contextRef="#ctx0" brushRef="#br0" timeOffset="176584.93">26258 14377 1134 0,'1'-7'50'0,"-1"4"10"0,0 0-48 0,0 1-12 15,0 2 0-15,0 0 0 0,0 0 14 0,0-2 0 16,0 2 0-16,0 0 0 0,-1 0-14 0,1 0-16 0,0 0 3 16,0 0 1-16,0 0 12 0,0 0 10 0,0 0-2 0,0 0 0 15,-18 7 72-15,15-7 15 0,-1 0 2 0,1 0 1 16,0 0 11-16,0-3 3 0,1 3 0 0,0 0 0 15,-1 0-67-15,2 0-13 0,-1 0-2 0,-1 0-1 16,1 0-29-16,-2 0 0 0,-2 3 0 0,-3 0-10 16,1 1-15-16,-2 2-3 0,-2 0-1 0,1 3 0 15,1-3 0-15,1 2 0 0,0-2 0 0,0 0 0 16,2 0 29-16,1-3 0 0,1 3 0 0,0-2 0 16,0-1 21-16,1 1-2 0,0-2-1 0,3 1 0 15,1-2-9-15,-1-1-1 0,2 3-8 0,-1-3 12 16,3 0-34-16,0 0-7 0,2 0-2 0,1 0-516 15,2 0-103-15</inkml:trace>
  <inkml:trace contextRef="#ctx0" brushRef="#br0" timeOffset="177017.31">27367 14377 1094 0,'-1'-7'48'0,"0"4"11"0,-2-2-47 0,2 3-12 0,0 0 0 0,1 2 0 0,0 0 236 16,-1 0 44-16,-2 2 10 0,-2-2 2 15,-1 7-432-15,-3 3-87 0</inkml:trace>
  <inkml:trace contextRef="#ctx0" brushRef="#br0" timeOffset="177733.43">28511 14269 2278 0,'1'-6'101'0,"1"2"21"0,-1 2-98 0,-1-1-24 0,0 2 0 0,0 1 0 16,1 0 70-16,0-3 9 0,1 1 1 0,-1 1 1 15,0-4-81-15,-1 3 0 0,1 0-17 0,-1 1 2 16,0 1-10-16,0 0-3 0,0 0 0 0,0-3 0 15,0 3-15-15,0 0-3 0,0 0-1 0,0 0 0 16,0 0-137-16,0 0-27 0</inkml:trace>
  <inkml:trace contextRef="#ctx0" brushRef="#br0" timeOffset="178300.13">29730 14257 1324 0,'0'0'118'0,"0"-3"-94"0,0 3-24 0,2 0 0 0,-1 0 207 0,0 0 37 0,0 0 7 0,2 0 1 0,1 3-203 0,-2-3-41 16,2 0-8-16,-2 2 0 0,1 2-11 0,-1-2-1 16,1 2 0-16,-1-2-966 0</inkml:trace>
  <inkml:trace contextRef="#ctx0" brushRef="#br0" timeOffset="179916.79">26049 14263 115 0,'-4'-4'10'0,"2"2"-10"16,1 2 0-16,1 0 0 0,0 2 419 0,0-2 81 16,0 0 17-16,-1 0 3 0,-1 0-413 0,2 1-83 15,3 4-24-15,-3-5 9 0,0 0-9 0,13 20 0 16,-5-11-10-16,-1-2 10 0,2 3 0 0,-2 1 0 16,2-1-8-16,0 0 8 0,-2 2 0 0,0 1 15 15,2-3-3-15,-1-1-1 0,-2 0 34 0,1 1 7 16,1 0 2-16,-1-2 0 0,-1-1-13 0,2 0-2 15,0 2-1-15,2-3 0 0,0 0-24 0,0 0-5 0,2-1-1 0,-1 0 0 16,1-1-8-16,0-2 0 16,0 2 0-16,3-1 0 0,0-2 0 0,-1 1 0 0,0-2 8 0,2-2-8 15,-1 1 0-15,1-2 0 0,4-1 0 0,-1-2 8 16,0 0-8-16,2-6 8 0,1 2-8 0,1-3 8 16,0-1-8-16,0 0 0 0,0-1 9 0,-2 4-9 15,0-1 0-15,-3 0 0 0,-1 5 0 0,-2-3 0 16,-4 4 0-16,-1 1 0 0,-2 1 0 0,0 3 0 15,-2 1 0-15,0 0 9 0,0 0-9 0,2 1 0 16,-1 2 18-16,-1 1-3 0,3 2-1 0,-2-3 0 16,1 6-14-16,1-3 11 0,-1 4-11 0,2-4 10 15,0 4-10-15,1-1 0 0,2-3 0 0,-2 0 8 16,1-2-8-16,-1-2 0 0,3 2 0 0,-1-4 0 16,3 0 0-16,0-4 0 0,1-1 0 0,-1 2 0 0,0-6 10 15,-1 3-10-15,-1 1 12 0,0-4-12 0,-2 3 22 0,-1 2-2 16,-1-1-1-16,0 2 0 0,0-1-2 0,0 2 0 15,0 0 0-15,0 2 0 0,2 0-17 0,1 0 0 16,-1-2 0-16,0 2 0 0,1 0 0 0,-2-3 0 16,2 2 0-16,1-1 0 0,1 2 0 0,1-4 0 15,0-1 0-15,0 0 0 0,-1 3 0 0,0-5 0 16,-2 4 0-16,0-2 0 0,0 0 12 0,-2 2-12 16,2 0 12-16,-3 0-12 0,0 1 22 0,-2 2-2 15,1-2-1-15,0 2 0 0,-1 0-7 0,1 2 0 16,0 0-1-16,0 1 0 0,1 0-11 0,0 0 0 0,1 1 0 15,-1-1 0-15,1 1 0 0,0 1 0 16,2-4 0-16,0 2 0 0,1-3 0 0,2 0 0 0,0 0 0 16,2-4 0-16,0-1 8 0,-1-1-8 0,1 0 8 0,-2-2-8 15,-1 0-28-15,-2 0-10 0,0-2-2 0</inkml:trace>
  <inkml:trace contextRef="#ctx0" brushRef="#br0" timeOffset="187367.12">22905 16753 806 0,'-11'8'72'0,"2"-3"-58"16,4-2-14-16,0 1 0 0,4-1 120 0,1-3 22 16,-2 0 4-16,1 0 1 0,-1 1-91 0,-1-1-17 15,1 0-4-15,1-1-1 0,-1-2-22 0,4-1-4 0,-2-2 0 16,1 2-8-16,-1 2 24 0,0-2-1 0,0 2-1 0,-1 2 0 16,-1-3 50-16,1 3 9 0,0 3 3 0,-2-3 0 15,1 2-1-15,-1-1 0 0,1 2 0 0,0-1 0 16,-1 2-28-16,2-3-6 0,0 2-1 0,-1 1 0 15,2-2-30-15,0 1-6 0,2-3-2 0,-1 0 0 16,3 0-10-16,-1 0 0 0,2 0 0 0,1-3 0 16,1 3 0-16,1-4 0 0,1-1 9 0,0 4-9 15,-3-3 8-15,1 2-8 0,1-1 8 0,-2 2-8 16,0 1 0-16,-1 0 9 0,0 0-9 0,-2 0 0 16,1 0 9-16,0 0-9 0,0 4 0 0,-2-2 9 15,1 0 0-15,-2 0 0 0,1 2 0 0,1-2 0 0,2 2-9 16,-2-1 0-16,2 0 0 0,2 0 8 0,0-3-8 0,-1 1 0 15,3-1 0-15,-1 0 0 0,4 2 0 0,-3-2 0 16,1-2 0-16,1 2 0 0,-1-1 0 0,2 1 0 16,-3-3 0-16,0 3 8 0,-2 0 0 0,0 0 0 15,-1 0 0-15,-1 3 0 0,0-3 2 0,0 1 0 16,-2 1 0-16,1 1 0 0,0-2 2 0,0 2 0 16,-1-2 0-16,1 4 0 0,0-4-4 0,1 1-8 15,0 1 12-15,-1 1-4 0,1-2-8 0,0-2 0 16,3 4 0-16,-2-4 8 0,3 2-8 0,-2-2 0 15,-1 0 0-15,0 0 0 0,-1 0 0 0,2 2 0 16,-2 0 0-16,-1-2 0 0,1 0 0 0,-2 0 0 16,1 0 0-16,-2 1 0 0,2 2 0 0,-1-3 0 15,1 2 0-15,0-2 0 0,-2 4 0 0,2-4 0 0,0 0 0 0,-1 2 0 16,1-2 0-16,0 0 0 0,1 2 0 0,1-2 0 16,0 2 0-16,0-4 0 0,2 2 0 0,-1 0 0 15,1 0 0-15,0-2 0 0,0 2 0 0,-1-2 0 16,2 2 0-16,-2 0 0 0,-1-3 0 0,1 2 0 15,0-1 0-15,-1 2 0 0,2 0 0 0,-3 0 0 16,1 0 0-16,-1 0 0 0,1 2 0 0,-1-2 0 16,1 0 0-16,0 1 0 0,-1 2 0 0,1-1 0 15,1 0 0-15,-1 0 0 0,1-2 0 0,1 0 0 16,-2 3 0-16,1-3 0 0,2 0 0 0,-1 0 0 16,4-3 0-16,-3 1 0 0,1 0 0 0,1 0 0 15,-1-2 0-15,-1 2 0 0,1-2 0 0,-3 2 0 16,1 0 0-16,-2 0 8 0,-1-2-8 0,-1 4 0 0,-2 0 0 0,1 0 0 15,-1 0 0-15,-1 0 0 0,0 1 0 0,1 2 0 16,-1-3 8-16,0 0-8 0,0 2 0 0,2 0 0 16,-2 0 0-16,2-2 0 0,-1 1 0 0,2 2 0 15,0-3 0-15,-1 0 0 0,2 2 0 0,-1-2 8 16,1 0-8-16,0 0 0 0,0 0 0 0,-2 0 0 16,2 0 0-16,-1-2 0 0,-1 2 0 0,-1 0 0 15,-1 0 8-15,3 0-8 0,-4 0 0 0,1 0 0 16,0 2 0-16,2-2 0 0,-1 4 0 0,0-2 0 15,0 0 0-15,1 0 0 0,0 1 0 0,2 0 0 16,1-3 0-16,1 3 0 0,1-3 0 0,1 1 8 16,0-2-8-16,0 1 0 0,3-3 0 0,-3 0 0 0,3 0 0 15,0-1 0-15,0-1 16 0,-2 2-1 16,0-1-1-16,-2-2 0 0,-1 3-2 0,-1 2-1 0,0-1 0 0,-2 2 0 16,1 0-11-16,-3 0 10 0,1 0-10 0,-1 2 10 15,0-2-10-15,-1 1 0 0,0 2 9 0,0-1-9 16,2-2 0-16,-2 2 0 0,0 0 0 0,2-1 0 15,-2 2 0-15,1-1 0 0,2-2 0 0,-1 0 0 16,0 1 0-16,-1-1 0 0,1 0 0 0,0 0 0 16,-2 0 0-16,0-1 0 0,2 1 0 0,-3 0 0 15,1 1 0-15,0-1 0 0,0 0 0 0,-1 0 8 16,2 0-8-16,-1-1 0 0,-1 1 0 0,0 0 0 16,0 0 0-16,0 0 0 0,0 0 0 0,0 0 0 15,0 0 0-15,0 0 0 0,0 0 0 0,0 0 0 16,0 0 0-16,0 0 0 0,0 0 0 0,0 0 0 15,0 0 0-15,0 0 0 0,0 0 0 0,0 0 0 0,0 0 0 0,0 0 0 16,0 0-8-16,0 0-811 16,4-18-161-16</inkml:trace>
  <inkml:trace contextRef="#ctx0" brushRef="#br0" timeOffset="190767.33">24657 16491 691 0,'-8'8'61'0,"1"-4"-49"0,0 0-12 0,2-1 0 0,2 0 292 0,1-3 55 16,-1 2 11-16,-1 0 2 16,-2 2-201-16,-1 1-41 0,1-2-8 0,0 0-2 0,2 1-63 0,1-4-13 15,2 0-2-15,0 0-1 0,2 0-21 0,0 0-8 16,1 0 0-16,-1 0 0 0,0 0 0 0,0 0 0 16,2 0 0-16,-3 0 0 0,0 0 0 0,0 0 0 15,0 0 0-15,20 13 0 0,-14-8 8 0,-1 1 3 16,0 2 0-16,0 0 0 0,0 2 5 0,1-4 0 15,-1 4 1-15,0-3 0 0,-2 1-9 0,3-2-8 16,1 2 12-16,-2-2-12 0,1 0 8 0,0 0-8 16,0-2 0-16,0-1 0 0,2 0 0 0,-1 1 0 15,1 1 8-15,-1-4-8 0,2 2 8 0,-3-3-8 16,1 2 9-16,-1-2-9 0,1 4 13 0,-1-3-3 16,0 2-1-16,-1-1 0 0,1-2-1 0,-1 0 0 15,3 0 0-15,-2 0 0 0,1 0-8 0,1-2 8 16,-1-1-8-16,0 2 8 0,1-2-8 0,2 2 0 0,-2-4 0 0,0 4 8 15,-1-4-8-15,1 1 0 0,-1 1 9 0,-2 0-9 16,1 1 0-16,-1 0 0 0,0 2 0 0,0-2 8 16,-1 2-8-16,1 0 0 0,-2 0 0 0,2 2 0 15,0-2 0-15,-1 2 0 0,1-1 0 0,1 3 8 16,1-3-8-16,2 1 0 0,0 1 0 0,1-2 8 16,1-1-8-16,2 0 0 0,1 2 0 0,1-2 0 15,3 0 8-15,1 0-8 0,0-2 10 0,0 1-10 16,0-2 12-16,-1 1-4 0,1-2-8 0,1 0 12 15,0 1-4-15,-2-4 0 0,1 1-8 0,-2-2 12 16,0 0-12-16,-1 2 8 0,2-3-8 0,-2 1 0 16,-1 0 8-16,1 2-8 0,0 0 0 0,-3-1 0 0,2 2 12 0,-1-2-4 15,-1 4-8-15,1-1 12 0,0 1-2 0,-3 1-1 16,1 1 0-16,-1-3 0 0,0 2 2 0,0-1 0 16,1 2 0-16,-3 1 0 0,3 0-11 0,-4 0 0 15,2 0 0-15,-1 0 8 0,-2 4-8 0,1-2 0 16,-2 2 0-16,0-1 0 0,0 1 0 0,0 1 0 15,1 1 8-15,-1 1-8 0,0-3-12 0,0 5-4 16,-1 0 0-16,1-2-1 0,0 2 28 0,2-2 5 16,-1 2 2-16,2-5 0 0,0-1-28 0,0 2-6 15,1-3 0-15,1 0-1 0,-1 0 28 0,0-2 5 16,1 0 2-16,0 0 0 0,1-2-18 0,-1 2 0 16,1-4 8-16,0 2-8 0,1-2 0 0,-2 2 0 15,0-2 0-15,-1 1 0 0,-1 2 8 0,-2 1-8 0,0 0 0 0,2-2 0 16,-1 2 0-16,-1 0 0 0,0 0 8 0,2 0-8 15,0 0 0-15,-1 0 0 0,2 2 0 0,0-2 0 16,1 0 0-16,-1 0 0 0,0 0 0 0,-1 0 0 16,2-2 0-16,-1 2 0 0,1-3 0 0,1 2 0 15,-1-1 0-15,2-2 0 0,-1-2 0 0,2 1 0 16,-2 0 0-16,0 0 0 0,1-1 0 0,-2 2 0 16,0 0 0-16,-1-2 0 0,1 2 0 0,-1 2 0 15,0-1 0-15,-3 2 0 0,1 1 0 0,-1 0 0 16,-1 0 8-16,0 0-8 0,1 1 0 0,1 2 0 15,0-1 0-15,-1 2 0 0,2-1 0 0,-1-2 0 16,0 2 8-16,1 2-8 0,-2-1 0 0,2-1 0 16,-2 0 0-16,0 0 0 0,1 0 0 0,-1 0 0 0,-1 1 0 15,1-4 0-15,-1 3 0 0,-2 0 0 0,1-2 0 0,-2 2 0 16,2-1 0-16,-2-1 0 0,0 2 8 0,0-1-8 16,1-1 0-16,-1 2 0 0,1-3 0 0,0 0 0 15,2 0 0-15,0 0 0 0,1 0 0 0,5-4 0 16,0 2 0-16,3-4 0 0,3-1 0 0,1-1 0 15,-2 0 0-15,2-2 0 0,-1 1 0 0,1-3 0 16,-1 2 0-16,-2 1 0 0,1 2 0 0,-4 1 0 16,-1 0 0-16,-2 2 0 0,0 1 0 0,-4 3 0 15,1 0 8-15,-2 0-8 0,0 1 0 0,-3 1 10 16,2 2-10-16,-2-1 8 0,2 0-8 0,0 1 0 16,2 1 0-16,0 1 8 0,0-1-8 0,3 1 10 15,1 0-10-15,0 1 10 0,1-2-10 0,1-2 0 16,0 1-10-16,1 0 10 0,2-2 0 0,-2 1 0 0,3-3 0 15,-1 0 0-15,-1 0 0 0,1 0 0 0,-2 0 0 0,0 0 0 16,-1 0 0-16,-1 0 0 0,0 0 0 0,-1 0 0 16,0 0 0-16,-3 3 0 0,1 0 0 0,-2-2 0 15,0 1 0-15,-1 2 0 0,1-1 0 0,-1 0 0 16,0 1 0-16,1-1 0 0,2 0 0 0,-1 2 0 16,3-4 0-16,-1 3 0 0,1-1 0 0,1-1 0 15,0-2 0-15,3 0 0 0,0 0 0 0,0-4 0 16,1 2 0-16,1-1 0 0,-1 0 0 0,-2-1 0 15,2 2 8-15,-2-2-8 0,-1 1 0 0,-1 1 0 16,-1 1 0-16,0 1 0 0,-3 0 0 0,1 0 0 16,-3 0 0-16,0 0 0 0,-2 1 0 0,2 1 0 0,-1 1 8 15,-2-3-8-15,3 4 0 0,-1-4 0 0,0 2 0 16,-1-2 0-16,2 1 0 0,2-1 0 0,-1 0 0 16,1 0 0-16,1 0 0 0,-1-1 0 0,2 1 0 0,-1-2 0 15,2-2 0-15,-1 1 0 0,-2 0 0 0,2 3 0 16,0-4 0-16,-2 3 0 0,-1-1 8 0,-1 2-8 15,0 0 0-15,-1-2 0 0,-2 2 8 0,1 0-8 16,-1 0 0-16,-1 2 0 0,2-2 0 0,1 0 0 16,-3 2 0-16,1-2 0 0,1 1 0 0,-1-1 0 15,2 1 0-15,0 2 0 0,-1-3 0 0,1 0 0 16,2 0 0-16,1 0 0 0,0-3 0 0,0 2 0 16,1 0 0-16,-1-1 0 0,2 2 0 0,-3 0 0 15,1-2 0-15,0 1 0 0,-1 1 8 0,-1 0-8 16,0-3 0-16,-2 3 0 0,2 0 0 0,-1 0 0 0,0 0 0 0,0 0 0 15,-1 3 0-15,1-3 0 0,-2 0 0 16,2 0 0-16,-1 0 0 0,-1-3 0 0,-1 3 0 0,2 0 0 16,-1 0 0-16,-1 0 0 0,1 0 0 0,0 0 0 15,-1 0 0-15,2 0 0 0,-1 0 0 0,0 3 0 16,0-3 0-16,-1 0 0 0,2 0 0 0,-1 0 0 16,1 0 0-16,-2 1 0 0,0-1 0 0,2 0 0 15,-2 2 0-15,1-2 0 0,1 0 0 0,-1 0 0 16,1-2 0-16,-1 2 0 0,1 0 0 0,0 0 0 15,1 0 0-15,0-1 0 0,1 1 0 0,-1 0 0 16,0 0 0-16,-1 0 0 0,1-3 0 0,-1 3 0 16,0 0 0-16,-2 0 0 0,2 3 0 0,-1-3 0 15,-1 0 0-15,2 0 0 0,-1 1 0 0,-1 1 0 0,2-2 0 16,-1 2 0-16,2 0 0 0,0 1 0 0,0-3 0 0,0 0 0 16,1 1 0-16,0-1 0 0,2 0 0 0,1 0 0 15,1-1 0-15,1-2 0 0,-2 2 0 0,2-2 0 16,0 1 0-16,0 1 0 0,-1-2 0 0,-2 1 0 15,2 1 0-15,-2 1 0 0,1-3 0 0,-3 3 0 16,0 0 0-16,0 0 0 0,-2 3 0 0,0-3 0 16,-2 0 0-16,1 1 0 0,0 1 0 0,-1-2 0 15,0 3 0-15,2-3 0 0,-2 3 0 0,1-3 0 16,1 2 0-16,0-2 0 0,1 1 0 0,1 0 0 16,0 2 0-16,-1-6 0 0,2 6 0 0,0-6 0 15,0 2 0-15,2-2 0 0,-2 3 0 0,0-2 0 16,2 1 0-16,-1-2 0 0,-1 1 0 0,-1 1 0 0,0 1 0 15,0-3 0-15,-1 3 0 0,-2 0 0 0,1 0 0 0,-1 0 0 16,1 0 0-16,-2 0 0 0,0 0 0 0,0 3 0 16,2-3 0-16,-1 0 0 0,2 0 0 0,-2 1 0 15,2 1 0-15,0-2 0 0,0 3 0 0,0-3 0 16,0-3 0-16,1 3 0 0,1 0 0 0,1-2 0 16,-1 1 0-16,0-2 0 0,-1 3 0 0,0-2 0 15,0 0 8-15,0 2-8 0,-2-2 0 0,0 2 0 16,1 0 0-16,-1 0 0 0,0 0 0 0,-1 0 0 15,-1 0 0-15,1 2 0 0,0-2 0 0,1 0 0 16,-2 4 0-16,1-4 0 0,2 3 0 0,-1-2 0 16,0 1 0-16,1 1 0 0,0-2-12 0,-1-1 12 15,2 2 0-15,0-2 0 0,0 2-8 0,0-2 8 0,1 1 0 16,-1-1 0-16,1 0 0 0,-1-1 0 0,2 1 0 16,-4 0 0-16,2 0 12 0,-2-2-12 0,-1 2 0 0,2 2 0 15,-2-2 0-15,1 1-9 0,-2-1 9 0,2 1 0 16,-1-1 10-16,2 3-10 0,-2-3 0 0,2 0 0 15,2 0 0-15,-1 0-10 0,1-3 10 0,2 2 0 16,-1 0 10-16,2-3-10 0,1 3 0 0,-2-2 0 16,2 0 0-16,0 3 0 0,-1-3 0 0,-2 3-8 15,1 0 8-15,-1-2 0 0,-1 2 0 0,-1 0 0 16,0 0 0-16,0 0 0 0,-1 2 0 0,-2-2 0 16,2 3 0-16,0-2 0 0,-1 1 0 0,1-2 0 15,0 3 0-15,-1 0 0 0,1-3 0 0,1 2 0 16,0 0 0-16,1-2 0 0,2 3 0 0,2-3 0 15,-2 0 0-15,3 0 0 0,3-3 0 0,-2 2 0 0,3 0 0 16,1 1 0-16,2-2 0 0,-4 2 0 0,1 0 0 16,-2-2 0-16,-4 2 8 0,1 0-8 0,-1-1 0 0,-2 1 0 15,1 1 0-15,-3-1 8 0,0 2-8 0,-2-2 0 16,0 3 0-16,2-2 0 0,-3 2 0 16,1-2 0-16,-2 1 0 0,2 1 0 0,-2-2 0 0,0 2 0 15,0-1 0-15,2-2 0 0,-1 1 0 0,1-1 0 16,-1 0 0-16,1 0 0 0,0-1 0 0,1-1 0 15,1 2 0-15,0-4 0 0,1 1-10 0,0 0 10 16,0-2-11-16,1 1 11 0,-1 0-13 0,-1-2 5 16,0 2-8-16,0-1 0 0,-2 1-1 0,-1 1 0 15,-2-1-110-15,0-2-21 0,-2 1-5 0</inkml:trace>
  <inkml:trace contextRef="#ctx0" brushRef="#br0" timeOffset="198049.47">24585 16235 403 0,'-2'-2'36'0,"0"-1"-36"0,-1 2 0 0,1-2 0 16,2 2 140-16,-1-1 22 0,0-2 4 0,-1-2 1 16,-1-4-121-16,-1-1-24 0,-1-3-5 0,-1 2-1 15,-1-3-16-15,-1 4 0 0,1 2 0 0,-2 3 0 16,2 0 0-16,-1 2 0 0,1 0 0 0,0 2 10 15,2-2 30-15,-2 4 5 0,5-2 2 0,0-1 0 16,-1 2 4-16,3-1 1 0,0-5 0 0,1 0 0 16,2-2-38-16,0 1-14 0,1-3 11 0,0-2-11 15,0 1 0-15,-1-3 0 0,0-1 0 0,-1 2 0 0,-2-1 0 0,0 2 12 16,-2 1-3-16,-2-3-1 0,-1 4 33 16,0-2 7-16,1 2 0 0,0 0 1 0,-3 0-14 0,2 0-3 15,0-2-1-15,1 1 0 0,-1-3-23 0,1 1-8 16,1 0 0-16,0 0 0 0,0 2 0 0,1-2-16 15,-1 2 1-15,1-3 1 0,-1 5 2 0,-2-6 0 16,-1 0 0-16,-1 0 0 0,1 1 12 0,1-1 8 16,1 3 0-16,-1-3-8 0,4 4 16 0,0-2-3 15,1 2-1-15,0 0 0 0,0-1 8 0,0 0 0 16,1 0 1-16,0 1 0 0,0-3-1 0,-1 2 0 16,1 0 0-16,2-2 0 0,-1 2-12 0,1-2-8 15,-1 1 8-15,1-1-8 0,-1 4 0 0,2-4 0 16,1-1 0-16,0 2-8 0,0 0 8 0,1-2-10 15,-1 0 10-15,2 0-10 0,1-2 10 0,0 2 0 0,0 0-9 16,-1 3 9-16,2-2 0 0,0 1 0 0,-3 3 0 16,0 0 8-16,0 2-8 0,-2 1 0 0,0 3 0 0,-3 0-11 15,-1 1 11-15,1 0 14 0,-1 2-3 0,0-2-1 16,-1 2 14-16,0-1 4 0,-2 2 0 0,1-3 0 16,0 3-1-16,1 0 0 0,0-3 0 0,1 2 0 15,-1-1-16-15,1-1-3 0,0 1-8 0,1-2 12 16,0 0-12-16,0-1 0 0,1-1 0 0,0 1-10 15,-1 0 10-15,2 1 0 0,-1 1 0 0,0 1 0 16,0-1 0-16,-1 2 0 0,0-1 0 0,1 2 0 16,-2-2 0-16,1 1 0 0,-1 2 0 0,0-1 0 15,1 1 0-15,0 0 0 0,1 0 0 0,-1-3 0 16,1 2 0-16,1 0 0 0,-1-1 0 0,2-1 0 0,1 0 0 16,0 0 0-16,0 0 0 0,1 1 0 0,0-2 0 0,0 1 0 15,1 2 0-15,0-2 0 0,-1 0 0 0,0 3-8 16,1-2 8-16,-1 2 0 0,-1 0 0 0,1-2 0 15,1 2 0-15,1 0 0 0,0 0 0 0,1-2 0 16,2 2 0-16,2-3-8 0,0 2 8 0,2-1 0 16,0-1 0-16,1-1 0 0,-1 1 0 0,1-1 0 15,0-2 0-15,0 0 0 0,2 1 0 0,-1-3 0 16,-1 5 8-16,1-6-8 0,-2 3 13 0,0 2-1 16,-2-2-1-16,1 2 0 0,-3 2 1 0,0-2 1 15,0 2 0-15,-1-1 0 0,-1 3-4 0,-2 0-1 16,1 0 0-16,-1 3 0 0,2-3-8 0,-1 2 8 15,2-4-8-15,-1 4 8 0,2-1-8 0,0 2 8 16,1-3-8-16,1 2 8 0,0-2-8 0,2 0 0 0,1 0 0 16,0 0 0-16,4-2 0 0,1-2 0 0,3 2 0 0,-2-5 0 15,0 1 0-15,1-1 0 0,-1 1 0 0,-1-3 0 16,1 3 0-16,-2-4 0 0,0 1 0 0,-2 2 0 16,-1 1 0-16,0 2 0 0,-4-1 11 0,0 4-11 15,-4-2 16-15,0 3-4 0,0 3 0 0,-1-3 0 16,0 3-12-16,2 0 9 0,-3 1-9 0,3 2 8 15,0-3-8-15,2 0 0 0,-1 1 0 0,5-2 0 16,3-2 0-16,2 0 0 0,1 0 0 0,4-2 0 16,5-5 0-16,-2 1 0 0,0-4 0 0,0 0 8 15,-1 2-8-15,-2 0 0 0,-1 0 0 0,-3-1 8 16,-1 2-8-16,-2 3 0 0,-2-1 0 0,-1 4 0 16,-2 1 0-16,-1 0 0 0,1 4 9 0,-2-2-9 0,-1 2 0 15,1 2 0-15,-1 1 0 0,0 2 8 0,2 1-8 0,0-2 0 16,2 0 0-16,-1 2 0 0,1-2 0 0,1 1 0 15,3-3 0-15,1 2 0 0,3-5 0 0,2 0 0 16,0-1 0-16,-2-4 0 0,-1 2 0 0,3-4 0 16,-3 2 0-16,-1-2 0 0,0 2 0 0,-2-2 0 15,0 1 0-15,-3 2 0 0,2 1 0 0,-2-2 0 16,-1 4 0-16,0-1 8 0,-2 2-8 0,1 1 0 16,1 2 0-16,-1-3 0 0,0 2 0 0,0 2 0 15,1-1 0-15,0-1 0 0,-1 0 0 0,1-2 0 16,1 1 0-16,2 1 0 0,2-4 0 0,1-1 0 15,2 3 0-15,1-7 0 0,-1 2 0 0,2-2 9 16,-1-1-9-16,2-1 10 0,2 1-10 0,-2-4 8 16,0 3-8-16,-2 2 8 0,0-2-8 0,-2 4 0 0,0 0 9 15,-1 2-9-15,-1 0 0 0,-1 0 0 0,-2 2 0 16,0 0 8-16,1 2-8 0,-1-2 0 0,1 2 0 0,1-2 0 16,2 0 0-16,-1 0 0 0,1 1 0 0,-1-3 0 15,2 0 0-15,-2-3 0 0,1-1 0 0,-2 2 0 16,3-2 0-16,-1 2 0 0,1-2 0 0,-2 0 8 15,1-1-8-15,-2 4 0 0,-1-1 0 0,1 2 0 16,0-3 0-16,0 2 0 0,0 1 0 0,-1 0 0 16,0 0 0-16,-2 0 0 0,2 4 0 0,-1-2 0 15,1-1 0-15,1 4 0 0,0-3 0 0,-1 1 0 16,1 0 0-16,-2-1 0 0,0-2 0 0,-1 1 0 16,0-1 0-16,2 0 0 0,-1 0 0 0,-1-1 0 0,1 1 0 0,1-2 0 15,-3-1 0-15,-1 0 0 0,1 1 0 0,-1 2 0 16,-1-2 0-16,1 2 0 0,-2-3 0 0,1 2 0 15,-2 1 8-15,1-2-8 0,1 2 0 0,-1 0 0 16,3 0 0-16,0 2 0 0,0-2 0 0,1 0 0 16,0 1 0-16,1-1 0 0,0 3 0 0,-1-3 0 15,2 0 0-15,-2 0 0 0,1-3 0 0,-3 2 0 16,-2 1 0-16,-1 0 0 0,-2-2 16 0,-2 2 0 16,1 0-1-16,-3 0 0 0,1 0 5 0,-1 0 0 15,0 2 1-15,1-2 0 0,-1 0-13 0,1 0-8 16,-1 1 8-16,1 2-8 0,0-3 0 0,2 2 0 15,2-2 0-15,1 2 0 0,5-2 0 0,0 0 0 16,1 0 0-16,2 0 0 0,1-2 0 0,1 0 0 16,0-1 0-16,0 2 0 0,0-1 0 0,-3-2 0 15,0 4 0-15,-4-3 0 0,-3 3 0 0,-1 0 0 0,0 3 0 16,-4-3 0-16,-1 1 17 0,2 2-1 0,-5 0 0 0,1 0 0 16,-1 3 1-16,0-2 0 0,1-2 0 0,1 4 0 15,-1-2-17-15,0 0 10 0,2 1-10 0,-2-2 8 16,2 1-8-16,2-1 0 0,-1-2 0 0,1 1 0 15,2-2 0-15,0 0 0 0,0 0 0 0,1 0 0 16,-1 0 0-16,0-2 0 0,-2 1 0 0,-1 1 0 16,0 0 0-16,-1 0 0 0,-2 0 8 0,-1 0-8 15,0 0 0-15,-2 0 0 0,0 1 0 0,0 1 0 16,0 1 9-16,-2-3-9 0,1 4 10 0,1-1-10 16,-1 3 12-16,0 1-3 0,-1-1-1 0,1 0 0 15,1 0-8-15,0 2 8 0,0 0-8 0,1-2 8 0,1 1-8 0,-2-1 0 16,1-3 0-16,0 4 0 0,0-4 0 15,1 2 8-15,-1-1-8 0,0 2 0 0,-1 0 9 0,1 1-9 16,0-1 10-16,-1 1-10 0,0 2 8 0,0 1-8 16,-1 2 0-16,0-2 9 0,0 4-9 0,-3 3 0 15,0 3 0-15,1-2 0 0,-2 5 0 0,0 1 0 16,1 0 0-16,0 3 0 0,1-1 0 0,-1-1 0 16,1 1 0-16,2 2 0 0,0 0 0 0,0 1 0 15,1 2 0-15,0-5 0 0,0 2 0 0,0-3 0 16,0 1 0-16,0-1 0 0,0-3 0 0,0 3 0 15,-2-3 0-15,4 0 0 0,-4 0 0 0,2 1 0 16,-1-1 0-16,1 3 0 0,-1-2 0 0,1 4 0 16,0-1 0-16,1 3 0 0,0-1-11 0,1 1 11 0,0 2-8 15,3 1 8-15,0-4 0 0,0 3-8 0,0-2 8 16,1-1 0-16,2 0 0 0,1 1 0 0,4 3 0 0,0 0 0 16,2 0-9-16,0 3 9 0,0-2-10 0,-1 2 10 15,2 1 0-15,-4-2-9 0,0 4 9 0,-2-6 0 16,-2 2 0-16,-2-2-8 0,-1 1 8 0,-4-2 0 15,0-1 0-15,-3-1 0 0,-2-1 0 0,-2-5 0 16,0-1-9-16,-3 0 9 0,0 0-10 0,1-3 10 16,-1 1-15-16,2-8 3 0,1 0 1 0,-1-2 0 15,1-1 11-15,1-5-12 0,1-1 12 0,2 0-12 16,-2-3-7-16,-1-4-1 0,-1-1-1 0,-4-5 0 16,-3-6-105-16,-8-10-21 0</inkml:trace>
  <inkml:trace contextRef="#ctx0" brushRef="#br0" timeOffset="205283.57">26049 16891 57 0,'10'-10'0'0,"-1"-4"0"15,-3 5 0-15,-5 3 0 0,2 0 48 0,2-4 4 16,4-6 0-16,6-9 1 0,1-7 54 0,2 1 10 16,-6 5 3-16,-3 8 0 0,-4 4 60 0,-5 5 12 15,0 6 2-15,-2 0 1 0,0 6-4 0,-2-3-1 16,-1 3 0-16,0 1 0 0,-2 2-51 0,3 3-11 16,2-3-1-16,-1 0-1 0,2 4-78 0,0-2-16 0,0 4-4 15,-1 0 0-15,2 3-28 0,0 1 0 0,0 0 0 0,2 3 0 16,0 3 0-16,-1 2 0 0,3 0 0 0,-3 4 0 15,2 0 0-15,-2 1 0 0,-1-1-8 0,0 0 8 16,-1 5 0-16,-2-5-12 0,2-2 12 0,-1-1-10 16,0-6-10-16,0 0-1 0,1-3-1 0,-1-1 0 15,1-3-32-15,0-2-6 0,0 0-2 0,-1-4 0 32,2 0-140-32,-1-6-28 0,0 0-6 0</inkml:trace>
  <inkml:trace contextRef="#ctx0" brushRef="#br0" timeOffset="205499.84">25991 17041 1152 0,'-7'8'102'16,"-1"-2"-82"-16,3-1-20 0,3-1 0 0,1-2 245 15,-2 2 45-15,-2 3 9 0,-2 8 1 16,-2 1-198-16,2 0-40 0,3 3-8 0,3-4-2 0,2-2-34 0,4 0-7 16,1-4-2-16,3 0 0 0,2-3-9 0,1 2-9 15,2-2 9-15,2 0-13 0,1-3 13 0,1 0 0 16,-4 1-10-16,2-4 10 0,-1 2 0 0,-1 0 0 15,-2 0 12-15,-1-4-4 0,-1 2-8 0,0-2 12 16,0-4-12-16,0-2 12 16,1-6-157-16,3-8-31 0</inkml:trace>
  <inkml:trace contextRef="#ctx0" brushRef="#br0" timeOffset="206400.41">26759 17459 172 0,'-1'-3'16'0,"-1"0"-16"0,1 2 0 0,0 1 0 16,1 0 31-16</inkml:trace>
  <inkml:trace contextRef="#ctx0" brushRef="#br0" timeOffset="207100.29">26773 17374 1148 0,'-3'2'51'0,"-1"1"10"0,1-2-49 0,0 2-12 0,3-3 0 0,-1 1 0 16,-2 1 133-16,1-2 24 0,-2 3 5 0,-1 1 1 0,0-2-51 0,3-2-9 15,-1 4-3-15,2-4 0 0,-1 0-36 0,2 0-7 16,0 0-1-16,0-3-1 0,0 3-17 0,1-1-3 15,0 1-1-15,-1 0 0 0,1 0-10 0,-1 0-1 16,0 0-1-16,0 0 0 0,0 0 2 0,0 0 1 16,0 0 0-16,4 20 0 0,-3-10-8 0,-1 2-1 15,2 4-1-15,-1 5 0 0,0 1-15 0,2 3 9 16,0 4-9-16,1-2 8 0,1 0-8 0,-1-2 0 16,2-2 0-16,0 0 8 0,1 1-8 0,1-4 0 15,1 4 0-15,0-2 0 0,4 0 0 0,-1 0 0 16,2-2 0-16,-2 1 0 0,-1-4-13 0,2 1 5 0,-1-2 8 0,-2-5-13 15,0 0 3-15,-2-4 1 0,4 2 0 0,-5-3 0 16,0-2 9-16,-2 0-10 0,2 1 10 0,-4-5-10 16,1 0 10-16,-2 0 0 0,1 0 0 0,-2-3 0 15,0 1 0-15,2-2-8 0,-1 0 8 0,2-2 0 16,0 0-12-16,-2-4 4 0,1 0 0 0,-1-2 0 16,2-4 8-16,-2 1-13 0,1-5 5 0,-1-1 8 15,1 1-10-15,-1-1 10 0,2-1 0 0,0 0-9 16,-1-1 9-16,0-1 0 0,1 4 0 0,-2 0 0 15,0 2 8-15,2 2-8 0,-1 3 8 0,-1 1-8 16,-1 6 16-16,-1 2-2 0,2 1 0 0,-2 1 0 0,0 4 6 16,0-2 0-16,0 3 1 0,0 1 0 15,2 2-21-15,1 0 8 0,-1 0-8 0,4 7 0 16,3 0 0-16,2 3-10 0,4 3 1 0,2-1 0 0,2 1 9 16,-1-3-12-16,3 3 12 0,2-2-12 0,0 1 12 0,2-2-13 15,-1 3 5-15,0-3 8 0,-3 0-12 0,-1-1 12 16,0-3-12-16,-4-1 12 0,-3-2 0 0,-2-3 0 15,-1 3 0-15,-1-5 0 0,-2-2 0 0,-2-2 0 16,-1 1 9-16,-2-2-1 0,0-1 2 0,-1-2 1 16,0 2 0-16,0-5 0 0,-1-1-11 0,2-2 8 15,-4-3-8-15,1 0 8 0,-1-6-8 0,-1-1 0 16,0 2 0-16,0-4 8 0,-1-1 0 0,1 1-8 16,-1 0 12-16,0-3-4 0,-1 4 3 0,2-1 0 15,-2 2 0-15,1 0 0 0,0 2-11 0,-1 2 0 16,2 3 0-16,0 1 8 0,1 0-26 0,0-2-6 15,2 3 0-15,0 0-1 16,0 2-107-16,3-1-22 0,-1 4-4 0</inkml:trace>
  <inkml:trace contextRef="#ctx0" brushRef="#br0" timeOffset="208367.98">27890 17677 2044 0,'-3'2'91'0,"-1"0"18"0,2 0-87 0,-1-2-22 0,2 3 0 0,0-3 0 16,-1 0 90-16,0 1 14 0,-3 1 2 0,0 0 1 16,-2 3-65-16,-2-4-13 0,1 1-2 0,-1 1-1 15,1-3-26-15,0 3 0 0,0 0 0 0,-1-3 0 16,1 4 0-16,0-2 0 0,1 2 0 0,0-1 0 15,0 0 8-15,4 1 0 0,-1-1 0 0,1 2 0 16,2-1 0-16,0-1 0 0,1 0 0 0,0 1 0 16,0-2-8-16,0 5 0 0,1-4 0 0,0 3 8 15,2 1-8-15,-2-1-9 0,0 4 9 0,2 0-13 16,-1 2 4-16,2 2 1 0,0 0 0 0,1 1 0 16,1 3-8-16,-1 0 0 0,1 1-1 0,-1-1 0 0,1-2 5 0,2-2 0 15,-1 1 1-15,3-5 0 0,2-2-2 0,1 0-1 16,-3-2 0-16,2-4 0 0,3-2 2 0,2 0 1 15,3-2 0-15,1-7 0 0,0-2-2 0,-1-1-1 16,2-3 0-16,-2-2 0 0,-2 2 4 0,1-4 1 16,-4 6 0-16,-3 0 0 0,-2 1 9 0,-3 3 0 15,-2 3 0-15,-2 1 0 0,-2 0 8 0,-2 1 3 16,-1 4 1-16,0-3 0 0,-3 0 25 0,0 1 6 16,-2-2 1-16,-2 0 0 0,-1 1-22 0,0-2-4 15,-2 1-1-15,1-2 0 0,0 2-17 0,1-2 0 16,0 0-13-16,1 0 5 0,1-1-3 0,0 0 0 15,2 1 0-15,1 0 0 0,0-1-1 0,1 2-1 16,1 2 0-16,0 2 0 0,1-2 13 0,-1 1-9 16,2 4 9-16,-2-2-8 0,2 0 8 0,-1 3 9 0,1 0-1 15,-1 1-8-15,0 2 12 0,-1 3-12 0,1 2 12 0,-1 1-12 16,1 3 0-16,-1 1 0 0,1 0 0 0,1-1 0 16,1 1 0-16,1-3 0 0,3-2 0 0,1-3 0 15,1-1 0-15,4-4 0 0,2 0-9 0,3-3 9 16,3-3-26-16,3-3 0 0,3-1 0 0,-2 0 0 15,3-1-26-15,-2 2-6 0,2 2-1 0,-1 0 0 16,-2 4-39 0,-4 4-8-16,2 2-2 0,-2 1-453 0,-4 5-91 0</inkml:trace>
  <inkml:trace contextRef="#ctx0" brushRef="#br0" timeOffset="208749.99">28285 17373 1872 0,'-5'-11'83'0,"1"1"17"0,2 0-80 0,-2 0-20 0,3 1 0 0,0 3 0 0,-1-1 92 0,0-9 14 16,-2-5 3-16,-2-5 1 0,0-3 9 0,-3 7 1 0,3 6 1 0,-3 4 0 15,2 7-20-15,-3 3-4 0,1 6-1 0,-1 8 0 16,1 4-66-16,-1 10-14 0,1 14-2 0,3 12-1 16,1 13-103-16,2 8-21 0,1 0-4 15</inkml:trace>
  <inkml:trace contextRef="#ctx0" brushRef="#br0" timeOffset="-211158.7">27046 16210 806 0,'-3'3'72'0,"1"-2"-58"16,1 2-14-16,-1-1 0 0,2-1 187 0,0-1 34 15,0 0 7-15,0 3 2 0,0-1-114 0,-1-2-22 16,2 4-5-16,-1-4-1 0,2 1-55 0,-1-2-11 16,1 1-2-16,0-3-1 0,0 2-19 0,-1-1 0 15,1 2 0-15,-1-4 0 0,0 4 9 0,0-2-1 16,-1 2-8-16,0 0 12 0,0 0 13 0,0 0 3 16,0 0 0-16,0 0 0 0,0 0 9 0,0 0 3 15,0 0 0-15,0 0 0 0,0 0-9 0,0 0-2 16,0 0 0-16,0 0 0 0,0 0-10 0,0 0-3 0,0 0 0 15,-15 13 0-15,14-12-16 0,-1 1 0 0,-1 0 0 0,1-1 0 16,-1 2 0-16,0-3 0 0,0 2 0 0,-1-2 0 16,2 2 0-16,-3 0 0 15,1-2 0-15,-2 4 0 0,-1 1 0 0,-2-2 0 0,0 1 0 0,-2 2 0 16,1 3 0-16,-2-3 0 0,1 4 0 0,-2 0 0 16,1-1 0-16,0 4 0 0,1 0 0 0,-2-1 0 15,5-2 0-15,-2 0 0 0,2-2-11 0,0 0 11 16,0 0-12-16,1-1 4 0,1-1 8 0,1 0-13 15,2-2 5-15,1-2 8 0,-1 2-13 0,3-2 5 16,0 2 8-16,0-4 0 0,1 4 0 0,1-4-8 16,0 2 8-16,1-2 0 0,2 1-9 0,1 2 9 0,1-1-15 15,-1-2 2-15,2 2 0 0,-1 0 0 16,3-2 13-16,-1 3-12 0,-1-3 12 0,1 0-12 0,0 1 12 16,-1 1 0-16,1 1-10 0,0 0 10 15,-1-1 0-15,0 0 0 0,0 2 0 0,0 1 0 0,-1-4 0 0,1 4 0 16,-2-1 0-16,1-2 0 0,1 2 0 0,-2 0 0 15,3-2 0-15,-1-1 0 0,0 2-9 0,3-1 9 16,-3-2 0-16,2 2 0 0,0-2-10 0,-1 0 10 16,1 0-8-16,-2-2 8 0,0 2 0 0,-2 0 0 15,-1 0 0-15,0 0 0 0,-1 0 0 0,-2 0 9 16,1 0 0-16,-2 0 0 0,-1 0 7 0,0 0 0 16,1-2 1-16,-1 2 0 0,0 0-17 0,0 0 8 15,-1-3-8-15,1 3 0 0,0 0 8 0,0 0-8 16,0 0 0-16,0 0 0 0,0 0 9 0,0 0-9 0,-6-22 0 15,3 18 9-15,1 1 11 0,-2-4 1 0,1 1 1 0,1 3 0 16,-2-4 6-16,2 1 0 0,-2 0 1 0,0 0 0 16,1 0-17-16,-1-3-3 0,0 3-1 0,1-2 0 15,-2 2-8-15,0-2 0 0,0 1 0 0,0 0 0 16,-1 1 0-16,-1 0-12 0,0-4 4 0,-2 4 8 16,2-1 0-16,0 4 0 0,-1-4 0 0,2 4 0 15,1 0 0-15,0 0 0 0,1-2 0 0,1 1 0 16,-1-2 0-16,1-2 0 0,2 2-8 0,0-6-753 15,3-7-151-15</inkml:trace>
  <inkml:trace contextRef="#ctx0" brushRef="#br0" timeOffset="-200563.23">26909 17975 576 0,'-7'9'25'0,"2"-3"6"0,1 4-31 0,0-7 0 0,1 2 0 0,2-5 0 15,0 4 292-15,-3 2 53 0,0 0 11 0,-2 4 1 16,1 3-232-16,2-3-46 0,0-4-10 0,1 0-1 15,2 0-35-15,0-3-6 0,1 2-2 0,0 0 0 16,0-2-6-16,1 3-2 0,0-2 0 0,-1 5 0 16,1 1 26-16,-1 0 5 0,1 4 0 0,-1 0 1 0,2 5-4 15,-2 0-1-15,3 4 0 0,0-2 0 16,-1-3-25-16,2-2-6 0,1 0-1 0,2-1 0 0,1 1-12 0,0-5 0 16,1 2 0-16,1-2 0 0,-1 0 0 0,0-2-8 15,1 1 8-15,0-1 0 0,-1 0 0 0,0 0-12 16,0-2 12-16,-1-1-10 0,-1 1 10 0,0-4 0 15,-1 2 0-15,1-1 0 0,0 0 0 0,1-4 0 16,0 2 0-16,1-4 0 0,1 2 0 0,1-4 0 16,3-2 0-16,-1 0 0 0,3-1 0 0,0-3 0 15,4 1 0-15,0 0 0 0,1-3 0 0,1 2 0 16,-3-3 0-16,-1 3 0 0,0 1 0 0,-2 0 0 16,-1 1 0-16,-3 2 0 0,-1 4 0 0,-3 2 0 15,-1-3 0-15,-3 3 0 0,-1 3 0 0,-2-1 0 0,1 4 0 16,-2-2 0-16,0 2 18 0,2 1-1 0,-2-1 0 0,2 0 0 15,0 1-7-15,1-1-2 0,1-2 0 0,1 1 0 16,1-4-8-16,1 2-14 16,2-3 3-16,0 0 1 0,1-3-12 0,0 0-2 0,0 0-1 0,0-1 0 15,2-2 5-15,-2 3 2 0,0-1 0 0,-1-2 0 16,0 3 18-16,-2 3-12 0,0-2 12 0,-2 2-10 16,0 2 10-16,-1-2 0 15,0 4 8-15,-1-2-8 0,-1 5 20 0,1-4 0 0,-1 3 0 0,2-2 0 16,-2 2-4-16,3-1 0 0,2 3-1 0,0-5 0 15,1 2-15-15,2-3 0 0,2 0 0 0,0-2 0 16,1 0 0-16,2 0 0 0,1-4 0 0,-1 2 0 0,-1-2-8 16,0-1 8-16,0 0-12 0,0 0 12 15,-3 2-9-15,0 0 9 0,1 2 0 0,-3 1-9 0,-2 0 9 0,0 0 0 16,-2 0 8-16,0 4-8 0,1-2 14 0,1 2-2 16,-1 0 0-16,0 2 0 0,0-3 0 0,0 4 0 15,2-1 0-15,-2 0 0 0,2 0-3 0,1 0-1 16,2-3 0-16,2 1 0 0,0-2-8 0,2-1 0 15,0-2 9-15,0 1-9 0,1-2 0 0,-1-2 0 16,1 1 0-16,1 0 8 0,-3 0-8 0,-2-1 9 16,0 1-9-16,-2 3 10 0,0-3-10 0,-3 3 10 15,0 0-10-15,-2 0 10 0,-1 3-10 0,-1-2 10 16,-2 3-10-16,1-2 10 0,0 2-10 0,1 1 0 16,0-4 0-16,2 4 0 15,4-4-59-15,2-1-17 0,4-3-3 0,8-7-1082 0</inkml:trace>
  <inkml:trace contextRef="#ctx0" brushRef="#br0" timeOffset="-148113.72">9423 11813 115 0,'-4'0'10'0,"-1"3"-10"15,2-3 0-15,1 1 0 0,-1 1 116 0,0 1 20 16,-3 0 5-16,-6 5 1 0,-2 0-150 0,-5 1-31 16</inkml:trace>
  <inkml:trace contextRef="#ctx0" brushRef="#br0" timeOffset="-147529.72">9181 11872 943 0,'-7'7'41'0,"1"-7"10"0,1 1-41 0,1-1-10 16,2-1 0-16,0 1 0 0,1-3 52 0,-1 1 9 15,-3-2 2-15,-3-3 0 0,2-5-54 0,-1 2-9 16,1-3 0-16,1 2 0 0,0 0-12 0,1-1 12 16,0 3-12-16,2-1 12 0,-2 0 27 0,0 1 13 0,2 0 2 0,1 2 1 15,-2 1 77-15,2 0 16 0,0 0 4 0,1-2 0 16,0-1-34-16,3-3-6 0,4 0-2 0,0-2 0 16,2-4-62-16,3-2-13 0,3-2-3 0,1-3 0 15,-2 6-20-15,2-1 8 0,0 2-8 0,3-1 0 16,0 0 15-16,1 1-2 0,2 2 0 0,2 3 0 15,2 0 3-15,-2 3 0 0,1 2 0 0,2 4 0 16,2 0-8-16,0 4-8 0,1 4 11 0,0 0-11 16,1 4 12-16,-2 2-12 0,-2 9 12 0,-2-3-12 15,-4 0 12-15,-2 2-4 0,-1 2 0 0,-3 1-8 16,0-1 20-16,-4 1-2 0,-1-1-1 0,-3 5 0 16,0-3 3-16,-6 4 1 0,-4 2 0 0,-3 3 0 15,-4-1-9-15,-3-2-1 0,-3 1-1 0,-3-2 0 0,1-1-10 0,-3-1 8 16,2-7-8-16,-2-2 8 0,1-2-8 0,0-4 0 15,3-2-12-15,0-5 12 0,2 1-36 0,0-2 0 16,3-4 0-16,-1-2 0 0,2 1-20 0,0-3-4 16,1-4-1-16,-1 0 0 0,2-1 7 0,0-2 2 15,0-2 0-15,-1-5 0 0,0 0 16 0,0-3 4 16,0 1 1-16,2-1 0 0,0 6-1 0,2-2-1 16,0 3 0-16,1 0 0 0,2 1 33 0,1 2 11 15,3-2 0-15,0 5 0 0,1 1 23 0,-1 3 5 16,-1 0 1-16,0 2 0 0,0 1 14 0,-3 0 3 15,3 3 1-15,-1 0 0 0,1 3-6 0,-1 0 0 16,0 1-1-16,-1 5 0 0,1 3-20 0,-1 4-4 16,-1 9-1-16,0 5 0 0,-1 4-14 0,0 7-4 0,-1 2 0 15,0 6 0-15,0 5-8 0,-1 3 0 0,1 2 9 0,-1-2-9 16,1-3 0-16,0 0 0 0,1-6 0 0,-1 1 8 16,1 0-8-16,-1-2 0 0,0 1 0 0,2-2 0 15,-1-2 0-15,2-6 8 0,0-3-8 0,2-10 8 31,1-8-86-31,1-6-17 0,4-3-3 0,2-10-590 0,0-3-119 0</inkml:trace>
  <inkml:trace contextRef="#ctx0" brushRef="#br0" timeOffset="-147263.89">9661 11885 2239 0,'-1'3'99'0,"0"0"21"0,-1 1-96 0,1-1-24 0,2 1 0 0,1-1 0 0,-1 3 50 0,1 0 6 0,1 6 0 0,1 6 1 16,-1 5-45-16,0-1-12 0,-3 1 0 0,1-1 0 0,-1 4 0 0,1-5-14 16,0 1 3-16,2-2 1 0,1-2-42 0,1-1-8 15,1-1-1-15,1-2-1 0,2 0 18 0,1-4 4 16,0 0 1-16,0-2 0 0,1-1 28 0,0-4 11 16,1 2-8-16,-1-1 8 0,2 0 0 0,-2-4 8 15,0 0 0-15,-1 0 0 0,0-1-8 0,-3-2 0 16,1 1 0-16,-2-2 0 0,-1 0-48 0,0-2-10 15,1 0-2-15,-1-4-1 16,0-2-160-16,-3-1-32 0,3-3-7 0</inkml:trace>
  <inkml:trace contextRef="#ctx0" brushRef="#br0" timeOffset="-147225.02">9918 12084 507 0,'2'-40'22'0,"-2"34"6"0,0 5-28 0,0 1 0 0</inkml:trace>
  <inkml:trace contextRef="#ctx0" brushRef="#br0" timeOffset="-146763.39">10114 12002 1785 0,'2'1'79'0,"-1"2"17"0,1-3-77 0,0 2-19 15,1 2 0-15,-1-1 0 0,1-2 145 0,0 4 26 16,3 2 5-16,3 6 0 0,0 5-138 0,1 1-28 16,0 0-10-16,-2 1 0 0,1 1 0 0,-2-5 0 15,1-2-10-15,0-3 10 0,0-4-28 0,2 0 1 16,-2-5 1-16,1-2 0 0,0 0 6 0,-1-4 2 15,2-2 0-15,-1 0 0 0,1-3 34 0,0 0 6 16,0-1 2-16,-2-3 0 0,1 3 15 0,-2-2 3 16,-1 0 1-16,-1 2 0 0,-1-3-6 0,-3 3-1 15,-2-2 0-15,-1 0 0 0,-2-1 0 0,-2 0-1 16,-3 0 0-16,-1-3 0 0,-2 2-3 0,-3 0 0 0,-1-1 0 16,0 1 0-16,1 2-13 0,-1 3-3 0,1 2-1 0,-1 2 0 15,1 4-15-15,0 1 0 0,2 0 0 0,-1 6 0 16,1 0-31-16,0 2 1 0,0 4 0 0,-1 0 0 15,-1 7-23-15,2-3-5 0,3-4-1 0,0 2 0 32,1 1-105-32,4-4-22 0,0-2-4 0</inkml:trace>
  <inkml:trace contextRef="#ctx0" brushRef="#br0" timeOffset="-146146.66">10791 11712 460 0,'0'-7'41'0,"0"1"-33"0,-1 0-8 15,1 2 0-15,1 1 168 0,-1-4 32 0,2 5 7 0,-1-7 1 16,0-2-100-16,2-1-19 0,-1-4-4 0,-1 3-1 16,-1 5-4-16,2 2 0 0,-2 2-1 0,-2 0 0 15,2 4 37-15,-2-2 8 0,1 2 2 0,-2 0 0 16,2 0-7-16,-2 0-2 0,1 0 0 0,-1 0 0 16,1 0-63-16,-1-3-13 0,0 2-2 0,0 1-1 15,1 0-30-15,-2-2-8 0,2 2 0 0,-2 0 0 16,0 0 0-16,2 0 0 0,1 2 0 0,-1-2 0 0,1 1 0 0,1 4 0 15,1-1-9-15,2 6 9 0,2 5-9 16,2 7 9-16,3 4-12 0,2 8 12 16,1 5 0-16,-1 8 0 0,0 10 0 0,0 3 0 0,1 10 8 0,-3 7-8 15,-1 9 0-15,-4 3 9 0,-3 2-9 0,1-2-17 16,0-1 4-16,0-11 1 0,2-8-34 0,-2-16-6 16,5-11-2-16,-2-7 0 0,2-10 7 0,-1-6 2 15,2-4 0-15,-1-5 0 0,1-4 5 0,-2-6 0 16,-1-2 1-16,-1-4 0 0,3-4-9 0,-3-6-1 15,-1-3-1-15,-2-7-589 16,-1-8-117-16</inkml:trace>
  <inkml:trace contextRef="#ctx0" brushRef="#br0" timeOffset="-145797.09">10819 11632 288 0,'-4'3'25'0,"0"-3"-25"0,2 0 0 0,-1 0 0 16,3 0 418-16,1-3 78 0,1 3 16 0,0 0 4 16,1-3-379-16,2 0-75 0,0 1-15 0,-5 2-3 15,0 0-7-15,26-10-1 0,-15 6 0 0,1 2 0 16,2 1-23-16,2-2-5 0,1 3 0 0,2 0-8 16,0 3 0-16,4 1 0 0,-1 3 0 0,0-1 0 15,4 2-11-15,-1 2 1 0,2 0 0 0,-2 1 0 16,-2-1 2-16,-3 0 0 0,-1-1 0 0,-3 1 0 15,-2 2 8-15,-1-4 0 0,-5 0 0 0,-1 2 0 16,-2 0 10-16,-4 2 4 0,-2 1 1 0,-4 3 0 0,-2 0 9 0,-4 6 3 16,-5 5 0-16,-1-1 0 0,1-3-6 15,-6 5-1-15,-7 7 0 0,0-1 0 0,0-2-20 0,3-3 0 16,3-8 0-16,3-5 8 0,4-6-40 0,1-8-7 16,3-2-1-16,2-5-1 15,0-2-59-15,2-2-11 0,2-4-2 0,4-5-1 16,2-5-97-16,5-4-19 0</inkml:trace>
  <inkml:trace contextRef="#ctx0" brushRef="#br0" timeOffset="-145547.12">11512 11257 1900 0,'0'2'169'0,"2"-2"-135"0,-2-2-34 0,2 4 0 16,0-2 156-16,3 0 25 0,5 4 5 0,3-2 1 15,3 4-159-15,4 4-28 0,-2 0-12 0,1 3 1 16,-1-4 11-16,1 1 0 0,1 0-9 0,2-1 9 16,1-3-22-16,4 1 0 0,-2-2 0 0,1-3 0 15,-1 0 1-15,0-2 0 0,-1 0 0 0,0 0 0 16,-3 0 21-16,-3-2 12 0,1 0-2 0,-4 0 0 16,-3 1-10-16,-3-1 8 0,-4 2-8 0,-3 2 8 15,-2-1-189-15,-3 3-39 0</inkml:trace>
  <inkml:trace contextRef="#ctx0" brushRef="#br0" timeOffset="-145230.15">11641 11504 2282 0,'-5'5'101'0,"1"-1"21"0,2-2-98 15,2 2-24-15,0-1 0 0,1 1 0 0,0 1 28 0,0 1 0 16,1 8 0-16,0 7 0 0,-1 5-28 0,2 5 0 15,-2 1 0-15,-1 3 0 0,1 0 0 0,-1 0 0 16,0 2 0-16,0-1 0 0,0 4 0 0,0 0 0 16,-1 2 0-16,1-3 0 0,-1-2 0 0,2-1 0 15,-1 1 0-15,0-1 0 0,3 1 0 0,-1-6 0 16,2 1 0-16,1-6 0 0,2-1-20 0,1-7 3 16,0-2 1-16,3-3 0 0,3-4-4 0,1-5-1 15,3 1 0-15,0-5 0 0,1 0 21 0,4 0 0 0,0-2 10 16,2-2-10-16,0-2 30 0,2 0-1 0,1-1 0 0,0-1 0 15,-1 0-9-15,-1 0-3 0,-4 0 0 0,0 0 0 16,-1-2-17-16,-1-3 0 0,0 1 0 0,-3-4-9 16,-2 3-49-16,-4-5-10 0,-1 2-1 0,-5 0-1 31,-3 0-178-31,-4 0-35 0</inkml:trace>
  <inkml:trace contextRef="#ctx0" brushRef="#br0" timeOffset="-145029.95">11723 11817 1612 0,'-4'2'144'16,"0"-2"-116"-16,3 0-28 0,1 0 0 16,0 3 223-16,0-3 38 0,0 0 8 0,0 3 2 0,2 0-175 0,5 1-34 15,5-1-7-15,5 1-2 0,7-2-44 0,3-2-9 16,5 0 0-16,4-3 0 0,3-2-15 0,5 0 0 16,-1-1 0-16,2 0 0 0,-3-3-3 0,-2 1-1 15,0 2 0-15,-5-2 0 0,-2-1-11 0,-5 2-2 16,-2 0-1-16,-3 1 0 15,-5-1-135-15,-2 4-28 0</inkml:trace>
  <inkml:trace contextRef="#ctx0" brushRef="#br0" timeOffset="-137909.87">13600 11592 1267 0,'-4'-4'112'0,"3"2"-89"16,1 2-23-16,0 0 0 0,2 0 149 0,-1 0 26 15,3-3 5-15,0 2 0 0,2-2-142 0,3 3-29 16,-1 0-9-16,0 3 0 0,0 3 33 0,-1 0 2 16,0 4 0-16,0 2 0 0,1 2 4 0,-2 7 1 15,0 7 0-15,-1 5 0 0,-2 2-7 0,-2 5-1 16,0 6 0-16,-2 0 0 0,1-6-21 0,1-1-11 0,2-5 10 15,1-8-10-15,5-3 8 0,0-9-8 0,-1-4 0 0,2-6 0 16,1-4 0-16,1-6 8 0,0-2-8 0,4-6 0 16,3-9 13-16,3-8 0 0,4-7 0 0,2-6 0 15,1-5 4-15,2-1 1 0,2-2 0 0,2 0 0 16,-3 1-8-16,5 0-2 0,2-4 0 0,3 0 0 16,4 1-8-16,4-2 0 0,-2 4 0 0,0 5 0 15,2 6-12-15,-2 7 0 0,-1 2-1 0,1 3 0 31,0 5-115-31,-2 1-24 0,-1 5-4 0,-5 2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13T16:36:48.7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18948 15764 748 0,'-2'1'67'0,"1"2"-54"15,1-3-13-15,0 0 0 0,0 0 256 0,0 2 49 16,0-2 10-16,-1 4 1 0,1-2-232 0,-1 2-46 15,2 0-10-15,-1-1-1 0,1 2-27 0,0-1 8 16,-1 0-8-16,2 1 0 0,-1-2 0 0,1 4 0 0,1-4 0 16,-1 4 0-16,2-5 0 0,0 4 8 0,1-2-8 0,0-2 0 15,0 2 24-15,1-3 0 0,0 2 0 0,1-1 0 16,2-2 4-16,0-2 1 0,1 2 0 0,-1-3 0 16,1 2-1-16,0-4 0 0,1 4 0 0,-1-2 0 15,0 2-4-15,-1-1 0 0,2-1-1 0,-1 2 0 16,0-1-13-16,1 2-2 0,-1 0-8 0,0-3 12 15,1 3-12-15,0 0 0 0,-1 0 8 0,1 0-8 16,-1 0 0-16,0-1 0 0,1 1 0 0,-1-3 0 16,0 0 0-16,1-1 0 0,0 1 0 0,1 0 0 15,1-3 14-15,-2 3-3 0,0-1-1 0,0-1 0 16,-1 4 3-16,-1-2 1 0,0 3 0 0,0 0 0 16,-1-3-14-16,0 3 9 0,0 3-9 0,-1-3 8 0,-1 0-8 0,2 1 0 15,-2 1 9-15,0 2-9 0,1-2 0 0,0 0 0 16,-1 0 0-16,0 1 8 0,1-2-8 0,1 1 0 15,0-2 0-15,1 0 0 0,0 0 0 0,-1 0 0 16,2-2 0-16,0 1 8 0,1-2-8 0,0-1 8 16,1 2-8-16,-1-2 8 0,-1 1 0 0,-1 0 0 15,1 1 0-15,-1 0 0 0,1 2-8 0,-3-2 8 16,1 2-8-16,-2 2 8 0,1 2-8 0,1-1 0 16,-1 0 0-16,1 1 0 0,-2 2 0 0,1 0 0 15,-1-2 0-15,2 1-8 0,-2 2 8 0,1-4-8 16,3 1 8-16,0-4-8 0,1 2 8 0,0-4 0 15,3-1 0-15,1-1 0 0,1-2 0 0,1 0 0 0,2-1 8 16,-1-2-8-16,1-1 8 0,0 1-8 16,-1 2 8-16,-1 1-8 0,1 0 10 0,-2 2-2 0,-1-1-8 0,1 1 12 15,-1 2-12-15,-1 1 9 0,1-2-9 16,-1 1 8-16,1 0-8 0,-2 2 0 0,0 0 0 0,0 0 0 16,0 2-12-16,-1-2 12 0,0 2-10 0,2-4 10 15,1 2-9-15,0-2 9 0,2-1-8 0,0-4 8 16,2 2 0-16,-2-1 0 0,2-1 0 0,-1 1 0 15,-1 0 0-15,1-1 0 0,-1 1 0 0,-1-1 8 16,0 4-8-16,-2 0 8 0,1 0-8 0,-3-1 8 16,-1 4-8-16,0 0 0 0,0 2 0 0,-2 0 0 15,1 1 0-15,-1-2 0 0,-1 1-8 0,0 2 8 16,-1 0-18-16,2-2 2 0,-2 4 0 0,-1-3 0 16,2 1 0-16,-1-2 1 0,3-1 0 0,-1 2 0 0,1-3 15 15,1 0 0-15,1-4-10 0,1 2 10 0,0-2 0 0,2-1 0 16,1 1 8-16,0-3-8 0,0 2 12 0,0 1-2 15,0-2-1-15,0 2 0 0,-1 2-9 0,0-4 12 16,-1 4-12-16,-2 2 12 0,0 0-12 0,0 0 0 16,-1 2 0-16,0 0 0 0,-1 2 0 0,-2 2 0 15,1-4-10-15,-3 5 10 0,2-1-12 0,-2-1 12 16,1 0-13-16,1-2 5 0,0 1 8 0,2-1 0 16,1-3 0-16,2 0 0 0,0-3 0 0,2 2 0 15,0-2 0-15,4-3 8 0,-1 2-8 0,2-4 12 16,0 2-4-16,1-2 0 0,0 2 0 0,1-3 0 15,-1 2 0-15,-1 1 0 0,2 1-8 0,-2 0 0 16,0 2 0-16,-1 0 0 0,0 3 0 0,-1 0 0 0,0 0 0 16,-2 1 0-16,-1 1 0 0,1 1 0 0,1 1-8 0,-1-1 8 15,1 0-11-15,0-3 11 0,0 1-13 0,-1-1 5 16,0 0 8-16,-1-1 0 0,1 1 0 0,-1 0 0 16,0-3 0-16,-1 1 0 0,1 1 0 0,0 1 0 15,1 0 9-15,-2-3 1 0,-2 2 0 0,0 1 0 16,-2 0-2-16,0 0-8 0,-1 4 12 0,0-3-4 15,-2 4-8-15,0-2 0 0,1 1 0 0,-2 1 0 16,0 1-14-16,-1-1 5 0,0 1 1 0,0 1 0 16,0-1 8-16,0 2-13 0,1-4 5 0,0 2 8 15,2-2-8-15,-1 1 8 0,2-1 0 0,-1-2 0 16,1-1 0-16,0 2 0 0,1-2-9 0,1 2 9 16,0-1 0-16,1 2 0 0,-1-2 0 0,2 2 0 15,-2 0 0-15,0 1 0 0,-1-2 0 0,1 4 0 0,-1-4 0 16,0 3 0-16,-1 1 0 0,0-1 0 0,0 0 0 0,0 0 0 15,-1 0 0-15,0 1 0 0,0 0 0 0,1-1 0 16,-1 0 0-16,0-2 0 0,1 1 0 0,1-1 0 16,0 2 0-16,1-5 0 0,0 2 0 0,1-3-15 15,1 2 5-15,-1-2 1 0,0 0 9 0,1 0 0 16,-1 1 0-16,0-1 0 0,0 3 0 0,-3-3 0 16,1 0 0-16,-2 2 0 0,0-2 9 0,-1 0 1 15,0 4 0-15,-1-3 0 0,0 2-10 0,-1-1 10 16,2 2-10-16,-1-4 10 0,1 2-10 0,-1 0 0 15,2 0 0-15,0-2 0 0,1 2 0 0,0-2 0 16,1 0-12-16,1 0 12 0,-1 0-12 0,2 0 12 0,-1 0-12 16,1 0 12-16,2-2 0 0,-2 2 0 15,1-2 0-15,-2 0 0 0,0 2 0 0,0 0 0 0,-1 0 0 16,0 2 12-16,0 0 0 0,0 0 0 0,-2 0 0 0,1 3 0 16,0-4-12-16,1 3 10 0,1 1-10 0,-1-2 10 15,2 1-10-15,0-2 0 0,-1 1 0 0,2 1 0 16,0-2 0-16,1-1 0 0,0 2 0 0,1-3 0 15,-3 0 0-15,1 0 0 0,1 1-8 0,-2-1 8 16,2 0 0-16,-3 0 0 0,2 1 0 0,-1 1 0 16,-1 0 12-16,0-2-4 0,0 1 0 0,-1 2 0 15,0-3-8-15,1 0 8 0,-1 0-8 0,1 0 8 16,2 0-8-16,0 0 0 0,0-4 0 0,0 2 0 16,2-2-8-16,1 0 8 0,-1-1-10 0,0 1 10 15,-2-2 0-15,2 3 0 0,-1-4-8 0,-1 4 8 0,1-2 0 16,0 1 0-16,-2 0 0 0,-1 2 0 0,0 2 0 0,-1-3 0 15,1 3 0-15,-1-1 0 0,-1 1 0 0,1 0 0 16,0 0 8-16,-1 0-8 0,3 0 0 0,-1 0 0 16,1-2 0-16,0 0 0 0,1 0 0 0,0-1 0 15,1 2 0-15,0-1 0 0,-1 2 0 0,1-3 0 16,-2 2 0-16,1 1 0 0,-1 0 8 0,-2 0-8 16,1 0 0-16,-2 0 0 0,-1 1 0 0,1 2 0 15,-2-1 0-15,1-2 0 0,-2 4 0 0,0-3 0 16,0 2-9-16,0-1 9 0,-1-1 0 0,2-1-8 15,-1 3 8-15,0-6 0 0,1 2 0 0,1 1 0 16,-2-4 0-16,0 3 0 0,0 0 0 0,2-3 0 16,-2 2 9-16,1-2-9 0,0 2 14 0,-1-2-4 15,-1 1-1-15,0 3 0 0,0-2-1 0,-2 1 0 0,2 1 0 0,-1-3 0 16,0 3-8-16,1 0 0 0,0 0 0 0,0-1 0 16,1-2 0-16,1 1 0 0,1-2 0 0,0 1 0 15,2 0 0-15,0-3 0 0,2 2 0 0,-1-2 0 16,2 0 12-16,-1 2-4 0,1-2 0 0,-1 1 0 15,-1 1 1-15,1 1 0 0,0-1 0 0,-1 1 0 16,-1 0-9-16,-1 3 10 0,0-3-10 0,0 3 10 16,-1 0-10-16,0 0 12 0,-1 0-12 0,1 0 12 15,-2 0-12-15,1 0 0 0,1 0 0 0,-1 0 8 16,1 0-8-16,-2 0 0 0,1 0 0 0,-2 0 0 16,1 0 0-16,-1 0 0 0,0 0 0 0,0 0 0 15,-1 0 0-15,0 0 0 0,-2 0-9 0,0 0 9 16,1 0 0-16,-1 0 0 0,1 0 0 0,-2 0 0 0,2-2-8 0,0 2 8 15,2 0 0-15,-1-1 0 0,0 1 0 0,1-3-8 16,0 3 8-16,1 0 0 0,0-2 0 0,0 0 0 16,2 2 0-16,-2 0 0 0,1 0 0 0,2 0-8 15,-1 2 8-15,1 0 0 0,0-2 0 0,-1 3 0 16,1-2 0-16,0 1 0 0,1-2 0 0,0 3-8 16,2-3 8-16,0 0 0 0,2-3 0 0,1 3 0 15,1-3 0-15,0 0 0 0,2-1 0 0,0 1 0 16,1-2 8-16,0 1-8 0,0-2 0 0,-1 2 8 15,1-2-8-15,-2 2 0 0,-1-1 0 0,-1 2 8 16,1-1-8-16,-1 4 0 0,-2-3 0 0,1 3 0 16,-2-3 0-16,0 3 0 0,-3-3 0 0,3 3-10 15,-1 0 10-15,0-2-12 0,0 0 12 0,-1 2 0 0,1-3 0 0,-1 3-8 16,1-3 8-16,-1 0 0 0,0 3 0 16,0-3 0-16,-2 3 0 0,1-2 0 0,0 0 0 0,-3 2 8 15,0 0-8-15,-1 0 0 0,0 0 0 0,-1 2 8 16,-2-2-8-16,-1 0 0 0,1 2 0 0,-1-2 0 15,-1 0-12-15,1 0 4 0,-1 0 0 0,0 3 0 16,0-3-1-16,0 0 0 0,1-3 0 0,0 3 0 16,-1 0 9-16,2 0 0 0,0 0 0 0,-2 0 0 15,0 0 0-15,0 0 0 0,0 0 0 0,0 0 0 16,0 0 0-16,0 0 0 0,21-6 8 0,-18 6-8 16,-1 0 0-16,-1 0 9 0,1-4-9 0,0 4 0 15,-1 0 0-15,1 0 0 0,-2 1 0 0,1-1 0 16,0 3 0-16,0-3 0 0,-1 0 0 0,0 0 0 0,0 0 8 0,0 0-8 15,0 0 0-15,0 0 0 0,23-10 9 0,-17 6-9 16,1-1 0-16,1 2 9 0,-1-1-9 0,0-1 10 16,1 1-10-16,-2 2 10 0,0 1-10 0,0-2 0 15,-1 2 0-15,-1 1 8 0,0 0-8 0,-2-3 0 16,1 3 0-16,-1 0 0 0,-1 3 0 0,1-3 0 16,0 0 0-16,-1 1 0 0,2-2 0 0,-2 2 0 15,2-1 0-15,-1 0 0 0,0 0 0 0,1-1 0 16,1 1 0-16,-2 0 0 0,2 0 0 0,0 0 0 15,-1 0 8-15,2 0-8 0,-1 0 0 0,0 0 0 16,-1 0 0-16,0 0 0 0,-1 0 0 0,1 1 0 16,-2 2-11-16,0-2 11 0,0 4-17 0,1-4 1 15,0 4 1-15,-1-1 0 0,1 2 1 0,-1-4 0 0,1 2 0 0,2 0 0 16,-1-2 14-16,0-1 0 0,1 2 0 0,1-1 0 16,0-2 0-16,1 2 0 0,3-2 0 0,-2 0 0 15,1 0 12-15,-1-2-12 0,3 2 12 0,-2-2-12 16,1-1 10-16,1 2-10 0,0-1 8 0,1-1-8 15,-1 2 0-15,1 1 0 0,0-2 8 0,0 0-8 16,0 2 0-16,-1 0 0 0,1 0 0 0,1 0 0 16,-2 2 0-16,1 0 0 0,0-2 0 0,-1 0 0 15,2 0 0-15,0-4 0 0,2 2 0 0,0-1 0 16,2 0 0-16,0-1 10 0,1-1-10 0,0-1 10 16,3 1-10-16,-1-1 12 0,2-3-12 0,-1 3 12 15,1 0-4-15,-2-1-8 0,2 1 12 0,-1 3-4 16,-1-1-8-16,-1-1 0 0,-2 4 9 0,-1-2-9 15,0 2 0-15,0 1 9 0,-2 1-9 0,1 2 0 0,1-2 0 0,-2 1 0 16,1 1 0-16,0 1-9 0,-2-2 9 0,0 2 0 16,2-2-9-16,-2-1 9 0,2 2 0 0,0-1 0 15,-2-2 0-15,2 4 0 0,-2-4 0 0,-1 1 0 16,1 2 0-16,1-3 0 0,-2 2 0 0,0-2 0 16,-1 0 0-16,0 0 0 0,0 0 0 0,-2 0 0 15,0 0 0-15,-1 0 0 0,1 0 0 0,-1 0 0 16,-1-2 0-16,-1 2 0 0,0 0 0 0,0 0 0 15,0-3 8-15,0 3-8 0,-3 0 0 0,2 0 0 16,-1 3 0-16,-1-3 0 0,1 0-10 0,-1 2 10 16,0-2-13-16,1 2 5 0,-1 0 8 0,1-2-12 15,2 2 12-15,-1-2-12 0,-1 0 12 0,1 0 0 16,1 0 0-16,1 2 0 0,0-2 0 0,2 2 0 16,-2-2 0-16,1 0 8 0,1 0-8 0,-1 0 0 0,-1 0 0 0,1 0 0 15,-1 0 0-15,0 0 8 0,1 0-8 0,-1 3 0 16,1-3 0-16,-1 0 9 0,0 0-9 0,-1 0 0 15,1 0 0-15,0 1 0 0,1 1 0 0,-1-2 0 16,-1 0 0-16,1 0 0 0,0 3 0 0,0-3 0 16,2 0 0-16,-2 1 0 0,1 2 0 0,-1-3 0 15,1 0 0-15,-1 3 0 0,1-3-8 0,-1 4 8 16,1 1-9-16,-2-1 9 0,1-2-8 0,-3 4 8 16,2-2 0-16,-1 0 0 0,0-1 0 0,-2 2-8 15,1-3 8-15,-1 3 0 0,1-4 0 0,-2 1 0 16,3-2 0-16,-2 3 0 0,2-3 0 0,-1 0 0 15,2 0 8-15,0 0-8 0,2-3 8 0,0 3-8 0,0-3 8 16,2 3-8-16,0-3 8 0,-1 1-8 0,1 0 0 16,1 0 0-16,0-1 0 0,0 2 8 0,0 1-8 15,-2-2 0-15,2 2 0 0,-1 0 0 0,2 2 0 0,-1-2 0 16,0 1-8-16,2 2 8 0,0-1-13 0,2 0 2 16,0 0 1-16,0 1 0 0,1-3 10 0,-1 1 0 15,1-1 0-15,-2 2 0 0,0-2 8 0,-2 0 0 16,1-2 0-16,-2 1 0 0,1 1-8 0,-1-3 12 15,0 3-4-15,0 0 0 0,0-2-8 0,-2 0 8 16,1 2-8-16,0 0 8 0,-1-2-8 0,0 2 0 16,1 0 0-16,0 0 0 0,0 0 0 0,1 0 0 15,-1 0 0-15,1 0 8 0,1 0-8 0,-3 0 0 16,2 0 8-16,0 0-8 0,1 0 0 0,0 0 0 16,0 0 0-16,1 0 8 0,-1 0-8 0,0 0 0 0,0 0 0 15,1 0 0-15,2 0 0 0,0-3 0 0,-1 3 0 0,2 0 0 16,1 0 0-16,0 0 0 0,0 0 0 0,0 0 0 15,2 3 0-15,-2-3 0 0,1 0 0 0,0 2 0 16,-2-2 0-16,1 2 0 0,0 0 0 0,0-2 0 16,3 0 0-16,-1 0 0 0,2 0 0 0,1 0 0 15,2 3 0-15,0-3 0 0,2 1 0 0,-1 1 0 16,2 1 11-16,0-3-3 0,0 3 0 0,0-1 0 16,0 3 4-16,-1-4 1 0,0 4 0 0,-2-1 0 15,2-1-3-15,-1 2-1 0,-1-1 0 0,0 0 0 16,1-2-9-16,-1-1 0 0,3 2 0 0,0-3 8 15,2 0-8-15,-1-3 0 0,0 2 0 0,1 1 0 16,2-2 0-16,-1-1 0 0,0 2 0 0,0-3 8 0,-1 2-8 16,2-1 10-16,-2 2-10 0,1 1 10 0,-2-2-2 0,-2 2 0 15,-1 0 0-15,2 2 0 0,-1-1 4 0,0 2 0 16,-2-1 0-16,1-1 0 0,-3 2 0 0,-1-2 1 16,-2 2 0-16,-1 0 0 0,1 0-1 0,-2-1-1 15,-1 2 0-15,-2-2 0 0,1 2-11 0,-1-1 0 16,0 0 0-16,0-3 8 0,1 0-8 0,2 0 0 15,1-2 0-15,3-2 0 0,2-2-8 0,3 0-1 16,4-4 0-16,0-2 0 0,2-1-6 0,4 0-1 16,3-5 0-16,2 1 0 0,2-2 1 0,-4 1 0 15,-2 2 0-15,-3-4 0 0,-2 5-8 0,-5-1-1 16,-6 4-1-16,-8 3 0 16,-5 4-142-16,-11-1-28 0</inkml:trace>
  <inkml:trace contextRef="#ctx0" brushRef="#br0" timeOffset="3315.91">1528 16473 1036 0,'-16'9'92'0,"5"1"-73"0,4-3-19 0,6-5 0 0,2 0 140 0,-4 0 25 0,-3 6 5 0,-4 2 1 16,0 3-130-16,2-4-25 0,3-2-6 0,7-5-1 16,4-7-9-16,4-2 0 0,3-6 0 0,3-3 0 15,3-2 28-15,1-4 9 0,1-3 3 0,0 1 0 16,0 3 20-16,0 1 5 0,0 2 1 0,-1 3 0 16,-1 4-22-16,-1 2-5 0,1 3-1 0,-2 2 0 15,-1 4-23-15,-1 2-5 0,0 3-1 0,0-2 0 16,1 6-9-16,-3 1 0 0,3 2 0 0,-1 2 0 15,1-2 0-15,0 1 0 0,1-1 0 0,0-2 0 16,1 0 0-16,2-2 0 0,2 0 0 0,1-3 0 16,3-2 11-16,-3-3 0 0,1 2 0 0,-1-4 0 0,3 2 9 0,0-3 1 15,-4 0 1-15,-1 1 0 0,2 1-4 16,-2 1-1-16,-2-3 0 0,0 3 0 16,-3 0-17-16,0 3 10 0,-1-2-10 0,-1 1 8 0,-1 2-8 0,1 0 0 15,-2 1 0-15,-1 1 0 0,0-5-9 0,1 4-1 16,-1-1 0-16,0 2 0 0,1-2-5 0,2 2-1 15,-1-2 0-15,2 0 0 0,1 3 5 0,2-4 1 16,-1 1 0-16,0 2 0 0,0-3 10 0,0 3 0 16,-1-2 0-16,1-1 0 0,-1 3 0 0,3-2 0 15,-3 1 0-15,0-1 0 0,0 2 0 0,1-2 0 16,2 2 0-16,-2 0 0 0,2 0 0 0,-2 0 0 16,-1 1 0-16,0 0 0 0,1 4 0 0,-1-3 0 15,2 2 0-15,-3-2 0 0,1 2 0 0,0-4 0 0,-1 3 0 16,1-3 0-16,0 0 0 0,2-1 0 0,3 0 0 15,3-1 0-15,-3-2 0 0,1-2 0 0,3-2 0 0,-1-2 8 16,-4 2-8-16,3-1 12 0,0 0-4 0,2-1 0 16,-1-2-8-16,1 2 8 0,0-1-8 0,0 1 8 15,1 2-8-15,1-2 0 0,0 2 0 0,-1 0 8 16,0 2-8-16,1-2 0 0,2 2 0 0,-1 0 0 16,1 2 0-16,-2-2 0 0,0 2 0 0,-2 0 0 15,-4 1 0-15,1 0 0 0,0 0 0 0,0 0 0 16,2-3 0-16,-2 0 0 0,0 3 0 0,3-6 0 15,1 1 0-15,1-2 0 0,1 2 0 0,-1-3 0 16,0-1 0-16,1-1 0 0,1-1 0 0,-1-1 0 16,-1 4 12-16,-2-3-1 0,0 1-1 0,-4 4 0 15,-2-2 0-15,-1 3 0 0,2-1 0 0,1 3 0 0,1 0-10 16,-3 0 12-16,-1 1-12 0,-2 1 12 0,-1 0-12 16,1 0 0-16,3 1 0 0,-1-2 0 0,2 1 0 0,1 1 0 15,0-3 0-15,1 0 8 0,-1 0-8 0,0 0 0 16,2-3 0-16,-1 3 0 0,0-3 0 0,0 0 0 15,1-1 0-15,-2 2 0 0,0 1 0 0,0-2 0 16,0 1 0-16,-3 1 0 0,2 1 0 0,0 0 0 16,1 0 0-16,-1 1 0 0,-2 1 0 0,5-2 0 15,-2 3 0-15,2-2 0 0,1 1 0 0,0 2 0 16,0 2 0-16,1-3 0 0,-1 3 0 0,1-2 0 16,1 2 0-16,0 1 0 0,-1 0 0 0,-1-3 0 15,1 3 0-15,-1-4 0 0,2 4-12 0,0-4 12 16,-2 0-10-16,3-2 10 0,-1 1 0 0,2-4 0 15,1 1 0-15,1-2 0 0,2 0 0 0,0-1 12 16,0 1-4-16,1-3-8 0,1 0 24 0,0 0-3 0,-2 2 0 16,-3-2 0-16,-1 2-6 0,-1-1-2 0,0 2 0 0,-2-1 0 15,-2 1-13-15,0 0 8 0,-2-1-8 16,2 1 0-16,-1 0 0 0,1 0 0 0,0 3 0 0,-1-3 0 16,1 3 0-16,-4-3 0 0,4-1 0 0,-1-1 0 15,1 2 0-15,0-1 0 0,-1 2 0 0,-4 0 0 16,2 2 0-16,-1 0 0 0,-2 0 0 0,0 2 0 15,1 0 0-15,-2 1 0 0,-1 0 0 0,-1 1 0 16,1-2 0-16,0 2 0 0,-1 2 0 0,-1-2 0 16,0 1 0-16,-1 0 0 0,2 0 0 0,-1 1 0 15,1-2 0-15,-1 2 0 0,2-4 0 0,0 2 0 16,0 0 0-16,0-2-12 0,1-2 12 0,-1 0-10 16,-2 0 10-16,2-2 0 0,1 2 0 0,-1-4 0 0,2 0 0 0,-1 2 0 15,2-1 0-15,-2 0 0 0,0-1 0 0,-1 2 8 16,0-2-8-16,-2 1 8 0,1 0-8 0,-1 0 0 15,0 1 8-15,-1 0-8 0,3 2 0 0,-3 0 0 16,-1 0 0-16,1 0 0 0,0 0 0 0,0 0 0 16,2 0 0-16,-2 0 0 0,2 0 0 0,0 0 0 15,-1-2 0-15,-1 2 0 0,2-1 0 0,-2 1 0 16,1 0 0-16,-1 0 0 0,2 0 0 0,-2 0 0 16,-2 0 0-16,1 0 0 0,0 1 0 0,-1 1 0 15,-1 0 0-15,0-2 0 0,-1 2 0 0,1 1 0 16,-2 0 0-16,1 1 0 0,2-1 0 0,-2 0 0 15,1 0 0-15,2-1 0 0,0-1 0 0,0 2 0 0,0-3 0 0,1 1 0 16,-3-1 0-16,4-1 0 0,-2 1 0 0,1-3 0 16,-1 2 0-16,2 1 0 0,-3-2 0 0,0 2-8 15,1 0 8-15,-3 0 0 0,1 2 0 0,1-4 0 16,-3 2 0-16,1 0 0 0,-1 0 0 0,1 0 0 16,-1 0 0-16,0 0 0 0,1 0 0 0,0 0 0 15,0-3 0-15,-1 2 0 0,2 1 0 0,0-2 8 16,-1 2-8-16,0-3 0 0,-2 2 0 0,-1-2 0 15,2 3 0-15,-1-3 8 0,2 0-8 0,-3 1 8 16,1 0-8-16,0 0 0 0,-1 1 8 0,0-2-8 16,0 1 8-16,0 1-8 0,-1-2 8 0,1 3-8 15,-2-2 0-15,1 0 9 0,-2 2-9 0,2 0 0 16,0-2 0-16,-2 2 0 0,1 0 0 0,-2 0 0 0,0 0 9 16,2 0-9-16,-1 0 0 0,0 0 9 0,0 0-9 15,0 0 10-15,1 0-10 0,-1 0 10 0,2 0-10 16,-1 0 8-16,0 0-8 0,1-3 8 0,1 2-8 0,0 1 0 15,1 0 0-15,0-2 0 0,0 1 8 0,1-2-8 16,0 3 0-16,0-2 8 0,1 2-8 0,1-2 0 16,-1 2 0-16,2-2 0 0,1 2 0 0,0 0 0 15,0-3 0-15,2 3 0 0,-2-1 0 0,1 1 0 16,2 0 0-16,2-2 0 0,0 2 0 0,1-4 0 16,2 4 0-16,1-3 0 0,0 0 0 0,-1 0 0 15,0 2 0-15,1 1 0 0,1 0 0 0,0-2 0 16,1 2 0-16,-2 0 0 0,1 0 8 0,0 2-8 15,1-1 12-15,0 2-4 0,-1-2-8 0,2 4 8 16,-1-1-8-16,0 2 8 0,2 0-8 0,-2-2 0 0,-2 2 0 0,-1-4 0 16,1 5 0-16,1-1 0 0,1-3 0 0,1 4 0 15,-2-4 0-15,1 1 0 0,0-1 8 0,-1-3-8 16,3 0 0-16,-1 0 0 0,1 0 0 0,-1-3 8 16,1 2-8-16,-1-2 0 0,0 1 0 0,-4 2 0 15,1-1 0-15,-1 1 0 0,0 0 0 0,0 1 0 16,-2 1 0-16,1 1 0 0,-2 1 0 0,-2-1 0 15,-1 2 0-15,0-1 0 0,1 2 0 0,0-2 0 16,-3 2 0-16,0 0 0 0,0-2 0 0,-1-2 0 16,0 5 0-16,-2-4 0 0,2 0 0 0,-1 0 0 15,1 1 0-15,-1-1 0 0,-2-1 0 0,2-1 0 16,-1 2 0-16,1-3 0 0,0 1 0 0,-1-1 0 16,1 1 0-16,-3-1 0 0,2 0 0 0,-2 0 0 0,0 0 0 0,0 0 0 15,-1-1 0-15,0 1 0 0,0 0 0 0,-1 0 0 16,1 0 0-16,-2 0 0 0,2-1 0 0,-1 1 0 15,1 0 0-15,-1-4 0 0,-1 4 0 0,1-2-9 16,0 2 9-16,-1-4 0 0,1 4-11 0,-1-3 11 16,-1 3-10-16,-1 0 10 0,2-2 0 0,-3 2-9 15,1-1 9-15,-1 1 0 0,0 0 0 0,0 0 0 16,-1 1 0-16,1-1 0 0,1 2 0 0,-1-4 0 16,0 2 0-16,0 0-8 0,0 2 8 0,0-2 0 15,1 0 0-15,-1 0 0 0,0 0 0 0,0 0 0 16,0 0 0-16,0 0 0 0,0 0 0 0,0 0 0 15,0 0 0-15,0 0 0 0,19 7 0 0,-14-7 0 16,0 0 0-16,1 0 0 0,1-3 0 0,0 2 0 16,1-2 0-16,2 1 0 0,0 1 0 0,0-2 0 0,1 0 0 15,1-1 11-15,-1 1 1 0,2 0 0 0,-1 0 0 0,-1-1 0 16,-1 0 0-16,3 0 1 0,-4 1 0 0,0 0 0 16,0 0-3-16,-1 2-1 0,1-3 0 0,0 4 0 15,-2 0-9-15,1-2 0 0,0 4 0 0,0-2 8 16,-1 4-8-16,1-4 0 0,-1 2 0 0,0 2 0 15,1-3 0-15,-1 4 0 0,-1-1 0 0,3-2 0 16,-3 2 0-16,0-1 0 0,1 0 0 0,-2 1 0 16,1 0 0-16,0 1 0 0,0-2 0 0,0 0 0 15,2 1 0-15,-2-2 0 0,3 2 0 0,-2-2 0 16,0 0 0-16,2 1 0 0,0 2 0 0,-1-1 0 16,1-2 0-16,0 2 0 0,-1-1 0 0,0 0 0 15,0-2-12-15,1 1 12 0,0 1-10 0,-2-3 10 0,-2 2-15 16,2-2 3-16,0 0 1 0,-1 0 0 0,-1 0-12 0,-2 0-2 15,1-2-1-15,-1 4 0 16,-1-2-68-16,-1 0-14 0,2 2-2 0,-3-2-971 16</inkml:trace>
  <inkml:trace contextRef="#ctx0" brushRef="#br0" timeOffset="6549.09">13861 16615 1324 0,'0'0'118'0,"-2"0"-94"15,2 0-24-15,0 0 0 0,0 0 116 0,0 0 20 16,0 0 3-16,0 0 1 0,0 0-108 0,0 2-22 16,0-2-10-16,0 0 10 0,0 0-10 0,0 0 0 15,0 0 0-15,0 0 0 0,0 0 0 0,0 0 0 0,0 0 0 16,0 0 0-16,0 0 0 0,0 0 15 0,0 0-3 0,21 5 0 16,-16-4 24-16,0 1 4 0,0 0 0 0,1 2 1 15,0-2-5-15,2 2 0 0,2-2-1 0,0 2 0 16,1-1-19-16,1-2-4 0,2 1-1 0,-2 0 0 15,3-2-11-15,1 0 10 0,0 0-10 0,0-2 10 16,2-1 7-16,-4 0 2 0,1-1 0 0,0 2 0 16,1-2 5-16,-2 2 0 0,1-1 1 0,-3 2 0 15,0-1-7-15,-1-1-2 0,-1 2 0 0,-1 1 0 16,-2 0-8-16,2 0-8 0,-2-3 12 0,2 3-12 16,0 3 0-16,-2-2 0 0,2 0 0 0,-2 1 0 15,1-2 0-15,0 0 0 0,1 2 0 0,0-2 0 16,1 0 0-16,-1-2 0 0,1 2 0 0,0-3 0 0,0 2 0 0,0-2 0 15,0 2 8-15,0-1-8 0,0-1 12 16,-3 2-2-16,1 1 0 0,-1 0 0 0,-1 0-1 0,0 0 0 16,-1 0 0-16,1 0 0 0,-1 0-9 0,0 1 8 15,0 2-8-15,-1-1 8 0,1-2-8 0,1 1 12 16,-1 2-12-16,0-2 12 0,1 2-12 0,0-1-16 16,2-2 4-16,-2 0 1 0,3 0 11 0,-2 0 0 15,2 1 0-15,-2-2 0 0,2 1 0 0,-1-4 0 16,1 2 0-16,-1 2 0 0,-1 0 0 0,0-3 8 15,1 2-8-15,-2 1 8 0,0 0-8 0,0-2 0 16,2 2 8-16,-2 0-8 0,-1 2 0 0,1-2 0 16,0 0 0-16,0 0 0 0,2 0 0 0,-2 1 0 15,1 2 0-15,0-3 0 0,-1 0 0 0,1 0 0 0,-1 0 0 0,1 0 0 16,0 1 0-16,-1-1 0 0,2 0 0 16,-1 0 0-16,0-1 0 0,1 1 0 0,1-3 0 0,-2 3 0 15,2 0 0-15,-1-1 0 0,0 1 0 0,2-2 8 16,-1 2-8-16,1-4 0 0,0 4 8 0,0 0-8 15,0 0 8-15,0 0-8 0,-3 1 8 0,1-1-8 16,-1 3 8-16,1-1-8 0,-2-2 8 0,-1 4-8 16,-2-3 8-16,2 0-8 0,-1 3 8 0,0-3-8 15,-2 4 0-15,1-3 0 0,0 0 0 0,1 0 0 16,-1 0 0-16,0 0 0 0,2 1 0 0,-1-2 0 16,1 1 0-16,0 0 0 0,0-1 0 0,0 0 0 15,1 2 0-15,-1-3 0 0,1 0 0 0,-1 1 8 16,0-1 1-16,1 2 1 0,-1-2 0 0,1 0 0 15,-1 3-10-15,0-3 0 0,-1 0 0 0,1 1 0 0,-1-1 0 0,1 2 0 16,-2-2 0-16,1 0 0 0,1 3 0 0,0-3 0 16,0 1 0-16,0-1 0 0,0 0 0 0,-2 0 0 15,4 0 0-15,-2 3 0 0,-1-3 0 0,1 0 0 16,2 2 9-16,-2-2-1 0,1 1 1 0,-1-1 1 16,1 3 0-16,-1-3 0 0,1 1-10 0,0-1 12 15,0 1-12-15,1 1 12 0,0 0-12 0,0-1 0 16,3-1 0-16,-1 0 0 0,1 0 0 0,-2-1 0 15,4 1 0-15,-3-4 0 0,1 4 8 0,0-1-8 16,1 0 8-16,1 1-8 0,0-3 14 0,-1 2-2 16,-1 1-1-16,-1 0 0 0,0 0-2 0,-1-2 0 15,1 2 0-15,-2 0 0 0,0 0-9 0,0 0 0 16,0 0 0-16,-1 2 8 0,0-2-8 0,2 0 0 16,-2 1 0-16,1 2 0 0,1-3 0 0,-1 1-9 0,1 0 9 15,-1-1 0-15,0 2 0 0,2-2 0 0,0 2 0 0,-2-2 0 16,1 1 0-16,-1-1 0 0,0 3 0 0,1-3 0 15,-1 2 0-15,-1-2 0 0,2 0 0 0,-1 0 0 16,1 0 0-16,-1-2 0 0,1 2 0 0,-1 0 0 16,2 0 0-16,-1-3 0 0,0 2 0 0,0-1 0 15,1 0 0-15,1 0 0 0,-1 2 8 0,-1-4-8 16,1 2 0-16,0 2 9 0,-1-4-9 0,2 1 8 16,-1 3-8-16,-3-2 12 0,3 1-12 0,-1-2 12 15,2 3-12-15,-1-2 0 0,1 1 9 0,0 1-9 16,-2 0 0-16,2-3 9 0,1 2-9 0,-1 0 0 0,1-1 0 15,-1 2 0-15,1 0 0 0,-1 0 0 0,-1 0 8 0,-1 0-8 16,4 0 0-16,-1 0 0 0,-3 0 0 16,2 0 0-16,1 0 0 0,2 0 0 0,-1 2 0 0,2-1 0 15,-2-1 0-15,2-1 0 0,1-1 0 0,-1 2 0 16,1-2 0-16,0 1 0 0,1-2 0 0,0-1 0 16,0 2 0-16,0-2 0 0,0 2 0 0,1 2 0 15,-3-3 8-15,1 2-8 0,0 1 0 0,0 0 0 16,0 0 0-16,-2 0 0 0,2 1 0 0,0-1 0 15,-1 3 0-15,0-3 0 0,3 0 0 0,-3 0 0 16,1-3 0-16,1 3 0 0,-1 3 0 0,0-6 0 16,1 2 0-16,0 1 0 0,-1 0 0 0,1 0 0 15,0-2 0-15,-1 0 0 0,0 2 0 0,-2 0 0 16,3 0 0-16,-1 2 0 0,1 0 0 0,-1-1 0 16,1 2 0-16,-1-3 0 0,0 2 0 0,0 0 0 0,1 0 0 0,0 0 0 15,0 0 8-15,1 0-8 0,-1 1 0 0,2-3 0 16,-1 1 8-16,0-1-8 0,-1 2 9 0,0-2-9 15,1 0 0-15,-1-2 0 0,0 2 0 0,-1 0 0 16,-1 0 0-16,0 0 0 0,0 0 0 0,-1 0 0 16,1 0 0-16,-1 0 0 0,0-1 0 0,0 1 0 15,1 0 0-15,1-3 0 0,-3-1 0 0,2 4 0 16,-1-2 0-16,0 0 8 0,0 0-8 0,1 0 0 16,-2-1 0-16,-1 2 0 0,2 1 8 0,-2-2-8 15,0 0 0-15,-1 1 0 0,0 1 0 0,-1-1 0 16,-1 2 0-16,1-1 0 0,-1 1 0 0,1 1 0 15,-1 0 0-15,0-2 0 0,1 0 0 0,0 1 0 16,-1 2 0-16,1-3 0 0,-2 0 0 0,1 0 0 0,0 0 0 0,-1 0 0 16,0 0 0-16,-2 0 0 0,1 0 8 0,0-3-8 15,0 3 0-15,-1-1 0 0,0 1 0 0,0 0 8 16,-1 0-8-16,1 0 0 0,-3 0 0 0,1 0 0 16,1 0 0-16,-2 0 0 0,2-2 0 0,-2 0 0 15,2 2 0-15,0-2 0 0,-1 2 0 0,1-4 0 16,0 4 0-16,-1 0 0 0,4 0 0 0,-4-2 0 15,1-1 0-15,0 2 0 0,0 1 0 0,-1-2 0 16,1 2 0-16,-2 0 0 0,2 0 0 0,-1 0 0 16,-1 0 0-16,1 0 0 0,-1 2 8 0,-1-2-8 15,3 0 0-15,-2 1 0 0,2 2 8 0,-1-3-8 16,0 2 0-16,1-2 0 0,0 0 8 0,-1 0-8 16,2 0 0-16,-1 0 9 0,1 0-9 0,0-2 0 15,0-1 0-15,1 2 8 0,0-1 4 0,0-1 0 0,-1 2 0 0,0-2 0 16,-1 1-12-16,0 1 0 0,2 1 0 0,-4 0 0 15,2-3 0-15,0 3 0 0,-2 0 0 0,2 3 8 16,0-3-8-16,-1 1 0 0,1 1 0 0,0 1-11 16,0 1 11-16,-2-4 0 0,2 2 8 0,-1-2-8 15,1 4 0-15,-1-4 0 0,0 0-10 0,1 0 10 16,0 0 0-16,1 0 0 0,-2 0 0 0,2 0 0 16,2-3 0-16,-2 2 11 0,2 1-11 0,-1-2 10 15,2-1-10-15,-2 2 12 0,1-2-12 0,-1 1 12 16,1 1-12-16,-1-2 0 0,-1 2 0 0,1 1 0 15,-2 0 0-15,-1 0 0 0,0 1 0 0,0-1 0 0,1 3 0 16,-1-3 0-16,0 1 0 0,1 1 0 0,-1-2 0 16,0 3 0-16,2-2 0 0,0-1 0 0,0 3-8 15,0-3 8-15,2 0 0 0,1 0 0 0,-1 0 0 0,2 2 0 16,1-2 0-16,0 0 0 0,1 0 0 0,0 0 0 16,-1 0 0-16,1 0 0 0,-1 0 0 0,0 0 0 15,-2-2 0-15,0 2 0 0,1 0 0 0,-1 2 0 16,0-2 0-16,-2 1 0 0,1 2 0 0,1-3 0 15,-2 0 0-15,1 0 0 0,-1 0 0 0,2 0 0 16,-1 2 0-16,-1-2 0 0,2 0 0 0,0 0 0 16,1 1 0-16,0-1 0 0,1 3 0 0,0-3 0 15,1 1 0-15,-1 0 0 0,-1 1 0 0,3 0 0 16,-2-2 0-16,1 4 8 0,0-4-8 0,1 0 0 16,-1 2 0-16,2 0 0 0,-1 0 0 0,0-2 0 15,1 0 0-15,-2 0 0 0,0 0 0 0,0 0 0 0,0-2 0 16,-1 0 0-16,-1 0 8 0,-1 2 0 15,0 0 0-15,-2-3 0 0,-1 2-8 0,0 1 0 0,-1-2 9 0,-1 0-9 16,2 2 0-16,-1 0 0 0,-2 2 0 0,1-2 8 16,-1 2-8-16,0-2 0 0,1 1 0 0,-1 2 0 15,0-3 0-15,1 0 0 0,-1 0 9 0,2 0-9 16,-2 2 0-16,1-2 0 0,-1 0 0 0,1 0-9 16,-1 0 9-16,1 0 0 0,0 0 0 0,0 0 0 15,0 0 0-15,0 0 0 0,1 0 0 0,-2 0 0 16,1 0 0-16,-2 2 0 0,1-2 10 0,2 0-10 15,-2 2 0-15,1-2-12 0,1 0 1 0,-1 0 0 16,2 2 11-16,-1-2-8 0,-1 0 8 0,1 0-8 0,0 4 8 0,1-4 0 16,-1 3 0-16,1-2 0 0,-2 1 0 0,1-2 0 15,0 0 0-15,0 0 8 0,-1 0-8 0,0 2 8 16,-1-2-8-16,0 0 8 0,-1 0-8 0,0 1 0 16,1-1 0-16,0 0 0 0,-1 0 0 0,1 0 0 15,1 0 0-15,1-1 0 0,-1 1 0 0,2 0 0 16,0-2 0-16,0 2-8 0,1 0 8 0,0-3 0 15,1 3 0-15,0 0 0 0,-1-3 0 0,0 1 0 16,1 0 0-16,-2 2 0 0,0-2 0 0,-1 2 0 16,1 0 0-16,-1 2 8 0,1-2-8 0,-1 0 0 15,1 4 0-15,-2-4-8 0,1 3 0 0,0 0 0 16,0-1 0-16,1 0 0 0,-1 1 8 0,1 0-10 16,0 0 10-16,0 0-10 0,0 1 10 0,0-1 0 15,0 0-9-15,-2 0 9 0,0 1-11 0,-1-2 3 0,0-1 0 0,-2 2 0 16,0-3-12-16,-1 0-1 15,0 0-1-15,-1 0 0 16,0-3-72-16,-1 2-14 0,0-1-4 0,-4-5-1065 0</inkml:trace>
  <inkml:trace contextRef="#ctx0" brushRef="#br0" timeOffset="8266.12">15867 6122 1094 0,'-5'-6'97'0,"2"0"-77"15,2 2-20-15,2 2 0 0,-1 2 105 0,0-4 18 16,0-5 3-16,0-1 1 0,-1-6-76 0,1-2-15 0,0-2-4 0,0 3 0 15,-2 1-17-15,2 2-4 0,-1 2-1 0,-1 2 0 16,-1 0-10-16,-1-1 12 0,-2 3-12 0,-2 0 12 16,-1 0-2-16,-2 0 0 0,-2 1 0 0,0 0 0 15,-2 1 45-15,1-3 9 0,1 2 1 0,0-2 1 16,1 0 20-16,2 2 4 0,1-2 1 0,3 2 0 16,-1-2-41-16,1-3-8 0,0 2-2 0,-1-2 0 15,0-1-20-15,1 1-5 0,-2 1-1 0,0-4 0 16,-2 3-4-16,-1-1-1 0,-3 0 0 0,-2 3 0 15,1 1 0-15,-3 2 0 0,-5 0 0 0,0 5 0 16,-3-1-1-16,-3 6-8 0,-3 3 12 0,-1 4-4 16,-1 2-8-16,2 2 0 0,0 3 0 0,-1 1 8 15,-1 3-8-15,4-2 0 0,-1 2 0 0,1-1 0 16,1-1 0-16,2-1 0 0,1 2 0 0,0-1 0 0,0 3 0 0,0-4 0 16,3 2 0-16,1 1 0 0,-1 2 0 0,1-1 0 15,-1 1 0-15,-1 2 0 0,-1 0 0 0,-2 1 0 16,0 2 0-16,0 3 0 0,2-1 0 0,2-3 0 15,4 1 0-15,4-4 0 0,4 1 0 0,5 2 0 16,2-1 0-16,5 5 0 0,3 5 0 0,5 1 0 16,-1 1 0-16,4 4 0 15,2 5 0-15,4 0 0 0,1-2 0 0,4-5 8 0,-3-1-8 0,1-8 0 16,1-3 0-16,-1-4 8 0,1-1-8 0,2-3 0 16,4 2 0-16,3-3 0 0,4 0 0 0,2 0 0 15,3 0 0-15,5-1 0 0,-2-2-10 0,3-3 10 16,3-2 0-16,5-3-9 0,1-1-7 0,2-5-2 15,3-2 0-15,0-5 0 0,2-1 1 0,-4-2 0 16,-11-1 0-16,-1 0 0 0,0-5 17 0,-6-1 0 0,-1-1 0 16,-6 0 0-16,-3-2 12 0,-4-3 5 0,1 1 2 0,-5-2 0 15,-2-1 10-15,-3-3 3 0,-1-2 0 0,-3 0 0 16,-3-6-7-16,-2 2-1 0,0-6 0 0,-3-1 0 16,1-1-10-16,-2-4-2 0,-1 2-1 0,0-5 0 15,-1 5-11-15,-1 1 0 0,2 4 0 0,-3 1 0 16,0 3 0-16,-3 1 0 0,0 1-9 0,-2 3 9 15,1 2-11-15,-1 1 11 0,-1 1-10 0,-3 2 10 16,1 1 0-16,-5 1 0 0,1 2 0 0,-4 2 0 16,-1 0 0-16,-3 3 0 0,-3 3 0 0,-4 4 10 15,-5 0-10-15,-3 6 10 0,-4 1-10 0,-6 4 10 16,-2 5-10-16,-5 0 0 0,-4 2 9 0,-3-2-9 16,3 3 0-16,2-5 0 0,6 0 0 0,5-2-8 15,6 0-87-15,3-2-17 0,8-2-3 0</inkml:trace>
  <inkml:trace contextRef="#ctx0" brushRef="#br0" timeOffset="9714.94">17947 16453 806 0,'0'3'36'0,"0"-3"7"0,0 4-35 0,0-4-8 15,0 0 0-15,0 0 0 0,-1 0 288 0,1 3 56 0,-1-3 12 16,0 3 1-16,-1 0-224 0,2-3-45 16,0 0-8-16,0 0-3 0,0 0-53 0,-16 10-12 0,13-8-1 0,-2 2-1 15,2-3-36-15,1 4-7 0,-1-1-2 0,1 2 0 16,0 0 7-16,1 0 2 0,0 4 0 0,0-4 0 15,0 1 26-15,1-1-10 0,0-3 10 0,0 0 0 16,1-3 0-16,0 0 0 0,0-3 0 0,3 0 0 16,0-1 0-16,1-1 0 0,1-1 0 0,0-1 0 15,-1-6-96 1,1-2-23-16</inkml:trace>
  <inkml:trace contextRef="#ctx0" brushRef="#br0" timeOffset="13383">15806 5980 1958 0,'-15'-4'87'0,"4"2"17"0,1-1-83 0,5 2-21 15,4 1 0-15,1-2 0 0,1 2 114 0,-1-3 18 16,1-1 4-16,2-2 1 0,3-4-148 0,4 0-29 0,1-2-7 0,2 0-1 15,2-3 7-15,0 1 1 0,1 1 0 0,-1 0 0 16,0 1 2-16,0 2 1 0,-2-1 0 0,0 4 0 16,-1 0 25-16,-1 1 12 0,0 2-12 0,-1-2 12 15,1 1 16-15,2 2 12 0,0-1 1 0,4-2 1 16,3 0 6-16,4-1 2 0,3-5 0 0,6 2 0 16,2-3-20-16,2-2-4 0,6-1-1 0,-2-3 0 15,0 3-13-15,1-4 0 0,3 2 8 0,-1-1-8 16,-1-3 0-16,1 3 0 0,-2 3 0 0,-3 0 0 15,1 4 0-15,-3-1 0 0,-3 4 0 0,0-4 0 16,2 3 0-16,-2 0 0 0,3-2 0 0,2 0 0 16,0-1 0-16,6 0 0 0,3-2-12 0,4-4 12 0,4 2-18 0,-2-2 3 15,2-5 1-15,-3 1 0 0,-2 5 14 0,-1-2-11 16,3-2 11-16,2 1-10 0,1 1 10 0,-1 1 0 16,-2 3 10-16,-3 0-10 0,-3 4 16 0,-3 0-4 15,1 2 0-15,-3 0 0 0,-1-1 2 0,2 3 0 16,1-2 0-16,1 4 0 0,-2-4-14 0,1 4 8 15,0 0-8-15,-3 0 0 0,0 1 0 0,-2 0 0 16,1 2 0-16,-3-3 0 0,1 2 0 0,-2-2-15 16,0 0 5-16,2 0 1 0,3 0 9 0,2 0 0 15,3-4 0-15,-3 1 0 0,1-1 0 0,-5 0 0 16,0 0 0-16,1-1 0 0,2 0 0 0,-1 0 0 16,-4 1 0-16,2 0 0 0,-2 1 0 0,0 2 0 15,1-3 10-15,-4 2-10 0,-3-5 14 0,-2 0-3 16,-2 0-1-16,1-3 0 0,-1-1 1 0,-1 1 0 0,2-4 0 0,-1-1 0 15,1-1-11-15,0-2 8 0,2-3-8 0,-1-1 8 16,1-1-8-16,-1-1 0 0,-1-1 0 0,0-1 0 16,2 0-18-16,-3-5 4 0,2 0 1 0,-1-3 0 15,-1 0 1-15,-1-5 0 0,-1 4 0 0,0-6 0 16,1-3 0-16,0-4 0 0,-2 0 0 0,-1-3 0 16,-1 4 12-16,-2 2 0 0,-2 4 0 0,0 3 10 15,-2-1 10-15,-1 1 1 0,-1-3 1 0,2-2 0 16,4-1 7-16,0-3 2 0,2-1 0 0,1 3 0 15,0 1-19-15,-2-1-3 0,-1-2-1 0,-2 5 0 16,0-3-8-16,-3 1 0 0,1-4 0 0,-4 1 0 16,-3 5 0-16,-2 3 0 0,-2 2-8 0,-3 5 8 15,-2-3 0-15,-2 3 0 0,-3 1 0 0,-4-2 8 0,0 1 0 16,-4-3 0-16,1 3 0 0,-2-4 0 0,-1 2 2 16,-1 2 0-16,1-1 0 0,-1 1 0 0,2 4-10 0,-1-1 0 15,-1-2 9-15,-2 5-9 0,1 0 0 0,-2 1 0 16,-2-2 0-16,-2-1 0 0,-2 2-8 0,-3 1 0 15,1 5 0-15,-3 1 0 0,0 0 8 0,-2 3-10 16,-3 2 10-16,1 2-10 0,0 2 1 0,-3 3 0 16,0 1 0-16,-4-2 0 0,-1 2-4 0,0 0-1 15,0 2 0-15,0 4 0 0,0-1 3 0,0 4 1 16,0 1 0-16,0 2 0 0,1 3 10 0,-2 1-12 16,1 2 12-16,-1 0-12 0,-1 3 12 0,2-3 0 15,-1 0-9-15,2 0 9 0,-1 0 0 0,3 0 0 16,0 4 8-16,2-3-8 0,1 2 14 0,-1 1-2 15,1 3-1-15,-3-3 0 0,0 2-2 0,-1-3 0 0,0 1 0 0,-3 2 0 16,-2-1-9-16,0 4 12 0,-1 1-12 16,0 2 12-16,0 1-12 0,3 1 0 0,2-4 0 0,-2 2 0 15,-3 1 0-15,0 0 0 0,2 0 0 0,-1 0 0 16,3-1 0-16,0 0 0 0,3 0 0 0,-1 1 0 16,3-1 0-16,-1-2 0 0,-1 3 0 0,1-3 0 15,-2 3 0-15,0-6 0 0,-1 2 0 0,0-1 0 16,8-4 0-16,-2 2 0 0,-2 0 0 0,1 1 0 15,0-1 0-15,2 0 0 0,0 0 0 0,0 0 0 16,-1 0 0-16,-1 1 0 0,-1-3 0 0,-3-1 0 16,1 3 0-16,-1-3 0 0,4 1 0 0,-2-1 0 15,1 5 0-15,-4 0 0 0,3 3 0 0,0-1 0 0,2 0 0 16,0 2 0-16,0 1 0 0,-1-3 0 0,0 1 0 0,0 0 0 16,3 0 0-16,-2-1 0 0,1 0-12 0,0-1 12 15,2-4-10-15,0 0 10 0,1-1-15 0,0 0 3 16,1-4 1-16,-1 0 0 0,-1 0 11 0,-2-2 0 15,-1-2 0-15,0 2 0 0,2-4 0 0,-1 0 0 16,3 0 0-16,1-2 8 0,3 0 1 0,4-4 1 16,3 2 0-16,3-2 0 0,0-2 2 0,3-1 1 15,3-1 0-15,1 0 0 0,1-3-13 0,1 0 0 16,1-3 0-16,0 1 0 0,2-1 0 0,0-2 0 16,0 2-8-16,0-3 8 0,-1 3 0 0,1-3-8 15,2 2 8-15,-2 2 0 0,1 0 0 0,0 2 0 16,0 0 0-16,0 1 9 0,1 2-1 0,-1 0-8 15,1 2 12-15,0-2-4 0,0 0 2 0,3 1 0 0,0-1 0 0,1-3 0 16,0-2-10-16,1-1 0 0,2-4 0 0,0 1 0 16,4-3-20-16,-4 1 4 0,2 1 1 15,-1-1 0-15,0 2 5 0,-1 2 1 16,0 3 0-16,-1 0 0 0,0 4 9 0,-2 1 0 0,-2 2 0 16,1 2 0-16,-1 4 0 0,-1-2 9 0,1 3-1 0,-1 0-8 15,1 0 9-15,-2 3-9 0,0-2 0 0,-2 2 9 16,1 3-9-16,-1 0 0 0,-1 0 0 0,-1 4 0 15,1 0 0-15,-1 0 0 0,1 1 0 0,-1 0 8 16,1 1 1-16,1 1 0 0,0-1 0 0,0 1 0 16,-1-4 1-16,1 0 0 0,1 1 0 0,0 0 0 15,0-1-2-15,2 0-8 0,1 1 12 0,1-4-4 0,2 1-8 16,2-4 0-16,-1 1-10 0,2-1 10 0,1-1-27 0,0-2 1 16,1 0 0-16,0 0 0 0,2-2 6 0,-1-5 2 15,1 4 0-15,-1-4 0 0,-1 1 18 0,0-2 0 16,0 0 0-16,-1-2 0 0,2 2 0 0,-2-2 17 15,1 1-3-15,-1 2-1 0,-2 1 5 0,1-1 1 16,0 4 0-16,-2 0 0 0,1-1-2 0,-1 4 0 16,-1-2 0-16,2 2 0 0,-2 0 0 0,0 0 0 15,2 0 0-15,-1 2 0 0,2-2-7 0,0 4-2 16,1-1 0-16,0 0 0 0,2 1-8 0,2 0 0 16,1 2 0-16,3 3 0 0,3-2-14 0,4 4 2 15,2 2 0-15,6-4-1156 0</inkml:trace>
  <inkml:trace contextRef="#ctx0" brushRef="#br0" timeOffset="16035.59">20305 16652 576 0,'-2'1'51'0,"1"-1"-41"0,-1 0-10 0,2 0 0 16,0 0 340-16,0-1 65 0,0 1 14 0,-1 0 2 15,0 0-325-15,0 1-66 0,0-1-13 0,1 0-2 0,0 0-15 16,0 0 0-16,0 0 0 0,0 0 0 0,0 0-13 0,0 0 1 15,0 0 0-15,0 0 0 0,0 0-1 0,0 0 0 16,0 0 0-16,0 0 0 0,0 0 13 0,18 9 13 16,-12-8-2-16,0 1-1 0,3-2 7 0,1 0 2 15,1-2 0-15,3 1 0 0,-1-2-6 0,1 1-1 16,0 1 0-16,-1-3 0 0,1 3 2 0,-2-1 0 16,-1 0 0-16,2 1 0 0,-2 1-14 0,-1 0 9 15,-1 0-9-15,3 0 8 0,-1 1-8 0,0 1 8 16,2 0-8-16,1 0 8 0,1 2 18 0,0 2 3 15,-2-4 1-15,2 1 0 0,1 1-10 0,0-1-3 16,2 1 0-16,1-1 0 0,1-3-9 0,1-2-8 16,-1 0 12-16,0-2-12 0,0-1 14 0,-1-1-4 15,2 2-1-15,-2-4 0 0,1 3-1 0,-3-2-8 0,0 1 12 16,-1-2-4-16,-1 4-8 0,1-2 8 0,-2 2-8 0,1-1 8 16,-3 4-8-16,1 1 0 0,-1 0 0 0,0 0 0 15,2 1 0-15,1 4 0 0,0-1-10 0,1 2 10 16,0-4-14-16,0 3 3 0,1-2 1 0,2-1 0 15,3 0 2-15,-1-2 0 0,1 0 0 0,0-4 0 16,1 0 8-16,0-2 0 0,-1-4 0 0,-1 1 0 16,3-1 0-16,-2 1 9 0,2-4-1 0,-2 1-8 15,-1 2 15-15,-1 0-4 0,-2-1-1 0,-2 4 0 16,-1 0-2-16,0 1 0 0,0 0 0 0,-3 2 0 16,2 2-8-16,-3-1 0 0,1 3 0 0,1 0 0 15,-1 3 0-15,0-1 0 0,1 2 0 0,2-2 0 0,0 2 0 0,-1-4 0 16,1 3 0-16,0-3-11 0,1-3 11 15,-1 3 0-15,1-2 0 0,0-2 0 0,0 0 0 0,0 2 0 16,2-4 0-16,-2 2 0 0,-2-2 0 0,1 2 0 16,0-1 8-16,0 1-8 0,0-2 8 0,1 2-8 15,-4 1 10-15,2 3-10 0,1-3 9 0,-2 3-9 16,3 3 8-16,0-3-8 0,1 3 0 0,0 1 8 16,0-1-8-16,0 3 0 0,1-2 0 0,-1-1 0 15,-1 2 0-15,0-5 0 0,0 4 0 0,2-3 0 16,-1-1 0-16,0 0 0 0,1-1-12 0,-1 1 12 15,0 0-12-15,0-4 12 0,0 2-8 0,-1-1 8 16,0 2 0-16,-1-1 0 0,-2 2 0 0,1 0 0 16,-1 0 0-16,0 0 0 0,-2 2 0 0,0-1 0 15,-1 4 0-15,1-1 0 0,0 0 0 0,-1 2 0 16,1 0 0-16,-1 0 0 0,1 4 0 0,0-4 0 16,0 0 0-16,-1 1 0 0,3-4 0 0,-2 1 0 0,0 1 0 0,1-4 0 15,-1 2 0-15,1-3 0 0,-3 2 0 0,3-2 0 16,-3 0 0-16,1 0 0 0,-1 0 0 0,0 0 0 15,-2 1 0-15,1 2 0 0,-1-1 0 0,-1 0 0 16,0 0 0-16,0 1 0 0,2 0-9 0,-2 1 9 16,0-2 0-16,0 2 0 0,1-1 0 0,0 0 0 15,0 0 0-15,1-2 0 0,2 1 0 0,1-4 0 16,1 1 0-16,2-2 0 0,1 1 0 0,1 1 0 16,1-4 11-16,-1 3-11 0,2 0 12 0,-1-1-12 15,-1 2 8-15,0 1-8 0,0 0 0 0,-2 0 0 16,-1 0 0-16,0 1 0 0,-2 2 0 0,-1-1 0 0,0 2 9 15,-3-1-9-15,2 0 0 0,-2 0 9 16,0 0-9-16,0 0 8 0,-1 1-8 0,-1-1 8 0,0 0-8 0,0 1 0 16,0-2 0-16,-2-1 0 0,1 4 0 0,0-4 0 15,-1 2 0-15,0-2 0 0,-1 2 0 0,1-1 0 16,-1-2 0-16,0 1 0 0,-1 2 0 0,0-3 0 16,-1 2 0-16,1-2 0 0,1 0 0 0,-1 2 0 15,-1 0 0-15,1 0 0 0,0-2-20 0,-1 4 4 16,0-4 1-16,0 3 0 0,0 0-30 0,-2 0-7 15,-2 1 0-15,-2-4-1024 0</inkml:trace>
  <inkml:trace contextRef="#ctx0" brushRef="#br0" timeOffset="25248.78">5853 17263 345 0,'-2'0'31'0,"2"0"-31"0,2 0 0 0,-4 0 0 15,2 0 345-15,2 0 63 0,-1 0 13 0,0 0 3 16,3 0-317-16,2 0-63 0,1 2-13 0,1-1-3 15,0 2 0-15,4 1 0 0,0-2 0 0,2 2 0 16,0-2-13-16,2 2-3 0,2-4-1 0,2 2 0 16,1-2-11-16,0 0 0 0,1-2 0 0,-1 2 0 0,-4-2 0 0,2 0 0 15,3 0 0-15,-1-1 0 0,0 2 0 16,-2-1 0-16,-1 2 0 0,2 2 0 0,-2-1 0 0,0 4 0 16,2-1 0-16,-3 2 0 0,3-2 0 0,1 2 0 15,2 0 0-15,2-2 0 0,2 1 14 0,4-4-2 16,2-1-1-16,5-4 0 0,2 1 5 0,1-6 0 15,1-3 1-15,-1-2 0 0,-3-1-1 0,1 2-1 16,-2-2 0-16,1 1 0 0,0-2 2 0,0 4 1 16,-1-1 0-16,-2 4 0 0,1 2-7 0,-2 1-2 15,-2 2 0-15,-4 2 0 0,-4 2-9 0,1 2 0 16,-2 2 0-16,2-1 0 0,-3 4 0 0,0-3 0 16,1 1 0-16,-1-2 0 0,0 1 0 0,3 0 0 15,2-2 0-15,1 1 0 0,2-2 0 0,0-1 0 16,-1-1 0-16,1-4 0 0,1 1 0 0,-1 0 0 0,-2-2 0 0,-1 3 0 15,-3 0 0-15,-1 1 0 0,-2 0 0 0,-2 2 0 16,-3 0 0-16,0 0 0 0,0 2 0 0,0 0 0 16,-1 4 0-16,-1-2 0 0,0 2 0 0,0 0 0 15,0 3 0-15,-1-3 0 0,2 2 0 0,0 0 0 16,0-2 0-16,0 1 0 0,1-4 0 0,1 1 0 16,3-2 0-16,0 2 0 0,3-4 0 0,1 0 0 15,2 0 0-15,-3-4 0 0,2 2 0 0,0 1 0 16,-2-2 0-16,1 3 0 0,-1 0 0 0,-1 0 0 15,-1 0 0-15,0 4 0 0,-1 0 0 0,-1 1 0 16,-1 1 0-16,1 1 0 0,3 2 0 0,-1 1 0 16,1 2 0-16,2-2 0 0,-1-1 0 0,1 1 0 15,0-4 0-15,1 1 0 0,4-2 0 0,-1-1 0 0,1-4 0 0,-1 0 0 16,3-4 0-16,-3-2 0 0,0 0 0 0,1 0 0 16,1-4 0-16,-2 1 0 0,1 2 10 0,-1-2-10 15,2 3 12-15,-3 2-12 0,0-1 15 0,-3 4-4 16,-1-2-1-16,0 2 0 0,0 2-10 0,1-1 8 15,-1 3-8-15,2-2 8 0,-3 2-8 0,2-3 0 16,0 0 0-16,2-3 0 0,1 2 0 0,-1-2 0 16,0 2 0-16,3-4 0 0,-1 2 0 0,3-1 0 15,3 1 0-15,-2-3 0 0,1 2 0 0,0 1 0 16,2-3 0-16,-2 1 0 0,2 3 0 0,-4 0 0 16,-1 2 0-16,1 0 0 0,-4 0 0 0,1 2 0 15,-1 5 0-15,-1-4 0 0,2 5 0 0,-2 3 0 16,1-1-8-16,1 2 8 0,1 0-9 0,-2 5 9 0,0 1-12 15,2-2 12-15,-1 0 0 0,0-3-8 0,2-1 8 0,-1-1 0 16,0 0 0-16,-2-1 0 0,-1-2-8 0,-1 0 8 16,0-2 0-16,0 1 0 0,-1-1 0 0,1 0 0 15,1 1 0-15,0 0 0 0,-4-1 0 0,0 0 0 16,3 0 0-16,0 0 0 0,-2 2 0 0,1-2 0 16,-1 3 0-16,-4-6 0 0,-2 2 0 0,2 0 0 15,3 0 0-15,3 1 0 0,0-2 0 0,-1 0 0 16,1-1 0-16,-1-1 0 0,1-1 0 0,1 1 0 15,2-4 0-15,-2-1 0 0,2 2 0 0,0-1 0 16,2 0 0-16,-3 0 0 0,1 2 0 0,-2 0 0 16,-2 0 0-16,0 0 0 0,-2 0 0 0,-1 2 0 15,-1 2 8-15,0-3-8 0,-2 2 0 0,2-1 0 0,-1 0 0 0,2 0 8 16,1-2-8-16,3 0 0 0,2 0 0 16,0-4 0-16,1-1 0 0,3 0 0 0,1-3 0 0,-1 2 0 15,-5-1 0-15,2 1 0 0,0 0 11 0,0 2-11 16,0-2 12-16,-2 4-12 0,-3 0 10 0,-2 0-10 15,0 2 8-15,-1 2-8 0,-3-2 8 0,-1 4-8 16,-1-1 0-16,1 0 8 0,0 1-8 0,0-1 0 16,3 0 0-16,-2 1 8 0,3 1-8 0,0-1 12 15,2-4-12-15,0 0 12 0,3 0-12 0,0-4 12 16,2 0-12-16,-1-1 12 0,4 2-12 0,-3-4 0 16,0 1 0-16,0-1 0 0,2 1 0 0,-1-1 8 15,-2 5-8-15,0-2 0 0,0-1 0 0,-1 4 0 16,-1-3 0-16,1 3 0 0,1 2 0 0,0 1 0 15,0 0 0-15,0 2 0 0,-1-2 0 0,-2-1 0 16,0 2 0-16,0 1 0 0,2 1 0 0,1-2 0 0,0-2 0 0,0 2 0 16,3-1 0-16,-4-2 0 0,-3-2 0 0,2-1 0 15,4 2 0-15,2-5 0 0,0 2 0 0,2-4 0 16,0 0 0-16,-1 0 0 0,0 1 0 0,0-2 0 16,0 2 0-16,-4 1 0 0,1 0 8 0,-1 2-8 15,1 2 0-15,-2-1 0 0,-2 2 0 0,0 1 0 16,-1 1 0-16,1-1 0 0,-2 3 0 0,-1-3 0 15,1 2 0-15,-1 0 0 0,0 0 0 0,0 0 0 16,-1-2 0-16,1 2 0 0,3 0 0 0,0 1 0 16,0-3 0-16,-1 0 0 0,2-3 0 0,-1 3 0 15,-1-2 0-15,-2 0 0 0,-1 0 0 0,0 2 0 0,1-4 0 0,-1 2 0 16,-1 2 0-16,-1-4 0 0,0 4 0 16,1-2 0-16,-1 0 0 0,2 2 0 0,0 2 0 0,1-4 0 15,1 2 0-15,0 0 0 0,1 0 0 0,-1 2 0 16,0-2 0-16,0 0 0 0,-1 0 0 0,2 0 0 15,-2-2 0-15,1 2 0 0,0-1 0 0,1 0 0 16,-1-3 0-16,-1 2 0 0,0-4 0 0,-1 2 0 16,1-2 0-16,-2-1 0 0,1 1 0 0,-1 0 8 15,2-3-8-15,-1 2 0 0,-1 1 0 0,1 2 0 16,0-2 0-16,0 3 0 0,-1 0 0 0,2 3 0 16,1-3 0-16,-3 3 0 0,1-1 0 0,0 1 0 15,0 1 0-15,1 2 0 0,2-3 0 0,2 1 0 16,0-1 0-16,-1 0 0 0,1-1 0 0,-1 1 0 15,-1-4 0-15,-2 4 0 0,1 0 0 0,-1-2 0 0,3 2 0 16,-3 0 0-16,1 0 0 0,-1 0 0 16,1 0 0-16,1 2 0 0,0-2 0 0,1 1 0 0,-1 2 0 0,1-3 0 15,0 1 0-15,1-1 0 0,2 0 0 0,-1 0 0 16,0-1 0-16,0 1 0 0,-2-3 0 0,-1 3 0 16,-1-1 0-16,-2 1 0 0,-1 0 0 0,-1 0 0 15,0 0 0-15,-3 1 0 0,-2 2 8 0,1-3-8 16,1 1 8-16,-2 1-8 0,2 1 12 0,-3 1-4 15,2-2-8-15,0-1 8 0,-1 2-8 0,1-1 8 16,1 0-8-16,-1 0 0 0,4-2 0 0,-1 0 0 16,2 0 0-16,0-2 0 0,2 0 0 0,0-4 0 15,2 4 0-15,-4-5 0 0,-1 4 0 0,-2-3 0 16,0 2 9-16,1-2 0 0,-1 1 0 0,0 1 0 0,-1-2-1 16,0 2 0-16,-1 0 0 0,-1 0 0 0,1 0-8 0,0 0 0 15,0 2 0-15,1-2 0 0,0 0 0 0,0 2-9 16,2-2 9-16,0-2-13 0,2 3 1 0,0 1 1 15,0-2 0-15,0 2 0 0,1 2 11 0,-2-2 0 16,2 0 0-16,-4 2-8 0,3 2 8 0,-1 0 9 16,0 0-1-16,-1 1-8 0,0 0 14 0,-1 0-4 15,0 1-1-15,-2-2 0 0,1 4-9 0,-2-2 10 16,1 0-10-16,1-2 10 0,-2 2-10 0,2 2 0 16,1 0 0-16,0-2 0 0,-1 0 0 0,3 1 0 15,-2-2 0-15,1 1 0 0,0 1 0 0,1-1-9 16,-1-2 9-16,-1-1 0 0,0 2 0 0,1 0 0 15,-1 0 0-15,0-2 0 0,1 4 0 0,-3-4 0 16,0 2 0-16,1-1 0 0,0 2 0 0,1-4 0 0,-1 3 0 0,1 0 0 16,-2-2 0-16,1 2 0 0,-1-1 0 0,1 2 0 15,1-1 0-15,0 0 0 0,0 3 0 0,0-3 0 16,0 1 0-16,-1-3 0 0,1 1 0 0,0 1 0 16,0-3 0-16,1 0 0 0,1 0 0 0,-6 0 0 15,3 0 0-15,0 0 0 0,-2 0 0 0,1 0 0 16,0 1 0-16,-2 2 0 0,-1-3 0 0,0 2 0 15,0 2 0-15,-1-2 0 0,0-1 0 0,0 2 0 16,0 1 0-16,0-2 0 0,2 2 0 0,-1-2 0 16,-1 2 0-16,3-4 0 0,-1 2 0 0,0 0 0 15,1 0 0-15,-2-2 8 0,1 0-8 0,-1 0 0 16,-1 0 0-16,0 0 8 0,1 0-8 0,-2 0 0 0,1 0 11 16,-2 0-11-16,0 0 12 0,1 0-12 15,-2 0 13-15,0 0-4 0,1 0-1 0,-1 0 0 0,1 0-8 0,0 0 0 16,1 0 0-16,0-2 0 0,-1 2 0 0,1-2 0 15,1 0 0-15,1-2 0 0,1 4 0 0,-1-2 0 16,-1-2 8-16,-1 2-8 0,-2-1 0 0,1 2 0 16,-1-3 9-16,1 4-9 0,-2-2 8 0,-1-1-8 15,-2 2 10-15,0 1-10 0,-2 0 8 0,0 0-8 16,-1 0 0-16,-1 0 0 0,0 0 0 0,-3-2 0 16,-1 2-13-16,-7-4-800 15,-10-5-160-15</inkml:trace>
  <inkml:trace contextRef="#ctx0" brushRef="#br0" timeOffset="41298.75">14839 18079 979 0,'0'-1'87'0,"-2"-2"-70"0,2 3-17 0,0 0 0 15,0 3 139-15,0-3 24 0,0 0 5 0,-1 0 0 16,1 0-105-16,0 1-22 0,3 1-4 0,-3-2-1 15,0 0 22-15,0 0 4 0,0 0 1 0,14 19 0 16,-10-15 14-16,0-2 3 0,0 2 1 0,-1-3 0 16,1 1-5-16,-2 1 0 0,2-2-1 0,0 2 0 15,0-1-27-15,1 2-6 0,-1-2-1 0,1 2 0 16,-1 2-23-16,1 2-5 0,0 3-1 0,1-1 0 16,2 3-12-16,0 3 9 0,2 2-9 0,0 1 8 0,2 1-8 15,1 1 0-15,-1-2 0 0,2 1-11 0,3-1-4 0,0 0-1 16,2-1 0-16,2-5 0 0,1-1-23 0,2-2-5 15,3-4 0-15,4-3-711 16,1-6-141-16</inkml:trace>
  <inkml:trace contextRef="#ctx0" brushRef="#br0" timeOffset="41682.33">17288 18248 2239 0,'8'8'99'0,"-3"-5"21"0,0 2-96 0,-2 2-24 0,1-3 0 0,-2 3 0 0,3 1 111 0,4 5 17 15,3 5 4-15,8 8 1 0,4 3-67 0,2 2-14 16,1-3-2-16,1-6-1 0,1-6-31 0,-1-3-6 15,2-7-2-15,0-6 0 0,2-6-64 0,1-5-13 16,3-7-2-16,2-10-1163 16</inkml:trace>
  <inkml:trace contextRef="#ctx0" brushRef="#br0" timeOffset="46432.1">15101 2221 1900 0,'-8'0'169'0,"1"-3"-135"16,1 3-34-16,3-2 0 0,2 2 131 0,0 0 19 15,1 0 4-15,0 0 1 0,1 0-110 0,0-1-21 16,4 1-5-16,3-3-1 0,2 1-18 0,2 0-16 16,0 0 4-16,2-2 0 0,-1 0 12 0,1 2-9 15,-2-2 9-15,-2 2-8 0,0-1 8 0,-2 2 0 16,-3 1 0-16,-2 0 0 0,0 1 0 0,-2 2 0 16,0-3 0-16,-2 2 0 0,0 0 0 0,0 0 12 15,-2-2-2-15,1 1-1 0,-1-1 12 0,1 1 3 16,-1 1 0-16,1-2 0 0,-1 2-16 0,1-2-8 0,1 0 10 15,-1 0-10-15,1 0 0 0,0-2 8 16,1 4-8-16,0-4 0 0,0 2 0 0,0 0 0 0,0 2 0 0,0-2 0 16,0 0 0-16,0 0 0 0,0 0 0 0,0 0 0 15,0 0 0-15,0 0 0 0,0 0 0 0,0 0 0 16,0 0 0-16,0 0 0 0,0 0-8 0,0 0 8 16,0 0 0-16,0 0 0 0,18 13 0 0,-11-16 0 15,-3-1 0-15,3-2 0 0,-2 1 0 0,0 0 9 16,-1-1-9-16,0 0 10 0,0 0-10 0,0 2 10 15,-1 2-10-15,0-1 0 0,-1 2 0 0,1 1 0 16,0-3 0-16,1 3 0 0,1 0 0 0,0 3 0 16,1-3 0-16,2 0-9 0,0 0 9 0,2 0 0 0,3-5-12 15,0 1 12-15,3 1-12 0,0-6 12 16,0 1-8-16,2 0 8 0,-3 2 0 0,1-2 0 16,-2 2 0-16,0 0 0 0,-2 1 0 0,-2 4 0 0,0 1 0 0,-2 0 0 15,-1 3 9-15,-1 0-9 0,2 1 9 0,-1 2-9 16,-1 1 10-16,2 2-10 0,-1-1 9 0,1-1-9 15,0 0 8-15,0 2-8 0,1-3 0 0,1-1 0 16,3 1 8-16,-2-1-8 0,0 1 0 0,-1-2 0 16,0 0 9-16,0 0-9 0,-2 1 15 0,2 0-2 15,-4 2 0-15,-1-4 0 0,2 0 3 0,-3 0 1 16,1 1 0-16,-1-1 0 0,1 3-1 0,-1-5-1 16,1 2 0-16,-2-1 0 0,2-2-7 0,0 0-8 15,3 0 11-15,-1-2-11 0,2-2 8 0,1-1-8 16,1-1 0-16,1 1 0 0,2-4 0 0,-2 0-12 0,2 0 0 0,1-1 0 15,1 0-23-15,1 0-4 0,-1 1-1 16,1-1 0 0,3 0-64-16,0-1-14 0,2 1-2 0</inkml:trace>
  <inkml:trace contextRef="#ctx0" brushRef="#br0" timeOffset="48637.98">17519 1494 1209 0,'-7'0'108'0,"1"-3"-87"0,1 3-21 0,0 0 0 0,1 0 148 0,2 0 24 16,-2 0 6-16,-2 0 1 0,-3 3-87 0,-3 0-18 15,-3 4-3-15,-1-1-1 0,-3 1-43 0,-2 6-9 16,3-4-2-16,-2 4 0 0,-1 2-16 0,-1-2 0 16,0 2 0-16,-4 1 0 0,-2 0-10 0,0 0 1 15,-2 3 0-15,-1-3 0 0,0 2 9 0,2-1-10 16,2-1 10-16,1-4-10 0,3 4 10 0,5-6 0 16,2 0 0-16,3 1-8 0,5-5-9 0,0 2-2 15,3-4 0-15,5 4 0 16,0-6-134-16,4-2-27 0</inkml:trace>
  <inkml:trace contextRef="#ctx0" brushRef="#br0" timeOffset="48898.64">17259 1570 1267 0,'-10'0'56'0,"1"-3"12"0,0 3-55 0,6-3-13 0,1 3 0 0,2 0 0 16,2 0 285-16,-4 0 55 0,0 0 10 0,-1 0 2 15,1-2-292-15,0 2-60 0,-1 0-8 0,1 0-4 16,-2 2 12-16,1-2 0 0,-2 3-10 0,0 0 10 16,-2 3-31-16,-3 1-1 0,-1 0-1 0,-1 2 0 15,-1-1 16-15,1 2 3 0,-2 0 1 0,2-1 0 16,1 1 13-16,3 0 0 0,2-2 0 0,3 0 0 16,1 4-11-16,4-2 1 0,2 5 0 0,5-3 0 15,4 4-23-15,1-2-5 0,4 2-1 0,0 2 0 0,2-1-4 16,2-1-1-16,2 0 0 0,-1-4-563 15,4-3-113-15</inkml:trace>
  <inkml:trace contextRef="#ctx0" brushRef="#br0" timeOffset="53198.75">14191 2600 57 0,'-2'-2'0'0,"1"2"0"0,0-3 0 0,0 2 0 0,-2 1 0 16,2 0 0-16,1-2 284 0,-1 1 52 0,0-2 11 0,-1-1 1 16,0-1-217-16,-1 2-44 0,2-4-9 0,-1 4-2 15,0-2-39-15,0 0-8 0,-1 2-1 0,1 0-1 16,-2 0-12-16,1 0-3 0,0 0 0 0,-1-1 0 15,2 4 9-15,-2-2 2 0,2 1 0 0,-1-1 0 16,1 2 9-16,-1 0 1 0,1 0 1 0,-1 0 0 16,1 0 0-16,-1-1 0 0,1 1 0 0,-2 0 0 15,2 0 4-15,-1 0 1 0,0 0 0 0,-1 0 0 16,-1 0 3-16,-1-2 1 0,1 0 0 0,-1 0 0 0,-1 2-11 0,1-3-3 16,-1 2 0-16,-1-1 0 0,1-1-17 0,0 2-3 15,-1 1-1-15,-1 0 0 0,0 0-8 0,-1 0 0 16,-1 1 0-16,2 2 0 0,2-1 0 0,-3-2 0 15,0 4 0-15,-4-2 0 0,2 2 0 0,-3-3 0 16,0 4 0-16,0-3 0 0,-1 0 0 0,0-2 0 16,1 3 0-16,-1-3 0 0,1-3 0 0,0 3 0 15,2-4 0-15,-1 2 0 0,1-2 0 0,-1 0 0 16,2-1 0-16,-1 2 0 0,2-1 0 0,-1-2 0 16,-1 0 0-16,2 0 8 0,0-1-8 0,0 1 0 15,1-1 0-15,0-2 0 0,0 3 0 0,1-4 0 16,0-2 8-16,0-1-8 0,2 0 0 0,-2 0 0 15,2-3 0-15,-1 1 0 0,1 2 0 0,-2-5 0 0,1 5 0 0,-4-3 0 16,1 3 0-16,-2 1 0 0,-1 0 0 0,-1 2 0 16,0 0 0-16,-2-2 0 0,-1 2 0 0,0 0 0 15,3 1 0-15,1-1 0 0,1 0-9 0,3-2 9 16,3-3 0-16,3-1 0 0,2 0 0 0,2-6 0 16,2-4-9-16,3-3 9 0,3 1-13 0,-1-6 5 15,3 2 0-15,0 0 0 0,-3 1 0 0,2 0 0 16,-2 3 8-16,-1 2 0 0,-2 4 0 0,-1-1 0 15,-1 5 0-15,-2 2 11 0,-1 0-3 0,-2 1 0 16,0 1 11-16,-1 2 1 0,-1-4 1 0,0 1 0 16,3-1 2-16,-2 0 0 0,3-3 0 0,-2-1 0 15,4-1-15-15,2-1-8 0,3-1 8 0,2-2-8 16,1 0 0-16,4 2 0 0,0-2-10 0,0 0 10 0,0 3-8 16,1 2 8-16,-2 3 0 0,-1 3 0 0,1-1 0 15,-3 4-8-15,0-1 8 0,-1 3 0 0,-2 2 0 0,0-2 0 16,-1 2 0-16,0 1 0 0,1-1 8 0,0 1 0 15,2 1-8-15,-1 0 12 0,2 3-12 0,3-2 0 16,2-1 0-16,3 4 0 0,3-1 0 0,3-2 0 16,3 1 0-16,1 0-10 0,2 0 10 0,0 2 0 15,2-2 0-15,-1 1-8 0,0 1 8 0,-1-2 0 16,0 1 0-16,-2 1 0 0,0-2 0 0,-2 1 0 16,0 0 0-16,-3 2 0 0,0-2 0 0,-1 2 0 15,-2 0 0-15,-2-3 0 0,-1 2 0 0,-1 1 0 16,2 0 0-16,1 0 8 0,0 0-8 0,2 0 12 15,0 0-4-15,2 0 0 0,3 0-8 0,3 0 8 16,2 0-8-16,1 0 8 0,0 0-8 0,0 0 0 0,-2 0 0 0,1 0 0 16,0 1 0-16,-2 2 0 0,-2 1 0 0,-2 1 0 15,-5 1 0-15,-1 4 0 0,-5 0 0 0,-2 2 0 16,1 0 0-16,-4 2 0 0,1 2 0 0,0 5 0 16,-2-2 0-16,0 0 0 0,1 4 0 0,-1-5 0 15,1 4 0-15,-1 3 8 0,3-3-8 0,1 1 0 16,0 3 0-16,0-4 0 0,0 5 0 0,1-5 0 15,-1 2 0-15,0 1 0 0,-1-1 0 0,-2 2 0 16,-1-1 0-16,-4-3 0 0,1 4 0 0,-4 1 0 16,-1-3 0-16,-4 3 0 0,-3-1 0 0,-2 0 0 15,2 1 0-15,-8 5 9 0,-3 6-9 0,-4 0 0 16,-1 0 11-16,-4-1-11 0,-6 3 10 0,-3-1-10 16,-2-3 0-16,-8 1 0 0,-8 2 0 0,-2-7 0 0,2-1 0 0,-1-3-15 15,2-2 2-15,2-1 0 0,2-5-4 0,5-5-1 16,3-6 0-16,0-6 0 0,2-2 18 0,0-2-12 15,2-4 12-15,0 1-10 0,3-3-18 0,-1 1-3 16,2-1-1-16,0 3 0 0,2 0-24 0,0-4-6 16,1 3-1-16,3 2-965 15</inkml:trace>
  <inkml:trace contextRef="#ctx0" brushRef="#br0" timeOffset="54698.74">14366 2414 172 0,'-5'3'8'0,"-1"-3"1"0,1-2-9 0,0 2 0 0,3 0 0 0,1 0 0 15,-1 0 359-15,0 0 69 0,-3-1 15 0,0 1 2 0,0-3-317 16,1 3-63-16,2-4-13 0,1 2-2 0,1 0-34 0,1-2-8 15,2 1 0-15,0 0-8 0,1-1 0 0,1-2-12 16,-2 2 0-16,1-1 0 0,-1 4 12 0,-1-2 0 16,-1 0-10-16,-1 3 10 0,1-4 0 0,-2 1 0 15,1 1 0-15,0-2 0 0,-1 1 19 0,1 0-2 16,-1-1 0-16,1-2 0 0,1 3-9 0,-1-4-8 16,1-1 12-16,0 2-12 0,1-2 0 0,-1 2-11 15,1 0 0-15,0 0 0 0,-1 1-13 0,0 0-4 16,0 2 0-16,1-1 0 0,-2 4 2 0,1-2 0 15,-1 2 0-15,1 0 0 0,-1 0 14 0,0 0 2 16,0 0 1-16,1 0 0 0,-1 0 9 0,0 0 0 16,0 0 0-16,0 0 0 0,0 0 14 0,0 0-2 15,0 0 0-15,0 0 0 0,0 0 12 0,0 0 3 0,0 0 0 0,0 0 0 16,10 20-2-16,-9-18 0 0,-1 2 0 0,-1 1 0 16,1-1-3-16,-1-2-1 0,0 2 0 0,-2 2 0 15,2 0-6-15,0 0-2 0,0 1 0 0,1-3 0 16,1 3-13-16,1-1 0 0,2 0 0 0,1-1-10 15,0-1 1-15,0-3 0 0,-1 1 0 0,-1-2 0 16,2 3 9-16,-1-3-10 0,2 0 10 0,0 0-10 16,-1 0 10-16,1 1 0 0,1 2 0 0,-2-3 0 15,-1 2 0-15,-1-1 0 0,1 2 0 0,-2-3 0 16,-2 2 0-16,0 2 9 0,-1-4-9 0,0 2 0 16,-1 2 23-16,0-4-3 0,-2 4 0 0,2-2 0 15,-2-2 4-15,2 0 1 0,-2 0 0 0,1-2 0 16,1 2-13-16,-1-3-4 0,2 2 0 0,1-3 0 0,-1 4-8 0,0-5 0 15,-1 4 0-15,2-4 0 0,-1 2 0 0,0-1 0 16,0 1 0-16,0 0 0 0,-1 3-9 0,0-4 9 16,-1 4 0-16,1-3-669 15,-2 3-129-15</inkml:trace>
  <inkml:trace contextRef="#ctx0" brushRef="#br0" timeOffset="57665.68">14610 2323 1324 0,'-9'0'118'0,"2"-1"-94"16,3 1-24-16,4 0 0 0,0 0 155 0,-1 0 26 16,-2 0 6-16,-3-2 1 0,0 2-112 0,1 0-23 0,1-4-4 0,3 4-1 15,2-2-27-15,1-2-5 0,1 0-2 0,1-2 0 16,0 3-4-16,1-3-1 0,-2 0 0 0,0 2 0 15,-1 1 0-15,1-4 0 0,-2 5 0 0,0-2 0 16,-1 2 2-16,0-1 0 0,-1 2 0 0,-1 1 0 16,-1 0 13-16,1-2 4 0,-2 2 0 0,-1 0 0 15,0 0-4-15,-1 0 0 0,0 0 0 0,-1-2 0 16,2 4-24-16,-2-2 0 0,3 2 0 0,-1-2 0 16,2 0-21-16,-2 0-3 0,2 0-1 0,0 0 0 15,-2 0-27-15,1 0-6 0,-1 0-1 0,1-2 0 16,1 0 4-16,0 2 1 0,2 0 0 0,0 2 0 15,-2-2 22-15,3 2 4 0,0-2 0 0,0 0 1 0,1-2 16 0,-1 4 11 16,2-2-13-16,-2 0 5 16,1 0 8-16,-1 0 0 0,1 0 0 0,2 0 0 0,-3 0 0 0,0 0 0 15,0 0 10-15,0 0-10 0,0 0 0 0,0 0 0 16,16 12 0-16,-14-12 0 0,-1 4 0 0,1-4 0 16,-2 3 0-16,0-2 0 0,0 1 16 0,0-2-2 15,0 0-1-15,0 2 0 0,0-2 23 0,0 2 5 16,0-2 1-16,0 0 0 0,0 0-7 0,0 0-2 15,0 0 0-15,0 0 0 0,0 0-14 0,0 0-3 16,0 0-1-16,0 0 0 0,0 0-15 0,0 0 0 16,0 0 0-16,-5 19 0 0,10-16-8 0,1 1 8 15,0 1-12-15,1 1 12 0,2-2 0 0,0-2-8 16,-1 5 8-16,1-4 0 0,0 3 0 0,-2-2 0 16,0 2 0-16,0 0 0 0,-1 1 0 0,0-1 0 0,-1 4 0 15,0 2 0-15,-1 0 0 0,-1 5 0 0,1-1 0 16,-1 0 0-16,0 2 8 0,1-2-8 0,2 3 0 0,0-1 9 15,2 0-9-15,-1-1 0 0,4 3 0 0,0-2 0 16,3-2 0-16,-2 3 0 0,2-2 0 0,0 1 0 16,-1 1 0-16,1-2 0 0,-2-1 0 0,2 2 0 15,-1-2 0-15,-3 3 0 0,0-3 0 0,0-1 0 16,-3 1 14-16,2-3-2 0,0 2-1 0,-1-1 0 16,0 1 1-16,-1-3 1 0,3 2 0 0,0-2 0 15,0 2-5-15,1-2-8 0,3 3 11 0,-1-5-11 16,1 2 8-16,2 0-8 0,1-2 0 0,2 3 0 15,1-3 0-15,-1 2 0 0,1 0 0 0,0 1 0 16,0-3 0-16,-2-1 0 0,1 1 0 0,-1-1 0 16,-2 1 0-16,1-1 0 0,-3-2 0 0,0-1 0 0,1 0 0 15,0 3 0-15,-2-2 0 0,1 2 0 0,1-2 0 0,0 3 0 16,-2 1 0-16,2 2 0 0,0-3 0 0,2 2 0 16,-1-1 0-16,3 0 0 0,1 2 0 0,1 0 0 15,2 0 0-15,1-1 0 0,2 2-8 0,2 1 8 16,0-3 0-16,2 1-9 0,0 2 0 0,-3 1 0 15,-1 2 0-15,-1-3 0 0,-1 1 9 0,0-2-8 16,-1 4 8-16,0 3-8 0,0 1 8 0,-2-2 0 16,-1 2 0-16,2-1 0 0,2 4 0 0,-1 1 0 15,4-4 0-15,2 0 0 0,2-2-10 0,2-1 10 16,5-1-12-16,1 1 12 0,2-1-20 0,-1-2 2 16,1-2 1-16,-1-2 0 0,-2 1 7 0,-1-1 2 15,-1 4 0-15,0 0 0 0,2 3 8 0,-2-1 0 0,-3 2-9 0,1 2 9 16,1 1 0-16,-2 1 0 0,-2 1 0 0,0 1 0 15,-3-1 0-15,-1-3 0 0,2 4 0 0,0-1 0 16,2-2 0-16,2 2 0 0,1 0 0 0,3-3 0 16,2 0 0-16,-1 3 0 0,3-2 0 0,-2 2 0 15,2 2 0-15,-4-3 0 0,2 1 0 0,-4-3 0 16,-1 0 0-16,-1 4 0 0,1 1 0 0,-2-3 0 16,-3-1 0-16,2 3 0 0,4 3 0 0,1-1 0 15,0 1 0-15,1-5 0 0,-1 2 0 0,-2-1 0 16,3 1 0-16,-2-1 0 0,-2 1 0 0,1-2 0 15,-3-1 0-15,0 1 0 0,3 2 0 0,1 3 0 16,2-1 0-16,0 4 0 0,0 6 0 0,1-3 0 0,1 5 0 16,-1-4 0-16,-3 1-10 0,-1-5 10 0,0-3-13 15,-2-1 3-15,0 0 1 0,1-3 0 0,1-3 9 0,-1 4 0 16,1-3 0-16,0 1 0 0,0-1 0 0,-2-1 0 16,1-2 0-16,-3 1 0 0,-2-5 0 0,-2 2 0 15,-1 2 10-15,-4-1-10 0,-4-3 13 0,-1-1-3 16,-2 1-1-16,-2 0 0 0,-2-4-1 0,-1 2 0 15,-3 1 0-15,-2-3 0 0,-2-1 0 0,-1 0-8 16,-1 0 12-16,-1 0-4 0,-1-1-8 0,-2-1 10 16,0 1-10-16,-1-4 10 0,-1 1-10 0,1 2 0 15,-1-3 9-15,1 0-9 0,1-4 0 0,-1 0 0 16,1 1 0-16,-1-3 0 0,0 0 8 0,-2 0-8 16,3 0 8-16,-4 0-8 0,-1-3 8 0,1 6-8 15,0-6 10-15,-2 3-10 0,-1 0 10 0,-2 3-10 0,-1-3 10 16,-3 0-10-16,0 1 8 0,-3 1-8 0,-4 0 0 0,-1-1 0 15,2 3 0-15,-3-3 0 0,-1 4 0 0,-2-2 0 16,-3 0 0-16,1 3 0 0,-1-1 0 0,-4 1 0 16,-2 3 0-16,-2-3 0 0,0 4 0 0,-2 0 0 15,1 1 0-15,0-1 8 0,3 0-8 0,1-2 0 16,1 0 0-16,2 0 0 0,3 5 0 0,0-3 0 16,2 0 0-16,0 2 8 0,3-2-8 0,2 2 0 15,0-2 0-15,-2 3 0 0,1 0-8 0,-2 2 8 16,0 1-15-16,-3-1 4 0,2 1 1 0,-2 0 0 15,2 0 10-15,-1-1-13 0,1 1 5 0,2 0 8 16,0-2-10-16,4-2 10 0,2 0 0 0,3-3-9 0,3-3 9 16,3-1 0-16,3 0 0 0,2-5 0 0,3 1 0 15,0-1-10-15,2-1 10 0,0 1-10 0,2-2-11 0,0-1-3 16,-1 0 0-16,1 0 0 0,1 2-18 0,-2-3-4 16,2-1-1-16,1 1 0 0,0 1-9 0,1-3-1 15,1-1-1-15,2-1 0 16,3-2-39-16,1-4-8 0,3-1-2 0,2-4 0 15,0-2-21-15,1 1-5 0,1-5-1 0,-1 0 0 0,2 2 78 0,-5-2 15 16,1 3 3-16,-5 3 1 0,-4 3 90 0,-4 4 19 16,-1 2 3-16,-4 4 1 0,1 0 64 0,-4 2 12 15,-2-1 4-15,0 1 0 0,-2 3-28 0,-3-4-4 16,0 5-2-16,-5 3 0 0,0 0-38 0,-2 1-8 16,-1 2-2-16,0 3 0 0,0-3-30 0,-1 4-7 15,0 2-1-15,2 1 0 0,2-1-26 0,1 0-10 16,2 2 0-16,4-2 9 0,4 1-9 0,-1-3-14 0,3 2 3 0,0-2 1 15,0 2-5-15,1-2-1 0,-3 2 0 0,2 1 0 16,0-1 16-16,2 2 0 0,-2-2 0 0,1 0 0 16,2 5 0-16,-2-8 0 0,1 4 0 0,1-1 0 15,-1 1 15-15,5-4-4 0,-1 4-1 0,1-3 0 16,3 5-10-16,4-6 0 0,2 4 0 0,3-2 8 16,2-2-8-16,6-3 0 0,5-4-10 0,7-2 10 15,3-6-16-15,10-4 2 0,12-7 1 0,15-7 0 16,9-7-27-16,6-7-4 0,3-5-2 0,19-12-623 15,19-10-125-15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13T16:33:08.8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26015 15919 172 0,'-3'-3'16'0,"2"-1"-16"15,-2 4 0-15,2-2 0 0,0 2 273 0,0 0 52 16,-1-3 11-16,-1 0 1 0,-2 0-189 0,-1 2-39 15,-2-1-7-15,1 0-2 0,-1 4-17 0,1 0-4 16,0-1-1-16,-2 4 0 0,1-1-23 0,-1-2-5 16,1 5-1-16,-3-4 0 0,1 3-9 0,-1 1-3 15,0-1 0-15,-2 1 0 0,2-1-9 0,-1 3-3 16,0-3 0-16,-1-2 0 0,0 2-5 0,-1-2-2 0,0 2 0 0,0-2 0 16,-1 2-8-16,-1-1-2 0,2-1 0 0,0-3 0 15,2 1-8-15,-3-2 8 0,3 0-8 0,0 0 8 16,0 0-8-16,1-3 8 0,-1 0-8 0,1-1 8 15,-2 2-8-15,1-2 12 0,0 0-12 0,1-2 12 16,-2 4-12-16,3-2 0 0,-1 0 9 0,1 2-9 16,0-2 0-16,-1 4 0 0,4-2 0 0,-3-1 8 15,-1 2-8-15,1 1 0 0,-1 1 0 0,0 2 0 16,-2-3 0-16,1 2 0 0,-3 2 0 0,3-2 0 16,-2 3 0-16,3 0 0 0,1-3 0 0,0 0 0 15,2 0 0-15,0-2 0 0,3 0 0 0,0 0 0 16,2-2 0-16,-1 0 0 0,0 0-9 0,0 0 9 15,2-1-11-15,-1 2 3 0,1 1 0 0,-2-2 0 0,2 0 0 0,-1 2 0 16,1 0 0-16,1 0 0 0,-2 0-8 0,2 0 0 16,0 2-1-16,-1-2 0 0,1 2-26 0,0-2-5 15,1 0 0-15,-1 0-1 16,1 0-101-16,0 0-20 0,0 0-4 0,0 0-396 16,0 0-79-16</inkml:trace>
  <inkml:trace contextRef="#ctx0" brushRef="#br0" timeOffset="415.22">25443 15778 403 0,'0'2'36'0,"-1"-2"-36"0,1 0 0 0,0 0 0 0,-1 3 241 0,1-3 42 0,-3 3 8 0,2-2 1 15,-1 6-127-15,-2-2-25 0,-1 1-6 0,0-1-1 16,0 0-40-16,-1 1-8 0,0-2-1 0,-3 2-1 15,0 0-39-15,1 0-8 0,-1 0-2 0,-1 0 0 16,0 4-17-16,-1 0-3 0,1 3-1 0,-1-3 0 16,1 2 6-16,-1-2 1 0,1 2 0 0,2-3 0 15,-2 1 2-15,2-3 1 0,2 2 0 0,1-6 0 16,0 2-9-16,0-3-2 0,0 0 0 0,2-2 0 16,-1 0-12-16,0 1 0 0,0 2 8 0,-2-3-8 15,4 2 0-15,-2 2 0 0,0-2 0 0,-1 0 0 16,2 3 0-16,-1 1 0 0,-1-1 0 0,1 1 0 15,1 0 0-15,0 3 0 0,-1-2 0 0,2 2 0 0,1 0-8 16,1-2 8-16,0 3 0 0,1-1 0 16,3 3-8-16,1-2 8 0,1 0 0 0,2 2 0 0,2-2-10 15,3 1 10-15,2-1-8 0,-1 0 8 16,4-1-16-16,0 0 3 0,3 1 0 0,0-2 0 0,2 0-20 0,-2-1-4 16,1 1-1-16,0-2 0 15,0 2-91-15,-1 0-19 0,2 2-3 0,0 3-757 16</inkml:trace>
  <inkml:trace contextRef="#ctx0" brushRef="#br0" timeOffset="8414.74">28093 16109 1951 0,'-8'12'86'0,"-1"-2"18"0,1-1-83 0,4-5-21 16,2-1 0-16,2 0 0 0,0-3 82 0,-2 3 12 0,-2 1 2 0,0 2 1 15,-1 1-53-15,2-2-12 0,0-2-1 0,1-2-1 16,-1 2 0-16,2-1 0 0,1-2 0 0,0 4 0 16,0 2-22-16,1 2-8 0,3 4 0 0,0 7 0 15,1 3 0-15,0 5 0 0,0 5 0 0,1 4 0 16,-1 4 0-16,0 2 0 0,0 5 9 0,-2-5-9 16,1-1 0-16,-2-4 0 0,2-3 8 0,0-8-8 15,-2-5 0-15,2-5 0 0,0-6 0 0,0-4-11 16,-2-4-13-16,0-4-2 0,1 0-1 0,1-4 0 15,-2-2-36-15,2-3-7 0,-2-5-2 0,0-4 0 16,-2-4 11-16,-2-2 1 0,1-5 1 0,-3 1 0 16,-1-3 12-16,0 1 3 0,-1-1 0 0,-1 2 0 15,1 3 24-15,-2 2 4 0,3 1 2 0,2 6 0 0,-2 1 25 0,0 5 5 16,2 0 0-16,0 6 1 0,0 1 10 0,1 1 1 16,0 3 1-16,0 0 0 0,1 0 7 0,-1 2 2 15,1 0 0-15,1 0 0 0,0 2 4 0,0 0 1 16,0 0 0-16,3 3 0 0,-2-2-27 0,3 5-4 15,2 3-2-15,0-1 0 0,0 6-10 0,2-3 0 16,-1 0 0-16,2-1 0 0,1 1 0 0,-1-1 0 16,1-2 0-16,1-2 0 0,1 0-9 0,-1-2 9 15,0-2-12-15,1-2 12 0,2 1-24 0,-1-3 1 16,3-3 1-16,-1 0 0 0,1-4 0 0,-1 1 0 16,1-4 0-16,2 0 0 0,-1-1 22 0,3-2-9 15,3-6 9-15,2-3 0 0,2 0 0 0,2-1 0 16,0-4 12-16,1 4-3 0,1-5 2 0,-1 5 0 15,-1-2 0-15,-2 5 0 0,-4 6 2 0,-7 1 1 16,-6 7 0-16,-5 2 0 0,-4 7 17 0,-5 1 3 0,-1 2 1 0,-4 4 0 16,-5 4 5-16,-6 6 2 0,-5 5 0 0,-5 1 0 15,0 2-21-15,-3 5-4 0,1 4-1 0,3 0 0 16,4-1-16-16,4-8 0 0,4-3 0 0,5-9 0 16,7-6 0-16,4-8-11 0,2-4 2 0,3-6 0 31,5-4-63-31,2-9-12 0,4-5-2 0,3-2-1 15,5-7-38-15,1 0-8 0,2-1-2 0,3 2 0 0,2-1 31 0,-2 4 7 16,1 5 1-16,-3 8 0 0,-2 3 96 0,-4 9 27 0,-3 2 1 0,-3 8 1 16,-2 4 83-16,-5 5 17 0,0 5 3 0,-3 2 1 15,-2 5-33-15,-1 3-6 0,-4 7-2 0,0 1 0 16,-2 1-28-16,-2 4-5 0,-1-3-2 0,-2 3 0 16,0-5-32-16,3-5-6 0,0-5-2 0,3-8 0 15,1-3-29-15,2-9-7 0,1-5-1 0,2-2 0 16,-1-1-168-16,3-5-33 0,3-5-7 0</inkml:trace>
  <inkml:trace contextRef="#ctx0" brushRef="#br0" timeOffset="8766.33">29178 15975 115 0,'-8'12'10'0,"1"-1"-10"16,2-5 0-16,2-1 0 0,3 0 542 0,-2 1 106 16,-3 6 22-16,-5 6 4 0,-2 6-530 0,-1-1-105 0,2 1-22 0,0-5-4 15,2-3-5-15,1-2-8 0,2-2 11 0,-1 0-11 16,2 1 0-16,1-1 0 0,-1 5 0 0,0 4 0 16,0-1 0-16,-1 5 0 0,2 1 0 0,-1 1 0 15,2 1 8-15,0 1 0 0,0-3 1 0,1 0 0 16,-1 1-9-16,1-5 8 0,3 1-8 0,-1-7 8 15,2-1-8-15,3-6 0 0,2-2 0 0,1-4 0 16,5-3 0-16,1-2-17 0,5-2 4 0,2-6 1 16,4-5-1-16,0-1 0 0,2-3 0 0,0-2 0 15,4 1-2-15,-3-3 0 0,-1 1 0 0,-3 1 0 16,-4 5-33-16,-3 2-8 0,-1 0 0 0,-3 4-1 16,-4 0-111-16,-2 4-23 0,-1-3-4 0,-4 3-631 15</inkml:trace>
  <inkml:trace contextRef="#ctx0" brushRef="#br0" timeOffset="9030.94">29777 15812 1555 0,'-5'16'138'0,"-1"-3"-110"16,0-1-28-16,1 0 0 0,1-4 229 0,1-2 41 15,-2 3 8-15,-4 7 2 0,-3 8-164 0,-7 9-32 16,-2-1-6-16,-1 1-2 0,2-4-51 0,-1-3-10 15,4-4-3-15,-1-2 0 0,4-2-20 0,-1 3-5 0,1-1-1 16,2-2 0-16,1 5-2 0,0 1-1 0,1 2 0 0,-1 5 0 16,-1 2 5-16,0-3 2 0,1 6 0 0,0-1 0 15,0 0-8-15,2-5-2 0,0-1 0 0,3-7 0 16,2-6-23-16,3-6-5 0,2-7 0 0,2-3-1 31,2-7-129-31,4-5-26 0,2-4-4 0,0-6-402 0,2-7-80 0</inkml:trace>
  <inkml:trace contextRef="#ctx0" brushRef="#br0" timeOffset="9248.33">29695 15983 1036 0,'3'0'92'0,"-2"0"-73"0,2 2-19 0,-3-2 0 16,1 2 241-16,-1 0 45 0,1 0 9 0,1 2 1 16,-1 2-168-16,1 1-33 0,1 2-7 0,1 4-2 0,-1 3-52 0,3-1-10 15,2 5-3-15,-1-1 0 0,2 9-21 0,1 0 0 16,1 4 0-16,0 3 0 0,1 6 0 0,0-1 0 15,0 9 0-15,-1-5 0 0,1 3-13 0,-2-6 2 16,0 0 1-16,0-5 0 0,0-2 10 0,0-3-13 16,-1-9 5-16,0 1 8 0,0-10-32 0,-1 0 2 15,-2-5 0-15,-1-2 0 0,-3-4-35 0,-2-2-7 16,-1-2-2-16,-4 0-879 0</inkml:trace>
  <inkml:trace contextRef="#ctx0" brushRef="#br0" timeOffset="9414.82">29566 16567 288 0,'-14'-9'25'0,"4"3"-25"16,2-1 0-16,3 7 0 0,2 0 360 0,2 0 66 16,0 0 14-16,-2 0 2 0,-2-2-255 0,1 2-51 0,0 0-11 0,3 2-1 15,4 1-50-15,2 3-10 0,4 0-1 0,6 4-1 16,5 0-36-16,3 0-7 0,7 2-2 0,4-3 0 16,2-2-17-16,4-2 10 0,1-1-10 0,-1-4 8 31,0 0-77-31,-2-5-16 0,1 0-3 0,-4-7-990 0</inkml:trace>
  <inkml:trace contextRef="#ctx0" brushRef="#br0" timeOffset="30132.05">22284 15837 115 0,'-1'0'0'0,"-1"0"10"0,1 1-10 0,-1-1 0 16,0 1 0-16,1 1 0 0,0 0 260 0,-1-2 49 16,-3 0 11-16,-2 4 1 0,2-2-191 0,1-2-38 15,0 2-8-15,1-2-2 0,1-2-36 0,1 2-7 16,-1-2-2-16,2-1 0 0,0 0-13 0,-1-1-4 16,1 0 0-16,0 2 0 0,0-2-4 0,-2 2 0 15,2-2-1-15,-2 4 0 0,1-3 26 0,-1 3 6 16,0-2 1-16,0 2 0 0,0 0 3 0,-1 2 1 15,1-2 0-15,-1 0 0 0,1 0-19 0,-1 0-3 0,2-2-1 0,0 2 0 16,1-1-21-16,-2 1-8 0,2-4 0 0,0 1 0 16,-1 0 0-16,1-2 8 0,0-3-8 0,1 2 0 15,1-2 0-15,-1 0 0 0,0-3 8 0,0 4-8 16,-1-3 0-16,2 4 9 0,-2-1-9 0,0 1 8 16,0 0 0-16,0 2-8 0,-2-2 12 0,1 4-4 15,0-2 0-15,-2 0 0 0,2 2 0 0,0-1 0 16,-1 2-8-16,0-5 10 0,1 1-10 0,0-1 10 15,1 1-10-15,0-4 0 0,1-3 0 0,3-2 0 16,-1-1 0-16,0-1 0 0,1 0 0 0,-2-2 0 16,1 2-12-16,-2-1 12 0,0 1-10 0,-1-1 10 15,1 3-10-15,-2 2 10 0,0 2-10 0,0 0 10 16,-1 2 0-16,1 0 0 0,0 0 0 0,2 1 0 16,-1 0 0-16,0 1 0 0,1-3 0 0,1 3 0 0,0-3 0 15,1 2 8-15,-1-3-8 0,-1 0 0 0,3-1 9 0,-4 1-9 16,2 0 0-16,0 0 9 0,-1 4-9 0,-1 0 0 15,0 0 0-15,0 0 0 0,-1 2 8 0,-1-1-8 16,1 4 0-16,0-2 8 0,0-1-8 0,-1 2 12 16,1-2-12-16,0 2 12 0,0 1-4 0,1-4-8 15,0 3 12-15,0-3-4 0,0 2-8 0,1-3 12 16,0 2-12-16,-1-2 12 0,1 2-12 0,-1-1 0 16,2 1 0-16,-1 2 0 0,1-2 0 0,-2 3 0 15,2-2 0-15,-2 3 0 0,1 0 0 0,-1-2 0 16,-1 2 0-16,1 0 0 0,1 2 0 0,-1-4 0 15,0 2 0-15,0 0 0 0,0 0 0 0,0 0 0 16,0 0-9-16,0 0 9 0,0 0 0 0,0 0 0 16,20 2 0-16,-15-2 0 0,0-2 0 0,0 2 0 0,-2 0 0 0,2 0 0 15,0 0 8-15,0 0 0 0,1-1-8 0,0 1 12 16,1 0-1-16,0-3-1 0,2 3 0 0,-1-4 0 16,2 4 1-16,0-2 0 0,1-2 0 0,-1 2 0 15,0 2-3-15,0-4-8 0,0 4 12 0,0-2-4 16,0 0-8-16,-2 2 0 0,0 0 0 0,0-2 0 15,1 4 0-15,-2-2 0 0,2 0 0 0,1 0 0 16,-1 0 0-16,1 2 0 0,-1-4 0 0,1 4 0 16,0-2 10-16,3-2-10 0,0 2 12 0,2-2-12 15,2-4 20-15,1 2-4 0,1-2 0 0,4-4 0 16,-1 1-6-16,0-1-2 0,0 2 0 0,-2-2 0 16,-2 0-8-16,-1 1 0 0,-1 3 0 0,-1 2 0 15,-2 1 0-15,-1 0 0 0,-3 1 8 0,1 1-8 0,-2 2 0 0,-2 1 0 16,1 1 0-16,-1-2 0 0,-1 4 0 0,0-4 0 15,2 4 0-15,-1-1 0 0,0-2 0 0,0 2 0 16,0 0 0-16,0 2 8 0,2-4-8 0,1 2 0 16,-1 0 0-16,0-1 0 0,-2 0 0 0,0-1 0 15,3-2 0-15,-1 2 0 0,2-2 0 0,0 0 0 16,1-2 0-16,-1 0 0 0,0-1 0 0,-3 2 0 16,3-1 0-16,0 1 0 0,-1 1 0 0,0-3 0 15,-2 3 0-15,-1-2 0 0,0 2 0 0,-1 2 0 16,0-2 0-16,-1 3 0 0,1-3 0 0,-1 1 0 15,1 1 0-15,-1-1-11 0,3 2 11 0,-1-1-8 16,1 0 8-16,2-2-8 0,1 2 8 0,0-2 0 16,1 3-9-16,0-3 9 0,3 0 0 0,-2 0 0 0,0 0 0 0,2 0 0 15,-1 0 0-15,1 0 0 0,1 0 0 0,-1 0 0 16,-2 3 0-16,-1-3 0 0,0 3 0 0,-2-2 0 16,-1 2 0-16,2 0 0 0,-2 0 0 0,-1 0 0 15,2 1 0-15,-2-1 0 0,2 0 0 0,1 0 0 16,-2-1 0-16,2 2 0 0,1-2 0 0,-1 0 0 15,-1 0 0-15,0-1 0 0,1 2 0 0,-1-3 0 16,1 2 0-16,0-2 0 0,0 4 0 0,-1-4 0 16,-2 0 0-16,2 2 0 0,-2-2 0 0,2 2 0 15,-2 0 0-15,0 1 0 0,0-3 0 0,-1 1 0 16,0 1 0-16,1-2 0 0,-3 0 0 0,1 3 0 16,0-3 0-16,-1 1 0 0,1 2 0 0,0-3 0 15,0 0 0-15,1 1 0 0,0-1 0 0,0 0 0 0,2 2 0 16,-2-4 0-16,1 2 0 0,1 0 0 0,-2-1 0 0,0 1 0 15,2 0 0-15,-2 0 0 0,1-3 0 0,-1 3 0 16,-1 3 0-16,0-3 0 0,0 0 0 0,-1 0 0 16,1 1 0-16,0 1 0 0,1 1 0 0,-2-3 0 15,1 0 0-15,0 3 0 0,2-3 0 0,-1 3 0 16,0-3 0-16,2 1 0 0,-2 2 0 0,0-3 0 16,0-3 0-16,1 3 0 0,-1 3 0 0,0-3 0 15,0 0 0-15,2 0 0 0,-1 0 0 0,0 0 0 16,2 0 0-16,-1-3 0 0,0 2 0 0,1-2 0 15,1 1 0-15,0-2 0 0,0 1 0 0,-2 0 0 16,2 2 0-16,-3-2 0 0,2 0 8 0,-1 0-8 16,-1 3 0-16,0-4 8 0,1 4-8 0,-2-2 0 0,1 2 0 15,0-2 0-15,-1 2 0 0,1 0 0 0,-1 0 0 16,2 0 0-16,-2 0 0 0,1-2 0 0,1 2 0 0,0 0 0 16,1 0 0-16,0 0 0 0,-1 0 0 0,1 0 0 15,0 0 0-15,-3 0 0 0,0 0 0 0,0 0 0 16,2 0 0-16,-1 0 0 0,1 0 0 0,-2-2 0 15,1 4 0-15,1-2 0 0,-1 0 0 0,0 0 0 16,2 0 0-16,-2 2 0 0,3-2 0 0,-1 2 0 16,1-2 0-16,0 0 0 0,0 2 0 0,0-2 0 15,-2 2-8-15,1-2 8 0,1 2 0 0,-2-2 0 16,2 0 0-16,-1 0 0 0,2 0 0 0,-2 0 0 16,1 0 0-16,-3 0 0 0,1-2 0 0,-1 2 0 15,0-2 0-15,0 4 0 0,1-2 0 0,0 0 0 0,-2 0 0 16,1 0 0-16,-1 0 0 0,2 0 0 0,-2 0 0 0,1 0 0 15,2 0 0-15,-1 0 8 0,-1-2-8 0,0 2 0 16,2-2 0-16,-2 2 0 0,1 0 0 0,-1-2 0 16,1 2 0-16,-1 0 0 0,-1 0 0 0,0 0 0 15,1 0 0-15,-2 2 0 16,0-2 0-16,-2 0 0 0,2 0 0 0,-1 0 0 0,1 2 0 0,-1-2 0 16,1 0 0-16,-1 0 0 0,1 0 0 0,0 2 0 15,0-2 0-15,1 0 0 0,1 0 0 0,-1 0 0 16,1-2 0-16,-1 2 0 0,2 0 0 0,-1-2 0 15,1 0 0-15,-2 0 0 0,0 2 0 0,0-2 0 16,-1 2 0-16,0-3 0 0,0 3 0 0,0-1 0 16,0 1 0-16,-1 0 0 0,-1 0 0 0,1-2 0 0,1 0 0 15,0 2 0-15,0 0 0 0,1 0 0 0,0 0 0 16,0-2 0-16,2 2 0 0,-1 0 0 0,1 0 0 0,-1 0 0 16,1 0 0-16,-2 0 0 0,2 0 0 0,1 0 0 15,0 0 0-15,-3 0 0 0,1 0 0 0,0 2 0 16,0-2-8-16,-1 4 8 0,0-4 0 0,0 4 0 15,2-4 0-15,-2 2-11 0,2 2 11 0,-2-2-8 16,1 0 8-16,1 0-10 0,0-2 10 0,1 3-10 16,0-3 10-16,-1 1 0 0,2 1 0 0,0-2-8 15,-1-2 8-15,-1 2 0 0,1 2 0 0,-2-2 0 16,1 0 0-16,0 0 0 0,1 0 0 0,0-2 0 16,-1 2 0-16,2 0 0 0,-1-1 0 0,0 1 0 15,-1 0 0-15,0-3 0 0,0 3 0 0,0-2 0 0,-2 2 0 16,1 0 0-16,0-2 0 0,-4 4 8 0,3 0-8 0,-2-2 0 15,1 3 0-15,-1-3 0 0,-2 1 0 0,2 1 0 16,-2-2 0-16,2 3 0 0,-1-2 0 0,-1-1 0 16,2 3 0-16,1-3 0 0,0 1 0 0,1-1 0 15,0 0 0-15,0 0 0 0,3-1 0 0,0 1 0 16,-1 0 0-16,2-4 0 0,-1 4 0 0,-1-3 0 16,1 3 0-16,0-2 0 0,-2 1 0 0,-1 1 0 15,2-3 0-15,-3 3 0 0,0 0 0 0,-2 0 8 16,1 0-8-16,0 0 0 0,-1 3 0 0,1-3 0 15,0 1 0-15,0 1 8 0,-1 1-8 0,2-3 0 16,-1 1 0-16,2-1 0 0,-1 0 0 0,1 0 0 16,0 0 0-16,2 0-8 0,-1-1 8 0,-1-2 0 15,2 3 0-15,-1-2 0 0,0 1 0 0,0-2 0 16,2 1 0-16,-2 0 8 0,-2 2-8 0,0-2 0 0,0 2 0 16,-1 2 0-16,-1-2 0 0,0 0 0 0,0 0 0 0,1 0 8 15,0 2-8-15,-2 0 0 0,3-2 0 0,1 3 0 16,-1-3 0-16,2 0 0 0,-1 1 0 0,1 1 0 15,1-4 0-15,-2 2 0 0,1 0 0 0,3 0 0 16,-1 0 0-16,1-1 0 0,0 1 0 0,-1-3 0 16,3 3 0-16,-1-4 0 0,0 4 0 0,-1-2 0 15,1 0 0-15,-1 0 0 0,0 2 0 0,0-2 8 16,-2 2-8-16,1 0 0 0,-3 0 0 0,1 0 0 16,1 2 0-16,-1-2 0 0,1 4 0 0,-2-2 0 15,1-2 0-15,-1 2 0 0,1 0 0 0,0 1 0 16,-1 0 0-16,0 0 0 0,1-3 0 0,-1 1 0 0,-1 2 0 15,1-3 0-15,-1 1 0 0,0 1 0 0,1-2 0 16,-2 0 0-16,1 0 0 0,-2 0 0 0,1 3 0 0,0-6 0 16,0 3 0-16,-1 0 8 0,1 3-8 0,1-3 0 15,-1 0 0-15,1-3 0 0,-1 3 0 0,0 0 0 16,2 0 8-16,1-2-8 0,-1 1 0 0,1 1 0 16,1-3 0-16,-3 2-8 0,1-2 8 0,-1 0 0 15,1 3 0-15,-1-3 0 0,0 3 0 0,0 0 0 16,0 0 0-16,-2 0 0 0,2 0 0 0,-1 0 0 15,0 0 0-15,1 3 0 0,-2-3 0 0,2 0 0 16,1 1 0-16,1 1 0 0,-1-2 0 0,0 3 0 16,1-3 0-16,2 0 0 0,-1 0 0 0,0 0 0 15,1 0 0-15,-1-3 0 0,2 1 0 0,0 1 0 16,0 1 0-16,1-3 0 0,-1 3 0 0,-1-2 0 0,0 0 0 0,-1 2 0 16,1 0 0-16,-3 0 0 0,0 0 0 0,-1 0 0 15,0 0 0-15,0 2 0 0,0 0 0 0,0-2 0 16,0 4 0-16,0-2 0 0,-1 1 0 0,0 1 0 15,1-1 0-15,-1 0-8 0,1 0 8 0,-1 1 0 16,2 1-9-16,-1-1 9 0,1 0-10 0,0-1 10 16,0 2 0-16,1-1 0 0,0-2-8 0,0 2 8 15,2-1 0-15,-1 0 0 0,0 0 0 0,1 0 0 16,0-1 0-16,-1 0 0 0,1 1 0 0,-1-3 0 16,0 3 0-16,-1-3 0 0,1 3 0 0,-1 1 0 15,-1-4 0-15,-1 2 0 0,1 2 0 0,-1-2 0 16,0 3 0-16,0 0 0 0,0 1-10 0,-1 0 10 15,2 1-12-15,-1-4 3 0,-1 5 0 0,0-2 0 0,-1 0 9 0,2 3-12 16,-1-3 12-16,2-2-12 0,0 2 12 0,0-2 0 16,2-2 0-16,-2 1 0 0,3 0 0 0,-2-3 0 15,3 0 0-15,0 0 0 0,-1 0 0 0,0 0 0 16,0 0 0-16,1-2 0 0,-3 1 0 0,1-1 11 16,-1 2-11-16,-1 0 12 0,1 0-12 0,-1 0 0 15,0 2 9-15,1 1-9 0,0-2 0 0,2 2 0 16,0-1 0-16,0 5 0 0,1-4 0 0,0 0 0 15,1 0 0-15,0 0 0 0,-1 1 0 0,2-1 0 16,-1-3 0-16,2 3 0 0,-2-3 0 0,0 0 0 16,1 0 0-16,1 0 0 0,-1-3 0 0,0 1 8 15,-1 1-8-15,1 1 8 0,0-3-8 0,-1 2 8 16,-1 0-8-16,1-1 8 0,0 2-8 0,0 0 9 16,0 0-9-16,-1 0 10 0,4 0-10 0,-4 0 10 0,1 0-10 15,-2 0 10-15,1 2-10 0,-2-2 10 0,1 1-10 0,-1 0 10 16,2-1-10-16,-1 3 0 0,1-3 9 0,1 0-9 15,0-3 0-15,2 2 8 0,-2-2-8 0,2 1 0 16,-2-2 8-16,-1 2-8 0,0-2 10 0,-1 0-10 16,0 2 11-16,-2-1-11 0,0 2 12 0,0 1-12 15,-3 0 9-15,0 0-9 0,0 0 0 0,0 0 9 16,-2 0-9-16,1 1 0 0,-1 2 0 0,-1-1 0 16,0-2 0-16,2 2 0 0,-1 0 0 0,1 1 0 15,-1-2 0-15,1 1 0 0,-1-2 0 0,2 3 0 16,-1-3 0-16,3 0 0 0,0 0 0 0,0 0 0 15,1 0 0-15,2-3 0 0,0 3 0 0,-2-3 0 0,3 0 0 16,-1-1 0-16,-1 2 0 0,1-2 0 0,-3 4 0 16,2 0 0-16,-2-2 0 0,0 2 0 0,-2 0 0 0,-2 0 0 15,2 0 0-15,-3 0 0 0,2 2 0 0,-2-2 0 16,1 1 8-16,1 2-8 0,-2-3 0 0,2 2 0 16,-1-2 0-16,0 0 0 0,1 0 0 0,-1 2 0 15,2-2 0-15,1 0 0 0,-1 0 0 0,1 0 0 16,1 0 0-16,-1-2 0 0,0 2 0 0,1-2 0 15,-1 2 0-15,0 0 0 0,-1 0 0 0,2 0 0 16,-1 0 9-16,-3 0-9 0,2 0 0 0,-2 0 0 16,0 0 0-16,-1 2 8 0,1-2-8 0,0 2 0 15,-1 0 0-15,0 1-8 0,0-3 8 0,1 1 0 16,0 1 0-16,-1 1-8 0,0-2 8 0,2-1 0 16,-2 2 0-16,2-2-8 0,-2 0 8 0,0 0 0 15,0 0 0-15,2 0 0 0,-2 0 0 0,0 0 0 16,1 0 0-16,-1 0 0 0,1 0 0 0,-2 0 0 15,1 0 0-15,1 0 0 0,-2 0 0 0,0 0 0 0,0 0 0 0,0 0 0 16,0 0 0-16,0 0 0 0,0 0 0 0,0 0 8 16,0 0-8-16,0 0 0 0,0 0 0 15,0 0 0-15,0 0 0 0,0 0 0 0,0 0 0 0,0 0 0 16,0 0 0-16,0 0 0 0,0 0 0 0,0 0 0 16,0 0 0-16,0 0 8 0,0 0-8 0,0 0 8 15,0 0-8-15,0 0 0 0,0 0 0 0,0 0 8 16,0 0-8-16,0 0 9 0,0 0-9 0,0 0 10 15,8-18-10-15,-8 14 0 0,0-1 0 0,2 0 0 16,-2-1 0-16,1-3 8 0,1 0-8 0,1-1 0 16,-2-3 0-16,3-2 0 0,-1 3 0 0,1 1 0 0,0-1 0 0,-2-1 0 15,1 3 0-15,-1 2 0 0,0 0 0 0,-1 2 0 16,-1 0 0-16,-1 0 0 0,1 3 0 0,-2 0 0 16,2-1 0-16,-1 1 0 0,1 1 0 0,-2 1 0 15,2-2 0-15,-2-3 0 0,2 2 0 0,0-1 0 16,0 2 0-16,0-4 0 0,0 4 0 0,2-3 0 15,-1-3 0-15,0 2 0 0,0 0 0 0,1-1 0 16,0 0 0-16,-1 2 0 0,0 0 0 0,1 0 0 16,-1 2 0-16,-1-1 0 0,0 1 0 0,-1 1 0 15,1 0 0-15,-3 2 0 0,2-2 0 0,0 0 0 16,-2 0 10-16,1 1-10 0,-1 1 10 0,1-2-10 16,-1 1 8-16,1 0-8 0,-1 2 0 0,1-3 0 0,0 3 0 15,-1-3 0-15,2 1 0 0,0 0 0 0,-1 0 0 16,1-2 0-16,2 2 0 0,-2-2 0 0,1 0 0 0,-1 2 0 15,1-2 0-15,-1-1 0 0,-1 4 0 0,2-4 0 16,-1 1 0-16,1 2 0 0,-1 1 0 0,0-3 0 16,-1 3 0-16,1-1 0 0,-1 0 0 0,0 1 0 15,0-2 0-15,1 3 0 0,-2-2 0 0,2 1 0 16,0-2 0-16,0-1 0 0,-1 2 0 0,1-1 0 16,0 0 0-16,1-1 0 0,0 0 0 0,0 2 0 15,0-2 0-15,0 2 0 0,0-2 0 0,0 1 0 16,0 0-9-16,0 0 9 0,0 2 0 0,0-1 0 15,0 2 0-15,0 0-8 0,0 0 8 0,-1-3 0 16,1 3 0-16,0 0 0 0,-2 3 0 0,2-3 0 16,-1 0 0-16,1 0 0 0,-1 0 8 0,1 0-8 0,0 0 0 0,0 0 0 15,0 0 0-15,0 0 0 0,0 0 0 0,0 0 0 16,0 0 0-16,0 0 0 0,0 0 0 0,0 0 0 16,0 0 0-16,0 0 0 0,0 0 0 0,0 0 8 15,0 0-8-15,0 0 0 0,0 0 0 0,0 0 0 16,0 0 0-16,0 0 0 0,0 0 0 0,0 0 0 15,-11-16 0-15,11 16 0 0,0 0 0 0,0 0-8 16,0 0 8-16,0 0 0 0,0 0 0 0,0 0-8 16,0 0 8-16,0 0 0 0,0 0 0 0,0 0 0 15,0 0 0-15,0 0 0 0,0 0 0 0,0 0 0 16,0 0 0-16,0 0 0 0,0 0 0 0,0 0 8 16,0 0-8-16,0 0 0 0,0 0 8 0,0 0-8 0,0 0 0 15,0 0 0-15,0 0 0 0,0 0 0 16,0 0 0-16,0 0 0 0,0 0 0 0,0 0 8 0,0 0-8 0,0 0 0 15,0 0 0-15,0 0 0 0,0 0 0 0,0 0 0 16,0 0 0-16,0 0 0 0,0 0 0 0,0 0 0 16,-18 12 0-16,14-6 0 0,-1 1 0 0,-2 3 0 15,1-1 0-15,0 3 0 0,0 1 0 0,-2 3 0 16,2-4 0-16,-1 2 0 0,1-2 0 0,-2 1 0 16,2-1 0-16,0-2 0 0,-2 0 0 0,0-2 0 15,3 0 0-15,0 0 0 0,1 0 0 0,0-2 0 16,1-1 0-16,0-4 0 0,1 3-10 0,-2-2 10 15,3-4-11-15,0 2 11 0,-1 0-13 0,1-1 5 16,1 1 8-16,0 0-10 0,0-3 10 0,-1 2-10 16,1 1 2-16,0 0 0 0,0 0 0 0,0 0 0 0,0 0-1 0,6-25 0 15,-2 15 0-15,0 2 0 0,-1 0 9 0,2 0-8 16,0-1 8-16,-1 2-8 0,1-2 8 0,-3 1 0 16,2 2 0-16,-2 1 0 0,1 0 0 0,-1-1 0 15,-2 1 10-15,2 2-10 0,-1-1 0 0,0-1 8 16,0 4-8-16,2-4 0 0,-2 1 0 0,0 3 0 15,2-2 0-15,-2 0 0 0,1 0 0 0,1-1 0 16,-2 2 0-16,2 2 0 0,-2-4 0 0,1 4 0 16,0-2 0-16,0 1 0 0,-1-1 0 0,1 1 0 15,-2 1 11-15,1 0-11 0,-1 0 16 0,0 0-4 16,0 0-1-16,0 0 0 0,1 0 2 0,-2 0 1 16,1 0 0-16,0 0 0 0,0 0-6 0,0 0-8 15,0 0 11-15,0 0-11 0,0 0 0 0,0 0 0 0,0 0 0 0,0 0 0 16,21-10 0-16,-16 10 0 0,0-2 0 0,1 2 0 15,-1-4 0-15,1 4 0 0,0-3 0 0,-1 1 0 16,-1 1 0-16,-2 1 0 0,2 0 0 0,-1 0 0 16,-2 1 0-16,0-1 8 0,1 2-8 0,0 1 0 15,-1-3 13-15,0 1-4 0,0-1-1 0,1 0 0 16,-1 3-8-16,0-3 8 0,0 0-8 0,1 0 8 16,0 2-8-16,1-2 0 0,-1 1 0 0,0-1 8 15,1 0-8-15,1-1 0 0,-2 1 9 0,2 0-9 16,-2 0 0-16,2 0 9 0,0 0-9 0,-2 0 0 15,1 0 8-15,-2 0-8 0,1 0 0 0,0 0 0 16,0 4 9-16,-1-4-9 0,1 0 0 0,-1 2 9 16,1 0-9-16,1 0 8 0,-1-1-8 0,-1 1 8 15,2-1-8-15,-2 1 0 0,2-2 0 0,-1 1 0 0,1 2 0 16,-1-3 0-16,-1 2 0 0,2-2 0 16,-1 2 0-16,1 0 0 0,-1 1 8 0,-1-2-8 0,2 1 0 0,-2 1 0 15,2 0 0-15,-2-1 0 0,0 0 0 0,2 1 0 16,-2 0 9-16,0 0-9 0,2-2 0 0,-2 2 0 15,1-1 0-15,-1-1 8 0,3 4-8 0,-1-4 0 16,0 2 0-16,2-2 8 0,0 2-8 0,0-1 0 16,1-2 8-16,-1 4-8 0,0-4 0 0,0 2 8 15,-1-2-8-15,1 2 0 0,0 0 0 0,-1 0 9 16,-2 2-9-16,2-4 0 0,-1 4 8 0,0-2-8 16,-1 2 0-16,1-1 0 0,-1 0 0 0,0 0 0 15,0 0 0-15,-1 0 0 0,2-2 0 0,-2 2 0 16,0-1 0-16,0 2 0 0,2-4 8 0,-1 1-8 0,1-1 0 15,1 1 0-15,-2-1 0 0,1 0 8 0,0 0-8 0,0 0 0 16,-1 0 12-16,1 0-12 0,-1-1 12 0,-1 1-12 16,2-1 8-16,-3 1-8 0,0 0 0 0,0 0 0 15,0 0 0-15,0 0 0 0,0 0-11 0,0 0 11 32,0 0-165-32,-32-10-27 0</inkml:trace>
  <inkml:trace contextRef="#ctx0" brushRef="#br0" timeOffset="41948.36">24824 15075 288 0,'0'-4'25'0,"0"2"-25"0,0 0 0 0,-1 0 0 0,1 2 149 0,0 0 25 16,-2-2 5-16,0-2 1 16,-1 0-107-16,0-1-21 0,-2 4-4 0,-1-1 0 0,-1-1-24 0,0 6-5 15,1-3-1-15,0 6 0 0,-1-2-2 0,1-1-1 16,0 2 0-16,1-1 0 0,1 2 31 0,2-3 6 15,-1 0 2-15,1-1 0 0,-1 0 14 0,1 1 4 16,1-3 0-16,-1 0 0 0,2 0-15 0,0 0-2 16,-1 0-1-16,2-3 0 0,-1 6-10 0,0-6-3 15,0 3 0-15,0 0 0 0,0 0-2 0,0 0-1 16,0 0 0-16,0 0 0 0,0 0-1 0,0 0 0 16,0 0 0-16,0 0 0 0,0 0-16 0,0 0-3 15,13 19-1-15,-11-17 0 0,0 2-7 0,0-2-2 16,1 0 0-16,-1 0 0 0,2 2-8 0,-1-2 0 15,2-1 0-15,0 2 8 0,1 1-8 0,2-2 0 0,1 2 0 0,0-2 8 16,1-1-8-16,0 2 0 0,0-1 9 0,1 0-9 16,0-2 13-16,1 2-1 0,1-2-1 0,-1 0 0 15,2 0-1-15,-2-2 0 0,3 0 0 0,-1 2 0 16,-1-3-10-16,1 3 8 0,-3-3-8 0,0 3 8 16,0 0-8-16,-2 1 0 0,-1 1 0 0,-3 1 0 15,1 1 0-15,0-1 8 0,-1 0-8 0,0 1 0 16,0 1 0-16,0-1 0 0,0-1 8 0,-2 1-8 15,2 1 0-15,0-4 0 0,1 4 0 0,1-4 0 16,-1 2 0-16,0-3 0 0,3 0 0 0,-1 0 0 16,2 0 0-16,0-3 0 0,4 3-8 0,-3 0 8 0,1-1 0 15,-1 1-9-15,-1 0 9 0,0 0 0 0,1 0 0 16,-2 0 0-16,-2 0 0 0,1 1 0 0,-1 2 0 0,1-3 0 16,-1 2 0-16,-1 2 0 0,2-3 0 0,-2 2 0 15,1-1 0-15,-1 2 0 0,4-2 0 0,-2 2 0 16,-1-1 0-16,2-2 0 0,-2 1 0 0,1 1 0 15,0-3 0-15,1 0 0 0,0 0 0 0,-1 0 0 16,2 0 0-16,0-3 0 0,-1 1 0 0,-1 1 0 16,2-2 0-16,0 1 0 0,0 0 0 0,-3 0 0 15,1-2 0-15,-2 2 0 0,0-1-8 0,0 3 8 16,-1-1 0-16,0 1 0 0,-1 0-15 0,-2 0 4 16,1 0 1-16,-1 1 0 0,0 2-15 0,-1-1-3 15,0-2-1-15,-1 2 0 0,1 0-3 0,-1 0-1 16,0 0 0-16,0 0 0 15,-1 2-71-15,0 1-15 0,1 0-2 0,0 1-743 0</inkml:trace>
  <inkml:trace contextRef="#ctx0" brushRef="#br0" timeOffset="48165.12">25587 13538 57 0,'0'0'0'0,"0"0"0"0,0 0 0 0,-2 1 0 16,2 2 204-16,-1-3 35 0,0 2 7 0,-1 2 2 15,-1 2-104-15,-2 0-21 0,0 2-4 0,-1 0-1 16,1-1-41-16,1-4-8 0,1 3-1 0,0-3-1 16,1-2-39-16,0 2-7 0,2-3-1 0,-1 0-1 15,2 0-6-15,-1-3-1 0,2 2 0 0,-2-2 0 16,1 0 15-16,-1 0 2 0,1 0 1 0,0-2 0 0,1 1-10 0,-2 0-1 16,1 1-1-16,0-4 0 0,-1 1 2 0,0-2 0 15,0 0 0-15,-1 2 0 0,1-3-6 0,-1-1-1 16,-1 2 0-16,0-2 0 0,1 2-13 0,-1 0 8 15,0-2-8-15,-1-1 0 0,1 0 12 0,0-2-4 16,-2 1-8-16,1-1 12 0,1 0 0 0,-1-2 0 16,1 1 0-16,-2 2 0 0,2 0-1 0,-1-1-1 15,1 1 0-15,1 5 0 0,-2-2-10 0,2 0 12 16,-2 2-12-16,1 1 12 0,-1-1 0 0,-1 4 0 16,1-2 0-16,2 0 0 0,-2 2 1 0,1 0 1 15,-1-2 0-15,1 3 0 0,1-4-14 0,-1 4 11 16,2-2-11-16,0-2 10 0,0 0-10 0,0 0 0 0,0-1 0 0,0 1 0 15,2 2 0-15,-1-2 0 0,1 0 0 16,0 0 0-16,-1 2 0 0,0-2 0 0,0 2 0 0,1-1 0 16,-2 2 0-16,0-1 0 0,0-1 0 0,0 0 0 15,0 3 10-15,-2-5 0 0,1 4 0 0,0 0 0 16,1 0-2-16,-1-1-8 0,1 1 12 0,0 0-4 16,0 3-8-16,0-3 0 0,1-1 0 0,0 4 0 15,-1-2 0-15,1 0 0 0,1 0 0 0,-2 0 0 16,1 2 0-16,0-4 0 0,-1 2 0 0,1-1 0 15,1 2 0-15,-2-2 0 0,1 0 0 0,0 0 0 16,0 2 0-16,0-4 0 0,1 4 0 0,-1-2 0 16,0 0 0-16,-1 3 0 0,1-3 0 0,1 2 0 15,-2 1 0-15,0-1 0 0,0 1 0 0,0 0 0 0,0 0 8 16,0 0 0-16,0 0 0 0,0 0 0 0,0 0 11 0,0 0 1 16,0 0 1-16,0 0 0 0,0 0-9 0,0 0-3 15,-18 11 0-15,16-7 0 0,1-2-9 0,-2-2 0 16,2 4 0-16,-2-2 0 0,2-1 0 0,0 3 0 15,0 1 0-15,-1-1 0 0,1 0 0 0,-1 0 0 16,1 0 0-16,-2 2 0 0,-1 2 0 0,1 0 0 16,-4 1 0-16,1-1 0 0,0 0-8 0,0-2 8 15,0 2 0-15,0 0 0 0,1-1 0 0,1-1-9 16,-1 0 9-16,1-2 0 0,-1 2-16 0,3-5 3 16,1 2 1-16,-2-1 0 0,3-2-3 0,0 0 0 15,0 0 0-15,0-2 0 0,1 2-12 0,2-4-2 16,-2 1-1-16,-1 3 0 0,0 0 9 0,0 0 1 15,0 0 1-15,0 0 0 0,3-19 19 0,-5 16-8 0,2 1 8 0,-1 0 0 16,1 0 0-16,0-2 0 0,1 2 0 0,-1 1 0 16,4-2-18-16,-3-1 3 0,2 2 1 0,0-2 0 15,0 2 1-15,1-2 0 0,-2 2 0 0,2-2 0 16,-2 0 13-16,2 2 0 0,-2-2-10 0,1 1 10 16,-1 0 0-16,0 0 0 0,0 3 0 0,-1-2 0 15,-1 1 0-15,0 1 10 0,0-3-10 0,0 3 10 16,2 0-1-16,-2-1 0 0,1 1 0 0,-1 0 0 15,0 0 0-15,0 0 0 0,0 0 0 0,0 0 0 16,18-13-9-16,-14 9 0 0,1 0 0 0,1 0 0 16,0-2 0-16,1 0 0 0,0 0 0 0,-1 2 0 15,0-2 0-15,-1 2 0 0,0 1 0 0,-1 1 0 16,-2 1 0-16,1 1 0 0,-1 0 11 0,0 0-11 16,-2 0 16-16,1 0-2 0,-1 0-1 0,0 0 0 0,0 0 7 0,0 1 2 15,0-1 0-15,0 0 0 0,0 0-10 0,0 0-1 16,0 0-1-16,0 0 0 0,0 0-10 0,0 0 0 15,0 0 0-15,0 0 8 0,0 0-8 0,0 0 8 16,0 0-8-16,0 0 8 0,0 0 0 0,0 0-8 16,0 0 12-16,22 2-4 0,-18-2 1 0,1 2 0 15,0-1 0-15,0 0 0 0,-2 2-1 0,2 0-8 16,0 0 12-16,0-2-4 0,1 2-8 0,-1 0 8 16,2 2-8-16,-3-4 8 0,1 2-8 0,2-2 0 15,-1 2 0-15,1-1 8 0,1-1-8 0,-1 2 0 16,2-1 0-16,-1-2 0 0,1 4 0 0,1-2 0 15,-1 0 0-15,-2 0 0 0,2 4 0 0,-3-4 0 0,0 3 0 16,-1-2 0-16,-1 0 0 0,1 0 0 0,-3 4 0 16,-1-5 0-16,1 3 0 0,-1-2 0 0,0-1 0 0,-1 2 0 15,2-2 0-15,0-2 8 0,-1 1-8 16,0 2 0-16,0-3 0 0,1 0 0 0,-2 0 0 0,0 0 0 16,1 0-9-16,-1 0-1 0,-1 0 0 0,1 0 0 15,1 0-46-15,-1 0-8 0,2 2-3 0,-2-2-937 16</inkml:trace>
  <inkml:trace contextRef="#ctx0" brushRef="#br0" timeOffset="49964.94">28671 13696 403 0,'0'2'36'0,"0"-2"-36"15,0 0 0-15,0 0 0 0,1 0 211 0,1-2 35 0,1 2 7 0,-1-2 2 16,2-1-161-16,1 0-32 0,0-1-6 0,1-2-2 16,-2-3-17-16,-2 5-3 0,1-2-1 0,-2-1 0 15,0 2-2-15,0 1-1 0,-1 0 0 0,-1-2 0 16,-1 4 7-16,1-2 2 0,-1 0 0 0,1-2 0 15,1 0-18-15,0 0-3 0,1-3-1 0,1-1 0 16,0-2 1-16,2-4 0 0,2 0 0 0,-1-3 0 16,1-1 0-16,0-4 0 0,2-1 0 0,-2-1 0 15,0 4-5-15,0-3-1 0,-1 3 0 0,-1 0 0 16,-2 2-3-16,1 1-1 0,-2 3 0 0,-2-1 0 16,0 1-8-16,-2 2 10 0,1 2-10 0,-1-1 10 15,-1 3-10-15,-1 2 0 0,2 2 0 0,-2 2 0 16,1-2 0-16,-1 2-9 0,-1 0 9 0,2 2 0 0,2-2 0 0,-2 2 0 15,0-2 0-15,2-1 0 0,-1 1 0 0,0 1 11 16,-1-4-3-16,2 1-8 0,-1 0 13 0,1-1-4 16,0 0-1-16,0-1 0 0,1 2 0 0,-2-1 0 15,1 1 0-15,-1 3 0 0,1-4 0 0,-1 4-8 16,0-2 12-16,0 1-4 0,1 3 1 0,-2-2 0 16,0 6 0-16,-1-3 0 0,-1 3 3 0,0 0 1 15,-2 2 0-15,1 1 0 0,-3 3-13 0,2-2 11 16,-2 4-11-16,0-3 10 0,1 2-10 0,-1 1 0 15,3-1 0-15,-2 0 0 0,2-4 0 0,0 2 0 16,1-4 0-16,1 2 0 0,0-2 9 0,0-2-9 16,1 2 10-16,-1-1-10 0,1-2 8 0,-1 1-8 0,0-2 0 15,0 0 0-15,1 3 0 0,1-3 0 16,0 0 0-16,1 0-10 0,-1 0-18 0,2 0-4 16,1-3-1-16,-1 3 0 0,2-2-23 0,0-2-5 0,0 2-1 0,3-2 0 15,0-2 6-15,0 0 0 0,2-1 1 0,0 0 0 16,1-3 25-16,1 1 5 0,0 1 1 0,0 0 0 15,-2 2 24-15,1-2 0 0,-2 0 0 0,2 4 0 16,-4 2 20-16,1-2 4 0,0 2 0 0,-2 2 0 16,-1-3 11-16,2 3 2 0,-2-1 1 0,-1 1 0 15,3 0-7-15,-1 0-2 0,1-2 0 0,-1 2 0 16,2-3-14-16,-1 2-3 0,1-2-1 0,1 3 0 16,-1-3-11-16,0 0 0 0,0 2 9 0,0-2-9 15,1 3 16-15,-1 0-2 0,0 0 0 0,0 2 0 0,1-1 2 16,0 3 0-16,0-3 0 0,0 1 0 0,0 2 4 0,0-1 2 15,3 0 0-15,-1 2 0 0,0-1-3 0,2 0-1 16,1 2 0-16,0-4 0 0,0 2-6 0,1-2 0 16,1 2-1-16,1-1 0 0,-1-2-3 15,2-1-8-15,-2 0 12 0,2-1-4 0,-1 1 1 0,-2-3 0 16,0 3 0-16,-2-2 0 0,0 2 0 0,-3 0 0 16,0 2 0-16,-2 2 0 0,-1-2-9 0,0 2 0 15,-2 2 9-15,-1 0-9 0,0 1 10 0,0-1-2 16,-1 1-8-16,0 2 12 0,1 0-4 0,-2 0 0 15,1 1-8-15,0-4 12 0,1 1-12 0,0-1 0 16,0-2 0-16,1-2 0 0,0 2-16 0,1-4 1 16,-1 0 0-16,0-4-735 15,2-1-147-15</inkml:trace>
  <inkml:trace contextRef="#ctx0" brushRef="#br0" timeOffset="51582.04">30286 13009 864 0,'1'-1'76'0,"0"-2"-60"15,-1 2-16-15,0 1 0 0,0 0 147 0,0-3 26 16,1 1 6-16,-2-2 1 0,1 1-62 0,-2-2-12 15,-3 1-2-15,-2 0-1 0,0 2-26 0,-3 0-5 16,-2 2 0-16,-2 0-1 0,-2 4-12 0,-1-3-3 16,-2 4 0-16,-1-1 0 0,-1 2-12 0,0 0-4 15,0 1 0-15,-1-1 0 0,1 0-12 0,-2 0-2 16,0 0-1-16,-3-2 0 0,0 2-16 0,-3-2-9 16,-1 2 10-16,-5 0-10 0,0 2 0 0,-6 0 0 0,-1-1 0 15,1 2-10-15,3 4-3 0,-1-5-1 0,0 2 0 16,2 0 0-16,2 0-6 0,4-1-2 0,5-3 0 0,4 0 0 15,5-6-31-15,2 0-7 0,4 0 0 0,2-2-1 32,3-4-152-32,1-4-31 0,2 1-5 0</inkml:trace>
  <inkml:trace contextRef="#ctx0" brushRef="#br0" timeOffset="51847.93">29556 12951 1036 0,'3'6'46'0,"-3"-2"10"0,0-1-45 0,0 0-11 0,0-1 0 0,0-2 0 15,0 1 194-15,0 2 37 0,0 1 7 0,-2 1 2 16,2 0-171-16,-1 0-33 0,0 1-8 0,-2-3 0 16,3 0-16-16,-3 1-4 0,-1-2 0 0,-1 2 0 0,-1-1 8 0,0 0 0 15,-1 3 1-15,0 0 0 0,-3 4 3 0,-2 0 1 16,-1 2 0-16,-1 1 0 0,0 3 9 0,-2 0 2 16,-1 3 0-16,0-3 0 0,3 2 5 0,0-2 2 15,2-2 0-15,2 1 0 0,4-3-11 0,3-2-3 16,2-4 0-16,3 0 0 0,3 0-14 0,5 1-3 15,4 0-8-15,3-1 12 0,4 0-12 0,4 1 8 16,6-4-8-16,2 2 0 0,3-1 0 0,4-4 0 16,2 1-8-16,5-1-744 15,5 0-148-15</inkml:trace>
  <inkml:trace contextRef="#ctx0" brushRef="#br0" timeOffset="62032.32">25867 11025 345 0,'-2'2'31'0,"1"0"-31"0,1-2 0 0,0 0 0 16,1-2 97-16,-1 2 14 0,-1-2 2 0,-1 2 1 16,2-2-58-16,-1-1-11 0,2 2-2 0,-1 1-1 15,0 0 9-15,0 0 1 0,0 0 1 0,0 0 0 16,0 0 17-16,0 0 3 0,0 0 1 0,0 0 0 16,0 0-10-16,0 0-1 0,0 0-1 0,0 0 0 15,0 0-17-15,0 0-3 0,0 0-1 0,0 0 0 16,-3-25-25-16,5 18-6 0,1 1-1 0,-2-5 0 0,3 1-9 0,-2 0 0 15,1-4 0-15,-1 3 8 16,1 1-8-16,-3 0 0 0,1 2 0 0,-2 0 0 0,-1 2 0 0,0 0 10 16,-2 2-10-16,0-1 10 0,-2 2 8 0,-1 0 2 15,-1 2 0-15,-1 1 0 0,0 0-5 0,-1 1-1 16,1 2 0-16,-1-1 0 0,-1 4-14 0,1-2 0 16,0 2 0-16,2 0 0 0,-1 2 0 0,1-2 0 15,3 3 0-15,0-3 0 0,0 0 0 0,3 0 0 16,1 0-8-16,0 2 8 0,0 0 0 0,2 2-8 15,-1 3 8-15,0-1 0 0,0 2-8 0,1 0 8 16,-1-2 0-16,0 2 0 0,0-1-12 0,0-1 4 16,-1-4 8-16,2-2-13 0,2 0 13 0,-2-2-12 15,3-2 12-15,1 1-12 0,0-3 0 0,-1 0 1 16,4-3 0-16,-1-1 0 0,2-1 11 0,1-1 0 16,0-1-9-16,1 1 9 0,0-4 0 0,-1-3-9 0,-1 4 9 0,-3-1 0 15,1-2 0-15,-2 5 0 0,-1-3 0 0,-2 4 0 16,0-3 0-16,-2 6 0 0,0-4 0 0,-2 4 0 15,1 0 0-15,-1 0 0 0,-1 3 8 0,1-3-8 16,-1 3 13-16,1 0-3 0,-1 0-1 0,2 3 0 16,-1 0-9-16,0-2 0 0,1 2 0 0,1 1 0 15,-1 1 0-15,1-2 0 0,0 1 0 0,0 1 0 16,0-1 0-16,0 2 0 0,1 1 0 0,0 2 0 16,1-2 0-16,0 2 0 0,-1 1 0 0,0 0 8 15,1 1 0-15,-1 1 0 0,-1-2 0 0,0 4 0 16,0 1-8-16,0 1 8 0,0 4-8 0,0 1 8 15,0 2-8-15,0 2 0 0,-1 2 0 0,-2-4 0 0,2 5 0 0,-1-2 0 16,-1 2 0-16,2-6 0 0,0 1 0 0,1-5 0 16,1 1 0-16,-1-6 0 0,0 2-8 0,1-5 8 15,2 2-10-15,-1-5 10 0,0-4-9 0,1 1 9 16,1-2-8-16,-2 0 8 0,1-2 0 0,0-2 0 16,1 0 0-16,0-2-8 0,-1 1 8 0,1-6 0 15,1 0 0-15,0-2-8 0,-1 0 8 0,1-3 0 16,-2 2 0-16,1-4-8 0,0 4 8 0,0-2 0 15,-2-1 0-15,-1 3 0 0,0-1 0 0,1 2 0 16,-1-1 0-16,-2 1 0 0,1 3-8 0,-2-2 0 16,1 2 0-16,-1-2 0 0,1 4-18 0,-2 0-3 15,1 2-1-15,-2-1 0 0,0 1 7 0,-2 0 2 16,2 4 0-16,-1-2 0 0,2 2 21 0,-2 0 0 0,1 0-9 16,0 2 9-16,2-2 0 0,-1 0 0 0,2 3 8 15,0-3-8-15,1 0 12 0,-1 1-3 0,2 2-1 0,0-3 0 16,3 0 0-16,-1 0-8 0,2 0 12 0,2 0-4 15,0-3 9-15,2 2 2 0,2-4 0 0,0 1 0 16,1-2 5-16,2 0 2 0,2-1 0 0,0-2 0 16,-4 3-13-16,1-3-2 0,-3 4-1 0,-2-1 0 15,1 0-10-15,-4 1 0 0,-1 4 0 0,-2-2 8 16,-3 3-8-16,1 0 0 0,-1 0 0 0,-1-2 0 16,1 2 0-16,-3 0-9 0,2 2 9 0,0-4-13 15,2 2-133-15,0 0-26 0</inkml:trace>
  <inkml:trace contextRef="#ctx0" brushRef="#br0" timeOffset="62665.27">26203 10798 115 0,'-3'-6'10'0,"2"3"-10"0,0 2 0 0,1 1 0 0,-2 0 242 0,1 0 46 15,-1-3 10-15,-3 1 2 0,-1 1-139 0,-1-2-27 16,0 1-6-16,-1 2 0 0,2 0-42 0,0 2-8 15,2 1-2-15,1 0 0 0,0 0-37 0,1 3-8 16,2-2-2-16,0 2 0 0,0 1-11 0,2 0-2 16,-1 2-1-16,2 3 0 0,1 0-5 0,-2 2-1 15,2 0 0-15,-3 6 0 0,0 2-9 0,-1 4 0 16,-1 2 0-16,-3 1 8 0,1 5-8 0,-1-2 0 16,-2 2 0-16,0-4 0 0,1 1-8 0,1-6-4 0,1-3-1 0,2-6 0 31,4-4-104-31,0-2-21 0,5-7-4 0</inkml:trace>
  <inkml:trace contextRef="#ctx0" brushRef="#br0" timeOffset="62932.05">26439 10918 1882 0,'-9'3'84'0,"2"0"16"0,0 1-80 0,4-2-20 0,1-1 0 0,1 2 0 16,-1-3 40-16,-3 2 4 0,-3 3 1 0,-1 0 0 15,-4 1-35-15,-2-2-10 0,0 2 0 0,-1-3 0 16,3 0 0-16,-1-3-16 0,2 0 2 0,1 0 1 16,0 0-3-16,1 2 0 0,-1 0 0 0,1-2 0 0,0 3 16 0,-1 3 0 15,2-2 0-15,2-2-9 0,0 3 9 0,4 0 11 16,3 1-3-16,0-2 0 0,2 2-8 0,6 0 10 16,1 0-10-16,4-2 10 0,2 5-10 0,0-6 0 15,2 4 0-15,0-1 0 0,3-3 0 0,0 4 0 16,3-5 0-16,2 2 0 15,2-2-68-15,0 2-13 0,1-2-3 0</inkml:trace>
  <inkml:trace contextRef="#ctx0" brushRef="#br0" timeOffset="64152.63">26705 11133 748 0,'-5'6'33'0,"2"-5"7"0,1 4-32 0,0-5-8 0,2 2 0 0,2 0 0 0,-1-2 186 0,1 0 35 15,2 2 7-15,1 2 2 0,4 2-142 0,-1-2-28 16,3-1-5-16,1-3-2 0,0 1-19 0,0-1-4 15,2 0-1-15,1-1 0 0,1 1-7 0,1 0-2 16,3 0 0-16,0-3 0 0,-2 3-8 0,2 3-1 16,0-3-1-16,1 0 0 0,0 0-10 0,-1 0 10 15,-2-3-10-15,0 3 10 0,-2-2-10 0,-4 0 0 16,0 0 0-16,-1 1 0 0,-2-2-29 0,0-1-2 16,-2 2 0-16,-2 0 0 15,0 0-45-15,-4 2-10 0,1-2-2 0,-4 2-416 16,0-4-83-16</inkml:trace>
  <inkml:trace contextRef="#ctx0" brushRef="#br0" timeOffset="64298.71">27015 11117 115 0,'-3'-3'10'0,"2"3"-10"0,1 0 0 0,-1 0 0 16,-1 0 260-16,-3-2 49 0,-7 1 11 0,-1-2 1 15,-2 3-157-15,0 0-31 0,3 3-6 0,1 0-2 16,2 6-39-16,4 1-8 0,1 6-2 0,2 6 0 16,2 4-38-16,0 5-8 0,1 7-2 0,-1 1 0 15,3 4-16-15,0-2-4 0,1-3-8 0,2 1-620 16,2-2-132-16</inkml:trace>
  <inkml:trace contextRef="#ctx0" brushRef="#br0" timeOffset="81282.09">26010 10521 1062 0,'-7'5'47'0,"2"-5"9"0,2 3-44 0,0-3-12 16,3 3 0-16,0-3 0 0,0 0 72 0,-2 0 12 15,-1 1 2-15,1 2 1 0,-2-1-43 0,-1-2-8 0,0 0-1 0,0 1-1 16,0 2-34-16,0-3 0 0,1 0 0 0,-1 1 0 15,0 2-32-15,-2-1-1 0,1 2 0 0,-1-1 0 16,-2 4-15-16,2-1-4 0,-2 2 0 0,-1-1 0 16,2 0 13-16,-1 2 3 0,0 1 0 0,1-2 0 15,-1-2 25-15,0-1 11 0,2 2-8 0,-1-2 8 16,1-2 28-16,1 0 12 0,1 0 1 0,-1 0 1 16,2 1 6-16,0-4 2 0,2 1 0 0,-1 1 0 15,2 1-36-15,-1-2-14 0,0 1 11 0,1 1-11 16,0-3 0-16,0 1 0 0,-1 2 0 0,0 0 0 15,-1 0-15-15,0-1 1 0,-2 3 0 0,-1 1 0 16,-2 3 14-16,-2-3-9 0,-1 3 9 0,-1 1-8 16,1 0 8-16,-3 2 0 0,1 0 0 0,-1 2 0 0,3-2 0 15,0 1 0-15,2 3 0 0,3-4 0 0,1 2 0 0,0-2 0 16,2 1 0-16,1-4 0 16,1 0 0-16,-2-3 0 0,3 2 0 0,-1-2 0 0,-1-1 0 0,0 0 0 15,0 1 0-15,-1 0-8 0,0 0 8 0,-2 3-12 16,1-3 12-16,-2 4-12 0,-2 2 12 0,1 1 8 15,-2-1-8-15,1 4 11 0,-1 0-11 0,2 0 0 16,-1 0-12-16,1 3 12 0,1 0 0 0,-1-2 0 16,1 1 0-16,1 1 12 0,2-3-12 0,-1 0 0 15,0 3 0-15,3-4 8 0,0-2-8 0,-2-1 0 16,1 1 0-16,-2-1 8 0,-1-2 9 0,0 2 2 16,-1 1 0-16,-1 0 0 0,-3 4 13 0,1 1 4 15,-2 1 0-15,0-2 0 0,-3 4-16 0,2 1-4 16,-2 0 0-16,2-1 0 0,1 2-16 0,1-3 0 0,0-1 0 0,0-1 0 15,1-5 0-15,1 2 0 0,0-1 0 16,0-2 0-16,-1 0 0 0,2-2-9 0,-1 3 9 0,-1-6 0 16,1 2 0-16,-1-1 0 0,-1 0 0 0,-2 0 0 15,-1-1 0-15,-3 0 0 0,2 2 0 0,-2-2 0 16,-1 2 0-16,1-3 0 0,-2 4 0 0,0-4 0 16,1 0 0-16,1 0 0 0,1-2 0 0,3 0 0 15,0 1 0-15,0-4 0 0,4 2 0 0,-1-3 0 16,0 2 0-16,1-2 0 0,-2 0 0 0,0 0 0 15,0 0 0-15,-1 0 8 0,0 0-8 0,-3 0 11 16,2 0-11-16,-3 0 0 0,-1 1 0 0,0 3-11 16,0 1 11-16,-1 1 0 0,-1 1-9 0,2 2 9 15,-1 4-36-15,-1-4-2 0,2 4-1 0,-2-1 0 0,1-1-13 16,0 2-4-16,1 1 0 0,0 0 0 0,0 1 25 0,-1-1 5 16,-2 2 1-16,1 2 0 0,1 1 13 15,-3 3 4-15,-2 0 0 0,-1 3 0 0,1 1 20 0,-2 1 5 16,1 2 1-16,0-1 0 0,1 2 24 0,0 1 5 15,0-2 1-15,2 2 0 0,2 0-10 0,2-2-2 16,-1 3 0-16,3-6 0 0,0 2-27 0,-1-1-9 16,0 2 0-16,-1-1 0 0,-1 1 0 0,-2-1 0 15,1 4 0-15,-3-3-12 0,0-1 12 0,-1 3 0 16,1 1 0-16,-3-1-9 0,1 1 9 0,-3 4 0 16,-2 5 0-16,4 0 0 0,3-3 16 0,0 5 0 15,0 8-1-15,0 2 0 0,2-2-15 0,3-3 9 16,1 0-9-16,3-2 8 0,2 0-8 0,0 0 0 0,1-2 0 15,-1-3 0-15,2 1 0 0,-1-1 0 0,-1-3 0 0,-2 3 0 16,-3 0 0-16,-1 0 0 0,0-2 0 16,-1 4 0-16,0 2 0 0,-1 4 0 0,-3 3 0 0,0 4 0 15,1 2 0-15,3-1 0 0,1 0 0 16,1-4 0-16,3-6 0 0,2-1 10 0,2 1-10 0,2-3 10 16,2 0-10-16,1-6 8 0,-1 0-8 0,0-3 8 15,2-1-8-15,-1-3 0 0,1 2 0 0,-3-3 0 16,1 0 0-16,-2 1 0 0,0-2 0 0,-2-1 0 15,0 0 0-15,-2 5 0 0,-1-3 9 0,0 5-9 16,-2 0 37-16,0-1 3 0,-2-2 1 0,1 1 0 16,2 1 23-16,-1-5 4 0,2-1 0 0,3-3 1 15,0-3-29-15,4-2-7 0,2 1-1 0,1-7 0 16,0-2-32-16,-1-3-14 0,2-3 1 0,0-3 0 0,2-3-27 16,-1 0-4-16,1-2-2 0,3-4 0 15,0-2-100-15,5-8-20 0</inkml:trace>
  <inkml:trace contextRef="#ctx0" brushRef="#br0" timeOffset="84182.1">26110 10586 1382 0,'-9'-8'61'0,"3"4"13"0,3 0-59 0,1 1-15 0,2 3 0 0,-1-3 0 0,1 1 121 0,-1 0 22 16,2 2 4-16,-1-2 1 0,1 2-100 0,0-3-20 15,3 2-4-15,0 1-1 0,1 0-23 0,3 0 0 16,2 0 0-16,4-2 8 0,7 2-18 0,6-3-3 16,5 0-1-16,6-1 0 0,3 0-8 0,3-5-2 15,0 3 0-15,3-4 0 0,3 0 14 0,-1 2 10 16,3-2-13-16,1 0 5 0,3 1 8 0,-2-1 0 16,-8 2 8-16,-2-2-8 0,1 3 31 0,-4-2 1 15,-3 5 1-15,3-1 0 0,1 4-7 0,4 1-2 16,-1 4 0-16,4 2 0 0,1 0-24 0,-1 1 8 0,-4 2-8 15,0 1 0-15,1 0 0 0,-2 1 0 0,1-4-9 0,-2 2 9 16,1-3-15-16,3 2 4 0,2 0 1 0,-2 0 0 16,0 0 10-16,-3-1 0 0,-1-1 0 0,1-4 0 15,-1 2 0-15,3 2 0 0,-2-5 0 0,2 2-8 16,1-3 8-16,2 2 0 0,2-2 0 0,-3 2 0 16,-3-2 9-16,-2 2-9 0,0-2 12 0,2 0-12 15,-3 3 13-15,0 0-4 0,-1 1-1 0,1 2 0 16,-1 0-8-16,-1 1 0 0,1-1 0 0,0 1 0 15,-3 2 0-15,0-3 0 0,-1 3 0 0,1-2 0 16,2-1 0-16,2-3 0 0,2-3 0 0,1 0 0 16,-1-3 0-16,1 0 0 0,2-4 0 0,-2 1 0 15,-1 0 0-15,-1-3 0 0,-1 2 0 0,-2-2 0 16,-3 2 0-16,-1 1 10 0,-2-1-10 0,-2 1 10 16,2 0 9-16,-5 2 1 0,0 2 1 0,-2-1 0 0,-1 3-9 0,-4 3-1 15,-1-1-1-15,-2 2 0 0,-2-1-10 0,-1 0 0 16,1 1 0-16,0 0 0 0,0 1-13 0,0-5 5 15,3 0 8-15,0 0-13 0,1-3 13 0,0 1-11 16,1-2 11-16,-1 0-10 0,4-2 10 0,-2 0 0 16,0 0-9-16,-2-3 9 0,-2 4 0 0,0 0 0 15,-2 1 0-15,-3 2 0 0,-1-2 9 0,-3 4 3 16,-1 3 1-16,-3-3 0 0,-1 3-3 0,-1 1-1 16,0 2 0-16,-1 3 0 0,1 1-9 0,-3 2-16 15,0 4 4-15,1 0 1 0,-1 3 0 0,0 3 0 16,2 3 0-16,-2 1 0 0,1 0 11 0,3 2-12 15,-1 0 12-15,1-5-12 0,0 1 12 0,0-1-10 16,2-1 10-16,-2-1-10 0,1-1 10 0,1 1 9 0,-3-1-1 0,3 2-8 16,-1-1 20-16,0 1-2 0,0 2-1 0,-1 1 0 15,3 3-9-15,-5 1-8 0,1 3 12 16,0 1-12-16,-1 3 8 0,1 1-8 0,1 1 0 0,0 7 0 16,-1-3 0-16,1 4 0 0,1-2-11 0,-1 1 11 15,1 2-12-15,0-3 4 0,0-2 8 0,1-1-13 16,-1 0 13-16,-1 0 0 0,0 0 0 0,1-1 0 15,-1 2 0-15,-3 5 0 0,2 4 0 0,0-4 0 16,-1 1 0-16,1-1 0 0,-1 0 0 0,-2 1 0 16,1-3 0-16,-2 2 0 0,3 4 0 0,-5-4 0 15,2 3 0-15,-2 4 0 0,0-4 0 0,-1 1 0 16,-1-3 0-16,-1-1 0 0,0-2 0 0,0 2 0 16,1 3 0-16,0 4 0 0,-2 0 0 0,2 3 0 15,0 0 0-15,2 2 0 0,1-2 0 0,-1 0 0 0,2-3 0 0,0 3 0 16,2-2 0-16,-1-2 0 0,1 0 0 0,2-2 0 15,0-3 0-15,-3-5 0 0,0-1 0 0,-1-1 0 16,0 0 0-16,-2 1 0 0,0 1 9 0,0 4-9 16,-3-1 0-16,0 1 9 0,0 2-9 0,-1 0 0 15,1-1 0-15,-1-1 0 0,2-3 0 0,0 1 8 16,3 1-8-16,-1-2 0 0,-1 1 0 0,2 2 0 16,0 1 0-16,-2-4 0 0,2 3 0 0,0-2 0 15,-2-2 0-15,2-1 0 0,-1 1 0 0,-3 2 0 16,1-4 0-16,-2 1 8 0,0-1 2 0,-3-1 0 15,3-1 0-15,-3-3 0 0,2-2-1 0,-2-3 0 16,2 0 0-16,0-5 0 0,4-1 3 0,0-3 0 0,2 0 0 16,1-3 0-16,1-2-4 0,2 0 0 0,0 0 0 0,0-1 0 15,-1 0-8-15,1 6 0 0,-1-2 0 16,1 1 8-16,-2-3 0 0,0-2-8 0,2-3 12 0,-2-1-4 16,-1-2 7-16,0 0 1 0,-1-1 0 0,1-2 0 15,-2 2 12-15,0-2 4 0,1 2 0 0,-2-2 0 16,1 2-7-16,-1-3-1 0,0 1 0 0,-1-2 0 15,1 3-6-15,0-3-2 0,-2-2 0 0,1 0 0 16,-1 1-3-16,0-4-1 0,-3 0 0 0,-2 0 0 16,-3-3-4-16,-2 2 0 0,-1-5-8 0,-3 1 12 15,-1 1-12-15,-5-5 0 0,-3 4 0 0,-5-3-10 16,-1-1 10-16,-1 2 0 0,-1 1-9 0,1 2 9 16,-3-1-9-16,1 5 9 0,-1-1-12 0,0 1 12 15,-1 0 0-15,2 1 0 0,1 1 8 0,2-2-8 0,0 3 18 16,3-3-2-16,3 0-1 0,0 1 0 0,2-1 1 0,1 3 1 15,1-3 0-15,0 0 0 0,-1-3-17 0,-2 2 10 16,1 1-10-16,-3-3 8 0,0 0-8 0,-4 0 0 16,0 3 0-16,-4-2-11 0,4 0-1 0,0 4-1 15,0 0 0-15,1 1 0 0,0-2 2 0,1 1 1 16,4 2 0-16,-1-1 0 0,4-1 10 0,0-2 0 16,2-2 0-16,-2 2 0 0,1 0 0 0,-2-7 0 15,2 5 0-15,-2-2 0 0,0 0 0 0,2-1 0 16,-1 4 0-16,-2-2 8 0,2-4-8 0,-4 5 0 15,1-2 0-15,-1-1 0 0,-1 4-12 0,2-1 4 16,1 2 0-16,1 2 0 0,2-1-2 0,-2 4 0 16,2-1 0-16,-2 2 0 0,-1 0 10 0,0 0 0 15,1 1 0-15,2-1-8 0,1 0 8 0,-1-1-8 0,3 0 8 0,-1-4-8 16,3 2 8-16,-2-1-13 0,2-1 5 0,-1-1 8 16,2 0-11-16,-2 0 11 0,1 0-8 0,-3 0 8 15,1 0-10-15,-2 0 10 0,-1-1-12 0,0 1 12 16,-1 0-12-16,0 1 4 0,-4 2 8 0,-1-1-13 15,0 2 13-15,1 2-9 0,-1-2 9 0,2 2-8 16,2 0 8-16,1 3 0 0,0-4 0 0,3 1 0 16,0 0 0-16,1-1 0 0,1 1 0 0,-1-2-8 15,3 0-3-15,-1-2 0 0,1 2 0 0,0-2 0 16,-1 2-1-16,0-1-1 0,0 0 0 0,0 0 0 16,-2 0 13-16,-2 1-12 0,-3 0 12 0,-1 1-12 15,-1-1 12-15,-2 2 0 0,1-3 0 0,1 4 0 16,3-5 0-16,2 2 0 0,4-2 0 0,-2-2 0 0,5-2 0 0,1 2 0 15,1-4 0-15,-1 2 0 0,0-1 0 0,1-1-12 16,-1 1 12-16,1-1-12 0,-1 2 12 0,0-5-9 16,0 4 9-16,-1 0-8 0,0-1 8 0,-1 1 0 15,-1 0 0-15,-1 3 0 0,0 0 0 0,-2 0 0 16,-1 0 8-16,0 3-8 0,-1 0 10 0,-1 1-2 16,1-1-8-16,1 0 12 0,1 1-12 0,3 1 11 15,1-4-11-15,4 2 10 0,-1-1-10 0,2-2 0 16,0-2 0-16,1-1 8 0,0 2-8 0,1-4 0 15,0 1 0-15,0-2 0 0,-2 0 0 0,1 0 0 16,-1 0 0-16,0 2 0 0,0-2 0 0,-1 0 0 16,-1 2 0-16,-1 0 0 0,1 2 0 0,-3 2 0 15,-1 0 0-15,1 0 0 0,0 2 0 0,-2 2 8 16,0 0-8-16,-1-1 8 0,-1 2-8 0,1-1 12 0,1-2-12 0,0 2 12 16,1-1-12-16,1-3 8 0,1 0-8 0,0 0 8 15,1 0-8-15,1-3 10 0,2 1-10 0,-1 0 10 16,-1-3-2-16,0 4-8 0,-1-4 12 0,1 0-4 15,-1 3-8-15,-1-4 0 0,0 2 0 0,-2 1 8 16,-2 3-8-16,0 0 0 0,0-2 0 0,-1 2 0 16,2 2 0-16,-2-2 0 0,0 3 0 0,2-2 0 15,-1 4 8-15,-1-4-8 0,-1 4 8 0,3-5-8 16,-1 4 0-16,2-4 0 0,-2 1 0 0,3-2 0 16,-1 1 0-16,1-4 0 0,1 2 0 0,0-2 0 15,2-1 0-15,-2-2 0 0,1 2 0 0,-1 0 0 16,0-1 0-16,-1 1 0 0,3 1 0 0,-3 0 0 0,0 2 0 15,-2-2 0-15,1 2 0 0,-2 0 0 0,-2 2 0 0,-1-2 8 16,1 4-8-16,-1-2 0 0,0 2 0 0,1 0 0 16,1-1 0-16,-1 2 0 0,0-1 0 0,2-2 0 15,2 0 0-15,0 0 0 0,-1 0 0 0,1-2 0 16,0-1 0-16,-2 2 0 0,4-3 0 0,-1-2 0 16,1 4 0-16,-2-4 0 0,2 2 0 0,-2-1 0 15,0 0 0-15,-4-1 0 0,-2 0 0 0,0-1 0 16,-2 1 0-16,-1 0 0 0,-1 0 0 0,0 2 8 15,1 2-8-15,-3-1 0 0,2 2 0 0,-1 1 0 16,-1 1 0-16,2 2 0 0,0 0 0 0,0 2 0 16,3-1 0-16,-1 0 0 0,2 1 0 0,2-2 0 15,1 1 0-15,0 0 0 0,3 1 0 0,0-4 0 0,1 2 0 0,0-3 0 16,-2 2 0-16,3-2 0 0,1 0 0 0,-1-2 0 16,0 2 0-16,0 0 0 0,0-4 0 0,-2 4 0 15,0-3 0-15,-2 0 0 0,-2 0 0 0,-1-1 0 16,-1 4 0-16,0 0 0 0,-2 0 0 0,-1 0 0 15,2 4-10-15,0-1 10 0,4-2 0 0,-2 4-9 16,-1-1 9-16,-1-1-12 0,2 1 12 0,1 1-12 16,1 1 12-16,1-2-10 0,3-1 10 0,1 2-10 15,1-1 10-15,0 0 0 0,3-2 0 0,-1 2 0 16,0-4 0-16,1 0 0 0,0 2 10 0,-1-4-10 16,1 2 0-16,-2 0 0 0,-2-2 0 0,-1 0 0 15,0-3 0-15,-2 4 0 0,-3-3 0 0,-2 4 0 16,4-2 0-16,-1 2-12 0,1 2 12 0,2 0-13 0,1 0 13 15,0 4-12-15,0-2 12 0,1 2-12 0,0 3 12 0,2-2 0 16,-1 2-10-16,3-3 10 0,-2 4 0 0,1-4 0 16,1 0-9-16,0 1 9 0,2-4 0 0,1 0 0 15,3-2 0-15,1 1 0 0,1-2 0 0,1-2 0 16,1 1 0-16,-1-4 0 0,0 1-16 0,-1 0 4 16,1-2 1-16,0-2 0 0,-2 0 1 0,-1-1 0 15,1 3 0-15,0-1 0 0,0 1 10 0,0-1 0 16,0 1 0-16,-1 0 0 0,1 2 0 0,0-1 0 15,0 2 0-15,0 0 0 0,0 2 0 0,1-1 0 16,0-1 0-16,-1 2 8 0,1-2-8 0,0 2 0 16,0-1 8-16,-2-2-8 0,2-1 0 0,1-1 0 15,-2-2 0-15,2-1 0 0,-1-4 0 0,1-5 9 16,-1-1-9-16,1-1 0 0,-2-2 10 0,1 0-10 16,2 1 8-16,-1 1-8 0,-1 1 12 0,1 0-2 0,1 4-1 0,-2-1 0 15,2 3-9-15,-2 0 12 0,0 0-12 0,-2-3 12 16,-3-5-12-16,-2-3 0 0,3-5 0 0,0-10-746 15,0-12-149-15</inkml:trace>
  <inkml:trace contextRef="#ctx0" brushRef="#br0" timeOffset="91865.23">21135 12906 172 0,'-2'0'8'0,"0"0"1"0,1-2-9 0,0 2 0 0,0 0 0 0,-1 0 0 16,1 0 144-16,0 0 26 0,-1-3 6 0,-2 2 0 0,0 1-122 0,2 0-25 16,-2 0-5-16,1-2 0 0,2 0-13 0,-2 2-3 15,1 0 0-15,1 0 0 0,1-2 51 0,-1 2 9 16,0 0 3-16,-1-3 0 0,2 2 34 0,0-1 7 16,-1 2 2-16,0 0 0 0,1-4-24 0,0 4-5 15,0 0-1-15,0 0 0 0,0 0-48 0,0 0-11 16,0 0-1-16,0 0-1 0,0 0-23 0,0 0 0 15,0 0 0-15,0 0 0 0,0 0 0 0,23 0 0 16,-15 0-9-16,-1 1 9 0,2-1 0 0,0 3 0 16,0-1 0-16,3-2 0 0,-3 1 0 0,0 2 0 15,0-1 0-15,-1 2 0 0,1 0 0 0,0-1 0 16,1 2 8-16,-2 2-8 0,1-1 8 0,0-1-8 16,0 0 0-16,0 2 8 0,1-2-8 0,1 1 0 0,-2-1 0 15,-1 0 0-15,1-1 0 0,0-2 0 0,-1 2 0 0,1-2 0 16,0 0 0-16,-2 0 8 0,1-1-8 0,-2-1 8 15,1 2 7-15,-1-2 1 0,-2 1 0 0,0 1 0 16,-1-2 5-16,0 2 2 0,1 0 0 0,-2-2 0 16,2 0-10-16,0 0-1 0,2 0-1 0,-1 0 0 15,1-2-11-15,0 0 0 0,3 2 0 0,-1-5 0 16,3 2 0-16,1-1 0 0,0-2 0 0,0 2 0 16,2-2 0-16,0 0 0 0,-1 2 0 0,1-2 0 15,-2 3 0-15,0 0 0 0,0 0 0 0,-1 3 0 16,0 0 0-16,-1 0 0 0,1 0 0 0,0 3 0 15,-1-2 0-15,0 1 0 0,0 1 0 0,0 1 0 16,-2 2 0-16,0-4 0 0,0 2 0 0,0 0 8 0,0-2-8 0,1-1 0 16,2 2 0-16,2-1 0 0,-2-2 0 0,1 0 0 15,-1-2 0-15,2-1 0 0,-1 0 0 0,1 0 0 16,-1 2 0-16,-1-3 0 0,0-1 8 0,-1 2-8 16,0 3 0-16,-2-4 8 0,1 1-8 0,-3 3 0 15,3 0 0-15,-2 0 8 0,1-2-8 0,-1 4 0 16,-1-2 9-16,0 3-9 0,1-3 0 0,0 0 8 15,2 0-8-15,-1 1 0 0,1-1 0 0,2 3 0 16,0-3 0-16,3 0 0 0,-1 0 0 0,4-3 0 16,0 2 0-16,1-2 0 0,1 3 0 0,0-3 0 15,0 3 0-15,1-3 0 0,0 1 0 0,-2 0 0 16,-3 2 0-16,-1 0 8 0,-2 0-8 0,1 0 11 16,-2 0-11-16,0 0 12 0,0 0-1 0,0 0 0 0,-2 0 0 15,1 0 0-15,-2 0-11 0,2 0 0 0,0 0 9 0,-1 0-9 16,2-2 0-16,-1 1 0 0,0 1 0 0,0 0 0 15,-1-3 0-15,3 1 0 0,1 1 0 0,0-2 0 16,-1-1 0-16,0 2 0 0,2-2 0 0,-1-1 0 16,2 2 0-16,-2-1 14 0,-2 0-3 0,0 2-1 15,-1-2-1-15,-3-1 0 0,1 4 0 0,-2-2 0 16,-1 0 5-16,0 3 1 0,-2 0 0 0,0-3 0 16,-1 6-15-16,1-3 0 0,-2 1 8 0,0 1-8 15,2 1 0-15,-1-2 0 0,3 4 0 0,0-1-10 16,1-1-2-16,1 4-1 0,1-1 0 0,1-3 0 15,1 4 3-15,1-2 1 0,1 1 0 0,-1-3 0 0,0 1 9 16,-1-1 0-16,0-2 0 0,0-1 0 0,-1 2 0 0,-2-2 0 16,1 0 0-16,-3-2 0 0,1 1 0 0,-2-2 0 15,2 3 0-15,-4-4 0 0,-1 4 14 0,1-3-2 16,-2-2 0-16,0-1 0 0,0-2 5 0,2-2 1 16,-1-2 0-16,2-7 0 0,1-3-18 0,3-6 0 15,0-1-11-15,2-3 11 0,1-1-28 0,-1 3 0 16,-1-1 1-16,-2 3 0 0,1 2 3 0,-4 3 0 15,2 1 0-15,-2 1 0 0,-2 3 24 0,0 0-10 16,-1 1 10-16,-2 3 0 0,-1 0 0 0,0 2 0 16,-1 0 0-16,-1 3 0 0,1-1 0 0,-1 2 11 15,0 0-3-15,0-1-8 0,2 0 11 0,0-1-11 16,1-2 10-16,0-1-10 0,2 0 0 0,-1 0 0 16,1-3-8-16,0 4 8 0,-1-4-20 0,0 3 2 0,0-3 1 15,-1 1 0-15,1 3 7 0,-3-1 2 0,2 0 0 0,-2 3 0 16,0-1 8-16,1 0 0 0,-1 2 0 0,0 3 8 15,1-4 0-15,-1 2 0 0,3 0 0 0,1-2 0 16,-2 2-8-16,2-2 0 0,0 0 0 0,0 1 8 16,2-1-8-16,-1-2 0 0,0-3-8 0,0 1 8 15,1 0-12-15,-1 0 2 0,0-2 1 0,-2 1 0 16,1 3-3-16,-3 1 0 0,2 0 0 0,0 3 0 16,-2-2 12-16,1 2 0 0,1 1-9 0,-1-1 9 15,0 3 0-15,1-1 0 0,0-1 10 0,-1-1-10 16,2 0 9-16,-1 0-9 0,1 1 0 0,-2 0 9 15,-1 1-9-15,1 0 0 0,-1 0 0 0,1 1 8 16,-2 1 2-16,0 0 0 0,1 0 0 0,-2-1 0 16,0 2 0-16,0-1 0 0,-1 2 0 0,-2-1 0 0,1 2-10 0,-1-4 8 15,1 4-8-15,1-3 8 0,-1 2-8 16,0-2 12-16,1-1-12 0,0 1 12 0,2 0-12 0,-1-2 0 16,0 3 0-16,1-2 8 0,1 3-8 0,-2-4 0 15,-1 4 0-15,1-6 0 0,-2 6 0 0,1-2 0 16,0 2 0-16,0 2 0 0,-2-4 0 0,1 4 0 15,-2-3 0-15,-1 3 0 0,1 0 0 0,-1 3 0 16,1-3 0-16,0 0 0 0,2 0 0 0,0 0 0 16,-1 0 0-16,1 0 0 0,-1-3 8 0,1 3-8 15,1-3 0-15,-2 3 8 0,1-3-8 0,-1 1 0 16,1 1 0-16,0-2 8 0,0 3-8 0,-1-1 0 16,-1 1 0-16,0 0 0 0,1 1 0 0,-1 2 0 15,0-3 0-15,0 3 0 0,-3 0 0 0,1-2 0 16,3 1 0-16,-2 1 0 0,0-3 0 0,-1 1 0 0,2 2 0 15,0-3 0-15,0 0 0 0,0 0 0 0,-1 0 0 16,1-3 0-16,-1 2 0 0,1-2 0 0,-1 3 0 0,1-3 0 16,-1 0 0-16,-2 3 0 0,1-2 0 0,-3 1 0 15,0 1 0-15,1-3 0 0,-2 3 0 0,1-1 0 16,0 1 0-16,0 0 0 0,0 0 0 0,-1 0 0 16,-1 0 0-16,2 1 0 0,-1-1 0 0,1 0 0 15,1-1 0-15,-2 1 0 0,2 0 8 0,2 0-8 16,1 1 0-16,2-1 0 0,-2 0-14 0,1 0 5 15,0 0 9-15,2 0 0 0,1 0 0 0,1 0 0 16,-1 0 0-16,0 0 0 0,-1-1 0 0,1 1 0 16,0-3 0-16,0 3 0 0,0 0 0 0,-1 0 0 0,0 0 0 0,-2 0 9 15,2 0-9-15,-3 3 0 0,0-2 0 0,-1 2 0 16,0 0 0-16,-1 0 0 0,-1-2 0 0,1 1 0 16,-1 1 0-16,1-2 0 0,0 2 0 0,-1-3 0 15,1 0 0-15,0 0-9 0,0 0 9 0,1-3 0 16,0 3-9-16,-1-1 9 0,2-2 0 0,-1 3 0 15,1 3 0-15,-1-3 0 0,0 0 0 0,-2 1 0 16,0 2 0-16,-3-3 0 0,2 2 0 0,-2 2 0 16,0 0 0-16,-1-1 0 0,-1 2 0 0,1-1 0 15,2 0 0-15,0 1 0 0,2-4-10 0,0 1 10 16,1-1-13-16,1-1 5 0,1 2-10 0,1-2-2 16,-1 1 0-16,0-1 0 0,2 2 8 0,-2-2 0 15,0 0 1-15,-1-2 0 0,0 2 11 0,0-1 0 0,-2 1 0 16,0 1-8-16,-1-1 8 0,-1 0 0 0,-2 2 0 15,-2 0 0-15,1 3 0 0,-2-4 0 0,3 4 0 0,-1-1 8 16,2 2-8-16,-2-3 0 0,2 1 0 0,0 1-8 16,2-1 8-16,0-4 0 0,1-3 0 0,-1 2 0 15,3 1 0-15,2-2 0 0,3 2 0 0,0-4 0 16,-1 4-8-16,-1-4 0 0,1 2 0 0,1 2 0 16,-1-4 8-16,1 4 0 0,-1-2 0 0,1 2 0 15,0 0 0-15,-2 0 0 0,2 0 0 0,-2 0 0 16,0 2 0-16,-1 2-8 0,1-2 8 0,-4 2 0 15,3 2 0-15,-3-2 0 0,2 2 0 0,1 0-8 16,0 0 8-16,0-2 0 0,1 2 0 0,0 0-8 16,2 1 8-16,-1-4 0 0,0 1 0 0,1 1-8 0,1-1 8 15,-2-2 0-15,1 4 0 0,0-1 0 0,1 1 0 0,0-1 0 16,-2 2 0-16,2-4 0 0,2 1 0 0,-1 1 0 16,-1-1 0-16,1 2 0 0,1-2 0 0,-1-1 0 15,0 2 0-15,1-1 0 0,0 0 0 0,-1 2 0 16,-1-4 0-16,0 4 0 0,2 2 0 0,-2 1 0 15,0 0 0-15,1 1 0 0,-1 3 0 0,3-5 0 16,-2 6 0-16,3 1 0 0,0-4 0 0,-2 4 0 16,4-3 0-16,-1 2 0 0,2 1 0 0,0-3 0 15,1 0 0-15,-2-1 0 0,2 4 0 0,1-2 0 16,-1-1 0-16,0-1 0 0,0 4 0 0,-1 1 0 16,1 3 0-16,-1-3 0 0,-1 2 0 0,1 2 0 15,-2 1 8-15,0 3-8 0,0 3 0 0,0 1 0 0,-2-2 0 0,1 3 8 16,0 3-8-16,1 5 0 0,-1 1 8 15,1-3-8-15,2-1 11 0,2-3-3 0,1 1 0 0,1-1 0 16,4-1-8-16,0-1 0 0,1-5 0 0,1 1 0 16,2 3 0-16,-3-4 0 0,1 1-12 0,0-1 12 15,0 5-31-15,0-6 2 0,3 2 0 0,1 0-874 16</inkml:trace>
  <inkml:trace contextRef="#ctx0" brushRef="#br0" timeOffset="97431.6">21862 15562 1710 0,'-6'10'37'0,"1"-4"8"0,0 1 2 0,1-4 1 0,3 0-38 0,1-1-10 0,-1-2 0 0,0 2 0 16,-1 0 42-16,0 2 6 0,1-2 2 0,1-2 0 0,1 0-34 15,0-4-8-15,3 0 0 0,-3-3-8 0,2 0 0 0,-1-3 0 16,1-2 0-16,-2-1 0 0,0-2 0 0,-1 2 0 16,0-3 0-16,-1-3 0 0,1-1 0 0,-1-2 16 15,1-1-1-15,-2-1-1 0,1-1 0 0,1 3 0 16,0 0 0-16,0 0 0 0,1-1-5 0,-1 1-1 15,2 0 0-15,-2 1 0 0,1 1-8 0,0 2 10 16,0-2-10-16,1 2 10 0,-1 1-2 0,-1 1 0 16,2-2 0-16,0 1 0 0,1-1-8 0,1-3 12 15,-2 1-12-15,1-5 12 0,1 2-12 0,-1-6 0 16,0 1 0-16,2-3 8 0,0-1-8 0,0 3 0 16,0-1 0-16,-2-1 0 0,1 2 0 0,-2 3 0 15,1 2 0-15,-1 1 0 0,1 3 0 0,-2-1 0 16,-1 5 0-16,-2 3 0 0,2 0 0 0,-3 4 0 0,1-1 9 15,-2-2-9-15,2 5 22 0,-1-2 0 0,1 2 0 0,0-2 0 16,1 3-4-16,-1-4-1 0,0 4 0 0,1-4 0 16,2 2-17-16,-1-2 0 0,0-3 0 0,2 1 0 15,-1-2 0-15,1-2 0 0,0 4 0 0,0-4 0 16,-1 1 0-16,1 1 0 0,-4 0 0 0,4 0 0 16,-2 2 0-16,0 2 0 0,0-3 0 0,-2 5 0 15,2 0 0-15,-2 0 0 0,1 1 0 0,1 0 0 16,0 1 0-16,1 1 0 0,-1-1 9 0,1-1-9 15,-1 1 9-15,1 1-9 0,1-1 8 0,-2-3-8 16,1 2 0-16,-2 1 0 0,1 0 0 0,0 0 0 16,0 1 0-16,-2-3 0 0,2 2 0 0,-1-3 0 0,1 2 0 15,0-2 0-15,1-1 0 0,2-3 0 0,-1 0 0 16,3 1-9-16,0 0 9 0,0-1 0 0,1 3 0 0,-1-2 0 16,1-2 0-16,-1 2 0 0,0 1 0 0,0 0-8 15,0 2 8-15,-1 3 0 0,0-1 0 0,-2 0 0 16,-1 1 0-16,1 4 0 0,-1-2 0 0,0 0 0 15,-1 3 0-15,-1 0 9 0,1 1 9 0,-3 0 2 16,2-3 0-16,0 3 0 0,-2-1 0 0,2 1 1 16,0 0 0-16,0 0 0 0,1 0-12 0,0 0-9 15,0 0 12-15,0 0-12 0,0 0 0 0,0 0 0 16,0 0 0-16,0 0 0 0,0 0 0 0,0 0 0 16,0 0 0-16,0 0 0 0,0 0 0 0,-15 17 0 15,10-5-10-15,0 1 10 0,-3-1 0 0,1 5-11 16,0-3 11-16,-3 6-8 0,1-4 8 0,0-1 0 0,2-1 0 0,0-4-8 15,0-2 8-15,4 2 0 0,-2-4 0 16,2 1 0-16,0-1 0 0,0-4 0 0,-1 2 0 0,2 0 0 16,2-2 0-16,-3 2 0 0,1-4 0 0,1 2 0 15,1-2 0-15,0 0 0 0,0 0 0 0,0-2-12 16,1 2-3-16,1-4-1 0,1 2 0 0,1-6 0 16,2 2-30-16,1-3-6 0,1-3-2 0,0 0 0 15,2-2-1-15,-1 2 0 0,0-4 0 0,-2 1 0 16,0 2 28-16,1 2 6 0,-2 0 1 0,-1 4 0 15,0 0 20-15,-3 4 0 0,0 0 0 0,-1 3 8 16,0 0 28-16,-1 0 4 0,0 0 2 0,0 0 0 16,1 3 7-16,-1-2 2 0,0 1 0 0,3 1 0 0,-2 1-15 15,-1-4-4-15,0 0 0 0,10 16 0 0,-4-8-2 16,-1 2-1-16,1 0 0 0,3-1 0 0,2-2-1 16,3-1-1-16,0 3 0 0,0-5 0 0,0 2-18 0,-1 0-9 15,2 0 10-15,1 1-10 0,1-1 0 0,3 1 0 16,4-1 0-16,3 1 0 15,4-1-127-15,6-4-31 0</inkml:trace>
  <inkml:trace contextRef="#ctx0" brushRef="#br0" timeOffset="99098.2">25396 16450 230 0,'2'8'10'0,"-4"-3"2"0,1 1-12 0,1-2 0 16,0-2 0-16,1 2 0 0,1-2 376 0,1 2 72 15,1 3 14-15,2 4 3 0,3-1-343 0,2 0-69 16,0-1-13-16,1-3-4 0,1 1-12 0,0 0-2 0,0-5-1 15,0 2 0-15,2-2-12 0,0 2-9 0,2-1 12 16,1 0-12-16,1 1 8 0,1 0-8 0,0 1 0 0,2-2 0 16,3 0 19-16,1-2 0 0,1 1 0 0,2 0 0 15,-3-2-6-15,1 0-1 0,0-2 0 0,-1-1 0 16,-1 0 5-16,-2-3 1 0,1 2 0 0,-1-1 0 16,1 1 2-16,0-3 0 0,2 2 0 0,-1 2 0 15,0-1 1-15,-3-1 1 0,-1 4 0 0,0-2 0 16,0 2-5-16,-1 1-1 0,2 0 0 0,-1 0 0 15,0 4-2-15,-2-3-1 0,1 1 0 0,1 1 0 16,0-3-13-16,0 4 0 0,1-4 0 0,0 2 0 16,3-2 0-16,0 0 0 0,1 0 0 0,0 0 0 15,-3-2 0-15,2 2 0 0,1-3 0 0,-2 2 0 16,0-2 9-16,-2 0-9 0,-2 0 8 0,-1 2-8 0,-2-1 18 0,-1 2-2 16,0-3 0-16,-4 3 0 0,1 0-4 0,-1 0-2 15,-1 3 0-15,-1-3 0 0,2 0-10 0,-2 2 0 16,3-2 0-16,-1 1 0 0,2 2 0 0,-2-3 0 15,2 0-11-15,-1 0 11 0,2 0 0 0,1-3-10 16,-1 0 10-16,0-1 0 0,-2-1 0 0,1 1 0 16,0-2 0-16,-3 0 0 0,-1 2 0 0,0-2 0 15,-3 4 0-15,-2-2 9 0,0 1-9 0,-3 2 8 16,0 1-8-16,-2-2 8 0,0 2 4 0,-2 0 0 16,1 0 0-16,-1-3 0 0,-2 2-2 0,-2-2 0 15,1 2 0-15,-1-5 0 0,-1 0-10 0,1-3 0 16,-1-1 0-16,1-2 0 0,-1-2 0 0,1-3-16 15,1 0 3-15,0-2 0 0,0-3 4 0,2-3 1 16,-1 3 0-16,-1 0 0 0,1 1 8 0,1-2 0 0,-1 4 0 16,0-1-8-16,-1-1 8 0,0 1 0 0,0 1 0 0,-1 1 0 15,0 2 0-15,0 0 0 0,0 0 0 0,0 1 0 16,-1 1 0-16,1-2 0 0,1 4 0 0,-1-3 0 16,1 1 0-16,0-1-8 0,0-2 8 0,3-1-8 15,-1-5-5-15,2 1-1 0,2-3 0 0,2-1 0 16,-1 2-8-16,2-1-2 0,2 0 0 0,-2 2 0 15,1 2 1-15,-2 5 0 0,1 0 0 0,0 3 0 16,-2 3 12-16,0 4 3 0,-1 2 0 0,-2 2 0 16,1 2 8-16,-2 0 12 0,1 0-2 0,-1 0-1 15,-2 2 11-15,0 2 3 0,-1 0 0 0,0 2 0 16,-2 3-10-16,1 1-1 0,1 2-1 0,-1 0 0 0,-1 2-3 16,1-2-8-16,1 3 12 0,2-1-4 0,-1-2-8 15,1-2 0-15,1 2 0 0,-1-2 0 0,1 0 0 0,-3 1-11 16,3-1 3-16,-3 0 0 0,-2 0-11 0,1-1-1 15,-1 0-1-15,-2 0 0 0,2-4-25 0,-2 1-5 16,3-1-1-16,0-5 0 16,2 0-26-16,2-5-6 0,3-2 0 0,2-6-1 15,6-6-159-15,3-6-32 0,3-4-7 0,4-3-1 16,-2 1 140-16,2-1 27 0,1 4 5 0,-3-1 2 0,0 7 79 0,-2 0 16 16,0 3 3-16,-2 7 1 0,0 2 127 0,-1 4 24 15,-1 2 6-15,0 3 1 0,-1 3 23 0,0 1 5 16,1 3 1-16,-1 0 0 0,3 2-36 0,-1 2-6 15,3 1-2-15,1 2 0 0,2 3-34 0,2 0-7 16,1 2-2-16,0-2 0 0,0-4-49 0,2 2-11 16,1-6-1-16,0-1-1 15,3-4-134-15,-1-5-26 0,2-6-6 0</inkml:trace>
  <inkml:trace contextRef="#ctx0" brushRef="#br0" timeOffset="106631.28">21224 13930 921 0,'-5'6'82'0,"0"2"-66"0,2-6-16 0,0 2 0 15,1-2 88-15,0-2 13 0,1 0 3 0,-1 2 1 16,-3 0-62-16,-3 1-13 0,1-3-2 0,-1 0-1 16,2-5-27-16,0 1 8 0,2-2-8 0,1-4 0 15,-1-3 8-15,2-3-8 0,0-2 8 0,1-2-8 16,0-2 50-16,-2-3 5 0,1-1 1 0,1 1 0 0,-1-3 7 0,1-3 1 15,0 1 1-15,-2 2 0 0,2-3-30 0,0 2-7 16,0 1 0-16,-2 2-1 0,-2 1-27 0,2 1 0 16,-2 1 8-16,0 5-8 0,1 2 0 0,0 2 0 15,-1 2 0-15,3-1 0 0,-1 4 0 0,2-4 0 16,2 3 0-16,-2-2 0 0,2 0 0 0,1-1 0 16,0 3 0-16,-1-2 0 0,2-2 0 0,-3 2 0 15,1-3 0-15,-1 1 0 0,0 2 0 0,0-3 0 16,-1 2 0-16,0 3 0 0,-1-1 0 0,0 3 12 15,-3 2-4-15,2 2 0 0,1-2 15 0,-2 4 2 16,1-1 1-16,-1 2 0 0,0 1 2 0,-1 0 0 16,3 0 0-16,-1 0 0 0,1 0-14 0,-1 0-2 15,1 4-1-15,-1-4 0 0,2 2-11 0,-3 2 8 16,3-2-8-16,-3 2 8 0,2 0-8 0,-2 2 0 0,1 0 0 16,-2 3 8-16,1-3-8 0,-2 4 12 0,2 0-12 15,-1-2 12-15,3 2-12 0,-2-2 0 0,0 0 9 0,2 0-9 16,-2 0 0-16,0-1 0 0,2 1 0 0,-3 0 0 15,2 0-12-15,1-1-1 0,-1 0 0 0,1-1 0 16,-1 0 0-16,1-2 0 0,2-1 0 0,0-3 0 16,1-4-8-16,2-5-2 0,3-1 0 0,4-6 0 15,2-6-34-15,2-3-7 0,2-3-2 0,0-1 0 16,1-2 26-16,2 5 6 0,1 0 1 0,-2 4 0 16,2 4 33-16,-4 2-8 0,-5 4 8 0,1 3 0 15,-2 1 0-15,-1 6 16 0,-2-2-4 0,-2 4 0 16,0 4 20-16,-2-2 4 0,2 4 1 0,-3 1 0 15,-1 0 19-15,2 3 3 0,-2 1 1 0,0 0 0 0,1 4-9 16,3-5-2-16,0 2 0 0,-1 1 0 0,3-4-29 0,-1 0-7 16,1 1-1-16,1-4 0 0,-1 0-12 0,1-2 0 15,0 0-12-15,2-1 12 16,-1 2-100-16,1 2-12 0,1-4-4 0,1 3-796 16</inkml:trace>
  <inkml:trace contextRef="#ctx0" brushRef="#br0" timeOffset="109016.05">20974 12703 172 0,'-1'-1'16'0,"0"1"-16"0,0 0 0 0,-1 0 0 16,2 0 200-16,-1 1 38 0,0-1 7 0,-2 0 2 15,0 2-88-15,0-2-18 0,1 2-3 0,-1-2-1 0,2 0-46 16,0 0-10-16,1 1-1 0,2-1-1 0,1-1-43 16,2 1-8-16,3-4-1 0,4 2-1 0,2-4-26 0,5 0 0 15,4-1 0-15,3-5 0 0,5 2 0 0,3-3 0 16,-1 4 0-16,2-4 0 0,-1 6 0 0,-3 1 0 15,-2 1 0-15,-3 1 0 0,0 2 0 0,-3 2 0 16,2 0-8-16,-2 2 8 0,-2-2 0 0,-1 4 0 16,-3 1 0-16,0-1 0 0,-4 2 0 0,0 0 0 15,-5 1 0-15,0 2 0 0,-5-3 0 0,2 0 0 16,-4 1 10-16,1-1-10 0,-4-3 0 0,1 1 0 16,-2 2 0-16,-4-3-568 15,-1 3-119-15</inkml:trace>
  <inkml:trace contextRef="#ctx0" brushRef="#br0" timeOffset="116982.46">20971 11718 230 0,'1'0'20'16,"-1"0"-20"-16,0 0 0 0,0 0 0 15,1 0 213-15,-1 0 39 0,1-3 7 0,1 2 1 0,-1 1-110 0,-1-2-22 16,1-2-5-16,-1 4-1 0,0 0-30 0,0 0-5 15,0 0-2-15,0 0 0 0,-4-22-42 0,2 19-9 16,-1 1-2-16,-2 2 0 0,2 2-12 0,-2 1-4 16,-1-2 0-16,-1 4 0 0,3-1-16 0,-1-1 0 15,0 3 8-15,1-2-8 0,1 1 0 0,1-1 0 16,1 0 0-16,0-2 0 0,-1 2 0 0,0-2 0 16,-1-2 0-16,1 1 0 0,-2 2 0 0,0-1 0 15,-1-2 0-15,2 0 0 0,-2 4 0 0,0-4 0 16,0 3 0-16,1 0 0 0,1 0 0 0,-1 0 0 15,0 1 0-15,2-1 0 0,-1 0-18 0,2 0 2 16,1 3 1-16,-1-2 0 0,1-2 15 0,2 2-11 16,-1 0 11-16,1-2-10 0,1 2 2 0,0-2 0 15,-1 2 0-15,1-2 0 0,0 0 8 0,0 0 0 0,-1 1 0 0,1 0 0 16,1-1 0-16,-2 0 0 0,2 1 0 0,-2 0 0 16,2 0 0-16,0 0 9 0,1 1-9 0,0-1 0 15,0-1 0-15,-2 2 0 0,2-3 0 0,0 1 0 16,1 1 0-16,0-3 0 0,1 0 0 0,-1 0 0 15,1 0 0-15,-2-3 0 0,0 3 0 0,-1-2 0 16,-2 2 11-16,0-1-11 0,-1 1 10 0,0 0-10 16,-1 0 20-16,0 0-1 0,0 0-1 0,0 0 0 15,-1 0 8-15,1-3 2 0,-1 2 0 0,1-1 0 16,0-5-16-16,1 1-2 0,-1 0-1 0,1-4 0 16,0 1-9-16,1 0 12 0,1 0-12 0,0-1 12 0,-2 3-12 15,1-2 10-15,0 3-10 0,-1 0 10 16,0 2-10-16,-1 0 12 0,0 2-12 0,-1-2 12 0,0 2 5 0,-1 0 2 15,0 2 0-15,-2 0 0 0,-1 0 9 0,0 0 1 16,-1 0 1-16,-3 0 0 0,3 0-13 0,0-2-2 16,0-2-1-16,0-2 0 0,1 0-25 0,1-3-5 15,4-5 0-15,0-2-1081 16</inkml:trace>
  <inkml:trace contextRef="#ctx0" brushRef="#br0" timeOffset="124931.71">24532 11263 1094 0,'4'0'97'0,"-2"-3"-77"0,1 2-20 0,-1-1 0 16,1 2 135-16,-2-3 23 0,1 2 5 0,1-2 1 15,2-3-53-15,0 0-11 0,0 0-1 0,-3-2-1 16,1-1-26-16,-5 2-6 0,0 1-1 0,-2 0 0 16,-3 0-14-16,-1 2-3 0,0-1-1 0,-2 1 0 15,1 1-13-15,-1-3-2 0,3-1-1 0,-1-1 0 16,3 0-31-16,2-4 0 0,-1 2 0 0,1-5 0 15,2 2-20-15,0-5 2 0,1 5 1 0,0-6 0 16,0-1 17-16,1 2-8 0,0-4 8 0,1 2 0 16,0 1 0-16,1 3 0 0,-1-1 0 0,-1 3 0 0,2 2 0 0,-2 4 0 15,-1 2 0-15,1 0 9 0,-1 4 1 0,0-2 0 16,-1 4 0-16,1-3 0 0,0 3-1 0,-1 0 0 16,2 0 0-16,-1-2 0 0,0 2-9 0,0-1 0 15,1 1 0-15,-1 0 8 0,0 0-8 0,0 0 0 16,0 0 0-16,0 0 0 0,0 0 0 0,0 0 0 15,0 0 9-15,0 0-9 0,0 0 12 0,0 0-1 16,-22 10-1-16,15-4 0 0,-1 0-10 0,0 0 8 16,-2 4-8-16,0-1 8 0,1 1-8 0,0-1 0 15,2 0 0-15,0 1 0 0,0-3 0 0,0 5 8 16,1-5-8-16,-2 2 0 0,1 1 0 0,0-3 0 16,0 2-12-16,1-1 12 0,-1 0-24 0,-2 0 2 0,2 0 1 15,-1-2 0-15,2 0-11 0,1-2-1 0,0-3-1 16,4-2 0-16,1 0-10 0,2-6-3 0,2-2 0 0,4-8 0 15,3-1-9-15,2-4-1 0,1-1-1 0,3-5 0 16,3 1 29-16,-1-2 5 0,-2 3 2 0,0 4 0 16,1 4 22-16,-2 1 0 0,-5 5-9 0,0 5 9 15,-2 0 17-15,-3 7 7 0,-1-2 2 0,-3 4 0 16,1 0 24-16,-1 0 5 0,1 2 1 0,-2 2 0 16,1 0-13-16,-1 0-3 0,2 3 0 0,2 1 0 15,1-3-24-15,1 2-4 0,1-2-2 0,1 0 0 16,3-2-10-16,0-2-9 0,3 0 9 0,2-3-719 15,6-3-136-15</inkml:trace>
  <inkml:trace contextRef="#ctx0" brushRef="#br0" timeOffset="127164.74">21981 11310 115 0,'-4'3'10'0,"2"0"-10"16,1-2 0-16,-1-1 0 0,1 0 211 0,-1 3 40 15,-2-1 8-15,-2 2 1 0,-1 2-100 0,-1 0-21 16,-1 0-4-16,1-2-1 0,-1 2-33 0,1-3-6 15,2 0-2-15,-1 4 0 0,1-4-24 0,-1 1-5 16,3 2 0-16,-3 0-1 0,0 3-25 0,0 1-5 16,-1-1-1-16,2 2 0 0,-2 1-22 0,0 0-10 0,-1 3 8 0,1-1-8 15,-1 1 0-15,0-2 0 0,-1 2 0 0,2 1 0 16,-1-2 0-16,-1 1 0 16,1 1 0-16,1-3 0 0,-1 2-11 0,-1 1 3 0,2-3 0 0,-2-3 0 15,5-1-28-15,0-4-4 0,2-1-2 0,3-4-582 16,3-2-116-16</inkml:trace>
  <inkml:trace contextRef="#ctx0" brushRef="#br0" timeOffset="127349.03">21924 11310 1652 0,'3'1'73'0,"-2"-1"15"0,0 0-70 0,-1 0-18 0,0 2 0 0,0-2 0 16,1 3 98-16,-1 1 16 0,1-1 3 0,1 6 1 15,-1 1-36-15,1 0-7 0,1 0-2 0,1 1 0 0,2-1-41 0,1 0-9 16,3-1-2-16,1 1 0 0,4 2-21 0,1 0 0 15,3-1 0-15,4 4 0 0,-1-2-10 0,3 2 0 16,5 5 0-16,0 1 0 16,2-2-110-16,0 0-23 0</inkml:trace>
  <inkml:trace contextRef="#ctx0" brushRef="#br0" timeOffset="128383.34">25555 11521 979 0,'-2'0'43'0,"1"0"9"0,1 0-41 0,-1 0-11 16,1 0 0-16,0 0 0 0,1 0 101 0,0 0 19 15,-1 0 3-15,2 0 1 0,-2-2-84 0,0 2-16 16,0 0-3-16,0 0-1 0,0 0 9 0,0 0 2 16,0 0 0-16,0 0 0 0,0 0 10 0,0 0 3 0,0 0 0 0,0 0 0 15,0 0-16-15,0 0-2 0,0 0-1 0,0 0 0 16,0 0-11-16,0 0-2 0,7-20-1 0,-6 19 0 16,0-1-3-16,-1 2 0 0,0 0 0 0,0 0 0 15,-1 0-8-15,1 0 0 0,-1 0 9 0,-1 2-9 16,-1-2 12-16,1 0-1 0,2 0-1 0,0 0 0 15,0 0-10-15,0 0 0 0,0 0 9 0,0 0-9 16,0 0-30-16,0 0-10 0,0 0-3 0,0 0 0 31,0 0-142-31,-3-23-29 0,4 20-6 0,2-1-188 0,-2 2-39 0</inkml:trace>
  <inkml:trace contextRef="#ctx0" brushRef="#br0" timeOffset="128815.25">25561 11462 680 0,'3'0'30'0,"-3"0"6"0,0 0-28 0,0 0-8 0,0 0 0 0,0 0 0 15,0 0 172-15,-1 2 34 0,0-2 6 0,-1 0 2 16,-1 2-59-16,3-2-12 0,0 0-3 0,0 0 0 15,0 0-39-15,-20 3-8 0,17-2-1 0,0-1-1 0,1 0-64 0,-1-1-13 16,3 1-2-16,1-1-1 0,-1 1-25 0,0-2-5 16,0 2-1-16,0-2 0 0,2 2 8 0,-2 0 2 15,0 0 0-15,0 0 0 0,0 0 10 0,0 0 0 16,0 0 0-16,0 0 0 0,0 0 8 0,0 0 4 16,0 0 1-16,0 0 0 0,0 0 11 0,-21 4 3 15,16 0 0-15,1-1 0 0,0 2-6 0,1-1-1 16,0 2 0-16,1-3 0 0,-1 2-20 0,1 0 0 15,0 1 0-15,1-2 0 0,-1 2 0 0,-1 1 0 16,1 2 0-16,-2-1 0 0,-2 2-14 0,0 0-1 16,-1 0 0-16,0 0 0 0,2-1-24 0,0-1-5 0,0 2 0 15,1-4-1-15,1 1-6 0,0-4-1 16,2-3 0-16,0 3 0 0,2-6 12 0,0 1 1 0,3-2 1 16,0-2 0-16,2-4 3 0,3-2 1 0,2-1 0 15,0-3 0-15,2 0 22 0,0-4 4 0,-1 3 8 0,1 1-13 16,-2 2 13-16,-1 0 12 0,-1 4-3 0,-2 1 0 15,-1 2 34-15,-1 3 6 0,-2-1 2 0,1 4 0 16,-3-2 11-16,2 3 2 0,-3 0 1 0,0 0 0 16,1 0-5-16,-1 3-2 0,0-3 0 0,0 0 0 15,1 0-18-15,1 0-3 0,-2 0-1 0,0 0 0 16,0 0-22-16,0 0-5 0,18 10-1 0,-12-8 0 16,3 3 1-16,0 4 0 0,-1-1 0 0,1 0 0 15,1 2 2-15,-2 1 0 0,1 0 0 0,2 1 0 16,-2 3-11-16,1-3 12 0,-2 2-12 0,2-2 12 15,-2 2-96-15,0 1-18 0,1 1-4 0</inkml:trace>
  <inkml:trace contextRef="#ctx0" brushRef="#br0" timeOffset="132248.63">20726 10601 518 0,'1'-1'46'0,"-1"0"-37"0,0 1-9 0,0-3 0 16,1 3 247-16,-1 0 47 0,0 0 10 0,0 3 1 0,-1-3-121 0,1 0-24 16,-1 0-4-16,1 0-2 0,0 0-89 0,0 0-17 15,0 0-4-15,0 0-1 0,0 0-43 0,0 0 0 16,0 0 0-16,0 0 0 0,0 0-16 0,0 0 4 15,0 0 0-15,0 0 1 0,0 0 11 0,0 0 0 16,0 0 0-16,0 0 8 0,0 0 8 0,0 0 3 16,0 0 0-16,0 0 0 0,0 0 7 0,0 0 2 15,0 0 0-15,0 0 0 0,0 0-8 0,15 16-2 16,-9-16 0-16,0 2 0 0,-1-1-7 0,1 2-2 16,-1-3 0-16,0 2 0 0,1-2-1 0,-1 2-8 15,0 0 12-15,-1-2-4 0,1 1-8 0,0 1 0 16,0 1 9-16,0-1-9 0,0 3 0 0,0-2 0 15,1 0 0-15,-1 0 8 0,1 1-8 0,0-1 0 0,0-1 0 16,0 2 0-16,2-4 0 0,-1 0 0 0,2 0 0 0,-2 0 0 16,-1 0 0-16,2 0 0 0,-2-3 0 0,2 2 0 15,-2-1 8-15,-1 2-8 0,0-3 10 0,-3 2-10 16,1 1 12-16,-2 0-4 0,0 0-8 0,0 0 12 16,0 0-12-16,-2 0 9 0,2 0-9 0,1 0 8 15,-1 1-8-15,1-1 0 0,-2 0 0 0,0 0 0 16,0 0-9-16,0 0 9 0,21-10 0 0,-13 7 0 15,-1 0-9-15,-1-1 9 0,3-1 0 0,-1 2-9 16,-1-1 9-16,-1 0 0 0,0 2 0 0,0 2 0 16,1-3 0-16,-2 2 0 0,-2 2 0 0,1-1 0 15,-1 3 0-15,-1-3 0 0,2 2 0 0,-1-1 0 0,-1 2 0 16,1-1 0-16,1 0 0 0,0 0 8 0,-1-1-8 16,1 2 0-16,1-1 0 0,-1 0 0 0,0 0 0 0,1 1 0 15,-1-3 0-15,1 0 0 0,2 1 0 0,-1-1 0 16,0 0 0-16,0 0 0 0,0-1 0 0,-1 1 0 15,0 0 0-15,0 0 0 0,0 3 0 0,3-3 0 16,-4 3 0-16,1-3 0 0,2 0 0 0,-2 1 0 16,-1 1 0-16,3-2 0 0,-2 0 0 0,0-2 0 15,1 2 0-15,0 0 0 0,-1-1 0 0,2 1 0 16,1-3 0-16,-2 0 0 0,1 0 0 0,1-1 0 16,-2 2 0-16,0-1 0 0,0 2 0 0,-1 1 0 15,0-2 0-15,-1 0 0 0,2 0 0 0,-2 2 0 16,1 0 0-16,-2 0 0 0,0 0 0 0,1 2 0 15,-2-2 0-15,2 0 8 0,-2 2-8 0,2 0 0 16,-2-1 0-16,2 1 0 0,-1 1 0 0,0-3 0 16,1 2 0-16,0 0 0 0,-1-2 0 0,1 0 0 0,1 0 0 0,-1 0 0 15,1 0 0-15,0 0 0 0,0-2 0 0,0 0 0 16,0 0 0-16,0 1 0 0,-2-1 8 0,1 1-8 16,1 1 8-16,-3-2-8 0,2 2 10 0,-3 0-10 15,2 0 9-15,-1 0-9 0,1 0 8 0,-1 0-8 16,-1 0 0-16,2 0 0 0,-2 2 8 0,0-2-8 15,-1 0 0-15,2 0 0 0,-1 1 0 0,-1-1 0 16,0 0 0-16,0 0 0 0,0 0 0 0,0 0 0 16,0 0 0-16,0 0 0 0,0 0 0 0,0 0 0 15,0 0-10-15,0 0-4 0,0 0-1 0,13-17-772 16,-14 11-154-16</inkml:trace>
  <inkml:trace contextRef="#ctx0" brushRef="#br0" timeOffset="133775.65">27292 13186 1036 0,'-3'0'92'0,"2"0"-73"0,1 0-19 0,0 0 0 16,0 0 109-16,0 2 19 0,0-2 3 0,0 3 1 15,0-3-58-15,1 3-11 0,-1 0-3 0,0-3 0 16,0 0-10-16,0 0-2 0,0 0-1 0,0 0 0 16,0 0-5-16,0 0-1 0,0 0 0 0,0 0 0 15,0 0-9-15,4 20-1 0,-4-20-1 0,0 0 0 0,0 0-22 0,0 0-8 16,0 0 0-16,-1 0 9 0,1 2-1 0,-3-2-8 15,1 4 12-15,-3-4-4 0,0 3 16 0,-2 2 4 16,-3-1 0-16,-4 2 0 0,-2 4-14 0,-4-1-2 16,1 1-1-16,-2 2 0 0,2 4-11 0,-2-2 0 15,5 1 0-15,-1 1 0 0,2 0 0 0,1-4 0 16,3 2 0-16,2-6 0 0,3 0 0 0,1-2 0 16,3-1 0-16,2-4 0 0,0-1 0 0,2 0-12 15,3-1 4-15,1-2 8 0,3 0-12 0,1-2 12 16,3 0-12-16,2-4 12 0,1 3-9 0,0-4 9 15,2 4 0-15,-2 0 0 0,1 0 0 0,2 2 0 16,-1 4 0-16,0-3 0 0,-2 6 0 0,0-3 0 16,-1 4 0-16,-2-2 0 0,-2 2 0 0,0-2 0 15,-1 2 0-15,0-2 0 0,-2 0 0 0,-3 1 0 16,0-1 0-16,-3-2 0 0,-1 0 0 0,-1 0 0 0,-1 0 8 0,0-3-8 16,-2 3 16-16,-2-4 0 0,-1 2 0 0,-4-2 0 15,-1-2 0-15,-2 0 0 0,-1 0 0 0,-2-3 0 16,-1 3-30-16,-2 0-6 0,-1-2 0 0,2 2-1 15,2 0-8-15,1-3-2 0,2 4 0 0,5-3 0 16,0 1-2-16,2 1-1 0,4-1 0 0,2-2 0 16,2 5 17-16,2-2 3 0,2 0 1 0,1 0 0 15,1 0 13-15,3 0 10 0,0 2-2 0,1-1 0 16,1 1 27-16,-1 0 5 0,-1 4 0 0,-2-2 1 16,-2 2-9-16,-2 0-3 0,-1 0 0 0,-4-1-705 15,-2-2-142-15</inkml:trace>
  <inkml:trace contextRef="#ctx0" brushRef="#br0" timeOffset="134699.69">21866 10633 288 0,'2'-3'25'0,"0"1"-25"0,0 1 0 0,-1-1 0 16,2 0 185-16,-2 2 32 0,0 0 7 0,2-2 0 16,0 2-88-16,2-4-19 0,0 2-3 0,0-1-1 15,-2 2-14-15,1 1-3 0,-2 0-1 0,-1 0 0 16,2 0-19-16,-1 0-3 0,-1-2-1 0,2 2 0 15,1 0-16-15,-2 0-3 0,2-3-1 0,1 3 0 16,-2-1-20-16,2 1-5 0,3 0-1 0,0 0 0 0,2 1-17 16,4 2-9-16,1-3 10 0,0 2-10 0,1-2 8 0,-1 4-8 15,2-2 0-15,-2 2 9 0,0-2-9 0,-2 3 0 16,2 0 0-16,-1 2 0 0,-1-1 13 0,0-3 1 16,0 4 0-16,-2-6 0 0,0 4 6 0,-2-5 2 15,0 3 0-15,-1-3 0 0,0 0-12 0,-1-3-2 16,3-2-8-16,-2 0 12 0,-1-1-12 0,0 0-8 15,0-1 8-15,-1 1-13 16,0-3-138-16,-4 3-27 0,0 0-6 0</inkml:trace>
  <inkml:trace contextRef="#ctx0" brushRef="#br0" timeOffset="135498.94">21381 11254 1836 0,'-1'3'81'0,"2"-3"17"0,-1 0-78 0,0 0-20 0,0 0 0 0,0 0 0 16,1 2 59-16,-1-2 8 0,2 0 1 0,-1 4 1 15,-1-2-17-15,0-2-3 0,0 0-1 0,0 0 0 16,0 0-16-16,-3 22-3 0,2-12-1 0,0 3 0 16,0 3-20-16,-2 4-8 0,2 1 0 0,-1 5 9 15,-2-2-9-15,0 5 0 0,-1-1 0 0,1 1 0 16,1-1 0-16,-2-6 0 0,4-3 0 0,-2-5 0 16,3-6-13-16,0-2 1 0,0-4 1 0,0-2 0 15,0-2-33-15,0 0-6 0,0 2-2 0,-2-4 0 16,-1 2-32-16,-1-2-6 0,2-2-2 15,2 6 0-15,0 0-44 0,-16-19-8 0,8 13-3 0,2 0 0 16,0-2 64-16,0 4 13 0,0-4 2 0,1 2 1 0,1 0 83 0,2-3 16 16,-2 2 3-16,1-2 1 0,2 2 18 15,0-2 4-15,3 3 1 0,-2 0 0 0,0 2-1 0,2 0 0 16,-2 2 0-16,0-1 0 0,0 3 8 0,0 0 2 16,0 3 0-16,1-1 0 0,-1-1-8 0,1 8-2 15,0-3 0-15,1 4 0 0,-1 2-10 0,0-2-3 16,0 3 0-16,-1 0 0 0,0 6-11 0,-1-1-2 15,2 1-1-15,1 0 0 0,0-3-21 0,2-4-10 16,1 2 10-16,0-6-10 0,2 0 0 0,2-5 0 16,1 0 0-16,1-3 0 0,1-3 11 0,4-4-1 15,5-3 0-15,3-6 0 0,0-1 2 0,4-7 1 16,3-9 0-16,4-6 0 16,1-3-85-16,4-5-16 0</inkml:trace>
  <inkml:trace contextRef="#ctx0" brushRef="#br0" timeOffset="138715.31">25149 9802 57 0,'0'3'0'0,"-1"-3"0"16,0 1 0-16,-1 2 0 0,1-3 232 0,0 2 40 16,-2-2 9-16,2 1 2 0,-4 2-123 0,0-2-24 15,-2 1-4-15,1 1-2 0,1-2-66 0,1 2-12 16,1-3-4-16,2 0 0 0,0 0-31 0,0 0-6 16,1 0-2-16,1 0 0 0,-1 2-9 0,0-2 10 15,1 0-10-15,-1 4 10 0,0-4 2 0,0 0 0 16,0 0 0-16,0 0 0 0,6 18 17 0,-6-14 4 15,0 2 1-15,-1 0 0 0,1 2 1 0,0-2 0 16,0 0 0-16,0-1 0 0,0 1-16 0,0-2-3 16,1 2-1-16,-1 0 0 0,3 1-15 0,-1-1 0 0,1 4 0 0,2 2 0 15,1 2 0-15,-1 0 0 16,1 4 0-16,0 0 0 0,0 5 0 0,1-1-8 0,-2 0 8 0,-3 0-13 16,3 2-7-16,-5-2 0 0,-1 0-1 0,-3 1 0 15,-1-1 0-15,-2 0 0 0,1-3 0 0,-2 0 0 16,2-4 6-16,1-4 2 0,1-2 0 0,3-3 0 15,1 0-13-15,4-6-2 0,-2 0-1 0,3-2 0 16,1-2-29-16,2-2-6 0,0 0 0 0,2-2-1 16,0-3-35-16,0-2-6 15</inkml:trace>
  <inkml:trace contextRef="#ctx0" brushRef="#br0" timeOffset="140915.22">25074 9906 230 0,'0'0'10'0,"-2"0"2"0,1 0-12 0,0 1 0 0,1-1 0 0,-1 0 0 0,-1 3 189 0,1-3 35 0,0 2 8 0,-2-2 0 0,1 2-111 0,2-2-22 0,0 0-5 0,0 0-1 15,0 0-58-15,0 0-12 0,0 0-3 0,25-14 0 16,-15 10-20-16,-1-4 8 0,3 1-8 0,0 1 0 15,0 3 0-15,1-1 8 0,0-2-8 0,2 3 0 16,-4 1 20-16,-1 1 0 0,-2 1 0 0,0 0 0 16,-3 0 27-16,0 0 5 0,-2 3 0 0,-1-3 1 15,3 3 3-15,-1-2 0 0,-1 1 0 0,2-2 0 16,0 0-35-16,2 0-6 0,0 0-2 0,-1-2 0 16,0 1-13-16,2 1 0 0,-1-3 8 0,2 3-8 15,1 0 0-15,-3 0 0 0,2 0 0 0,-2 0 0 0,2-2 11 0,1 2-1 16,-2 0 0-16,2 0 0 0,-1 0 2 15,0-1 0-15,2 2 0 0,-3-1 0 0,0 0-4 0,-2 0-8 16,4 0 12-16,-1 2-4 0,0-2-8 0,1-2 0 16,1 1 9-16,2-2-9 0,0-1 0 0,2-2 0 15,0 0 0-15,2-3 8 0,-1 3-8 0,1 0 0 16,0-1 0-16,-1 0 0 0,0 1 0 0,0 2 0 16,0-1 0-16,-1 4 8 0,-1-2-8 0,-2 3 0 15,-2 0 0-15,-1 0 0 0,-1 0 8 0,-2 0 0 16,1 0 0-16,-3 0 0 0,4 0 1 0,-1-3 1 15,2 3 0-15,0-4 0 0,1 4-10 0,-1-5 0 16,3 2 0-16,0-1 8 0,2 0-8 0,-2 2 0 16,0-4 0-16,1 2 0 0,-1 1 0 0,0 3 0 15,-1-2 0-15,-1 1 0 0,1 2 0 0,1 1 0 0,-1-2 0 16,1 4 0-16,-2 1 0 0,0-1 0 0,1 2 0 0,0-2 0 16,0 2 0-16,0-4 0 0,1 5 0 0,-3-4 0 15,4-2 0-15,-1 4 0 0,4-3 0 0,-1 0 0 16,-1 1 0-16,1-2 0 0,-1 1 0 0,2-2 0 15,1 3 0-15,-1-3 0 0,1 0 0 0,-4 0 0 16,0 0 0-16,-2 0 0 0,0 0 0 0,0 0 0 16,-1 0 0-16,0 0 0 0,-1 0 0 0,2 0 8 15,-1 0-8-15,0 0 0 0,2-3 9 0,0 0-9 16,2 0 0-16,1-1 0 0,-2-1 0 0,2 1 0 16,-1-1 0-16,-1 1 0 0,3 0 0 0,-1 2 0 15,1-2 0-15,-1 2 0 0,-1 0 0 0,-1 1 8 0,0 2-8 0,0 1 11 16,1 0-11-16,1-1 12 0,0 2-1 15,1-1 0-15,0 2 0 0,-1-2 0 0,2 0-11 0,-1 0 0 16,3-2 0-16,-3 0 0 0,2 0 0 0,-2 0 0 16,-1-2 0-16,1 0 0 0,-1 0 0 0,0-1 0 15,-1 2 0-15,-1-1 0 0,-1-1 0 0,0 2 0 16,-3-1 0-16,0 0 0 0,-1 1 12 0,-2 1-4 16,0 0 0-16,-1 0 0 0,-1 0 4 0,-1 0 1 15,1 1 0-15,1-1 0 0,0 2-13 0,1 0 8 16,-1-1-8-16,2 2 0 0,1-1 0 0,1-1 0 15,-1 2 0-15,2-3 0 0,2 2 0 0,0-2 0 16,0 2 0-16,-2-2 0 0,2 2 0 0,1-2 0 16,-2 3 0-16,1 0 0 0,0 0 0 0,1 0 0 15,-1 1 0-15,1-1 0 0,-1-3 0 0,1 1 0 0,2-1 0 16,0 0 0-16,1 0 0 0,2-1 0 0,-1-2 0 16,0-1 0-16,2-2 0 0,1 0 0 0,-2 0 0 0,1 0 0 15,-1 0 0-15,-1-1 0 0,0 4 0 0,0-4 0 16,-2 5 0-16,-3 1 0 0,0 1 0 0,-2 0 0 15,-1 1 0-15,0 1 0 0,-2 1 0 0,2 3 0 16,-3-2 0-16,1 0 8 0,2 2-8 0,0-3 0 16,-1 2 0-16,1-1 0 0,-2 0 0 0,1-1 0 15,0 2 0-15,0-3-8 0,0 0 8 0,1 1 0 16,-1-3 0-16,0 0 0 0,1 1 0 0,0-2 0 16,-1 1 0-16,1 0 0 0,-2-3 0 0,-1 3 0 15,1 0 0-15,-2-2 0 0,0 2 0 0,-2 0 9 16,0 0-1-16,-1 0-8 0,1 0 12 0,-2 0-4 0,-1 2 4 0,1-2 0 15,-1 0 0-15,0 0 0 0,0 3-4 0,-1-3-8 16,1 0 12-16,0 0-4 0,0 0-8 0,0 0 0 16,0 0 0-16,0 0 8 0,0 0 5 0,0 0 1 15,0 0 0-15,0 0 0 0,0 0-3 0,0 0-1 16,0 0 0-16,0 0 0 0,0 0-10 0,0 0 0 16,0 0 0-16,-6 22 0 0,7-18 0 0,0 4 0 15,2 2 0-15,-1 3 0 0,2 3 0 0,1 2 0 16,0 2 0-16,1-4 0 0,-1 3 0 0,1-1 0 15,0-2 0-15,0 0 0 0,3 0 0 0,-3-1 0 16,0-1 0-16,1-2 0 0,-1 0 0 0,0-2 0 16,0-1 0-16,0 1 0 0,-1-4 0 0,-1 2 0 15,0 0 0-15,-1-2 0 0,0 1 0 0,-2 0 0 16,0-1 0-16,-1 3 0 0,-1-3 0 0,0 0 0 0,1-2 0 16,-3 0 0-16,1 1 0 0,-1-2 0 0,0-2 0 0,-1 2 0 15,0-1 0-15,2 0 0 0,-2-2 0 0,-1 0 0 16,2 0 0-16,-2 0 0 0,-2-2 0 0,2 2 0 15,-1-3 8-15,-1 0-8 0,-1 1 0 0,0 1 8 16,-1-2-8-16,-2-1 0 0,0 4 0 0,-2 0 0 16,2 0 0-16,-1 0 0 0,1 2 0 0,-3 0 0 15,1-2 0-15,-1 3 0 0,2-3 0 0,-1 1 0 16,0-1 0-16,-2-1 0 0,1 1 0 0,2-3 0 16,-2 1 0-16,1-2 0 0,-1 0 0 0,0 2 0 15,1-4 0-15,-2 2 0 0,1-2 0 0,0-1 0 16,0 4 0-16,-1-2 0 0,-1 1 0 0,0 0 0 0,1 1 0 0,-1 0 0 15,0 1 0-15,1 0 0 16,0 2 0-16,1-2 0 0,-1 2 0 0,0 0 0 0,1 0 0 0,-1 0 0 16,2 0 0-16,-1 0 0 0,1 0 0 0,-1 0 0 15,-1 0 0-15,0 2 0 0,2-2 0 0,-2 0 0 16,0 0 0-16,-2 0 0 0,2 0 0 0,-1 0 0 16,0 2 0-16,0-2 0 0,0 2 0 0,1-2 0 15,0 0 0-15,1 3 0 0,2-3 0 0,-2 0 0 16,1 0 0-16,-1 0 0 0,-2 1 0 0,0-1 0 15,-1 0 0-15,-2 2 0 0,2-2 0 0,-1 0 0 16,0 3 0-16,-1-3 0 0,1 0-10 0,-2 0 10 16,2 0 0-16,0 0-9 0,2-3 9 0,1 1 0 15,0 1 0-15,1-4 0 0,0 1 0 0,0-2 0 16,2 3 0-16,-3 0 0 0,3 1 0 0,-3 0 0 0,1-1 0 16,-3 3 0-16,1 3 0 0,-3-1 0 0,0 3 0 0,-1 2 0 15,-1-1 0-15,0 2 0 0,0 0 0 0,0 0 0 16,0 1 0-16,1-3 0 0,4 2 0 0,-1-2 0 15,3 0-8-15,-1-2 8 0,0-1-8 0,1 2 8 16,-1-1 0-16,1-1-10 0,2-2 10 0,1 1 0 16,-2-2 0-16,2 0 0 0,0 0 0 0,-1 0 0 15,-1 0 0-15,0 3 0 0,-2-3 0 0,0 4 0 16,0-2 0-16,-1-1 0 0,-3 3 0 0,1 1 0 16,-1-1 0-16,1-1 0 0,1 2 0 0,-1 1 0 15,2-2 0-15,1-1 0 0,2 0 0 0,-1 1 0 16,0 0 0-16,2-2 0 0,0 1-8 0,2-3 8 15,0 0 0-15,0-3-10 0,1 3 10 0,1-3-8 0,0 3 8 16,0-3 0-16,0-1 0 0,0 4-8 0,-2-2 8 0,1-1 0 16,-1 2 0-16,0 1 0 0,-1 0 0 0,1 0 0 15,0 0 0-15,0 0 0 0,2 1 0 0,0-1 0 16,0 2 0-16,0-1 8 0,1 1-8 0,-1-2 0 16,0 2 0-16,2-2 0 0,-1 0 0 0,3-2 0 15,-1 2 0-15,-2 0 0 0,1 0 0 0,1 0 0 16,-1-2 0-16,0 2 0 0,-2-1 0 0,1-1 0 15,-2 2 0-15,2-1 0 0,-2 1 0 0,1 0 0 16,-1 0 0-16,-1 0 0 0,0 0 0 0,-1 1-8 16,1-1 8-16,-1 0-12 0,0-1-11 0,0-1-2 15,1 0-1-15,1 2 0 0,1-2-6 0,-1-2-2 16,2 2 0-16,0-1 0 0,1 2-3 0,0 1-1 16,0-5 0-16,0 4 0 0,1-3-6 0,0 2-2 0,0-2 0 15,1-1 0 1,2 1-100-16,-2-2-20 0</inkml:trace>
  <inkml:trace contextRef="#ctx0" brushRef="#br0" timeOffset="141990.84">25960 9822 1382 0,'-7'6'61'0</inkml:trace>
  <inkml:trace contextRef="#ctx0" brushRef="#br0" timeOffset="142565.4">25949 9790 720 0,'1'-1'32'0,"-1"-1"6"0,-1 2-30 0,1 0-8 0,0 0 0 0,-1 0 0 16,0 0 115-16,-2 2 21 0,-1-1 5 0,1 1 1 15,0-2-38-15,3 0-8 0,0 0-2 0,0 0 0 16,0 0-52-16,0 0-10 0,0 0-3 0,0 0 0 16,0 0 2-16,0 0 0 0,0 0 0 0,0 0 0 15,0 0 12-15,0 0 2 0,0 0 1 0,0 0 0 16,0 0-1-16,-16 19 0 0,15-15 0 0,-2 2 0 15,2 0-1-15,-1 0-1 0,0 4 0 0,4-2 0 16,-2 3-16-16,0-4-3 0,1 2-1 0,-1 1 0 16,1-2-23-16,-1 2 9 0,1 3-9 0,1-2 0 0,-1 4 12 15,0-2-4-15,0 4 0 0,1 3-8 0,0-4 9 0,-1 3-9 16,2-1 0-16,-1-2 9 0,2 1-9 0,-2-3 0 16,2 2 0-16,0-2 0 0,0 1 0 0,-2-4 0 15,2 0 0-15,-3-1 0 0,1-1-9 0,-2-2 9 16,-1-1 0-16,0-3 0 0,0 1-8 0,-2-2 8 15,1-1 0-15,-1-1 0 0,0-1-14 0,0 1 4 16,-1-5 1-16,2-1 0 0,1 0-25 0,-1-4-5 16,4-4-1-16,0-2 0 0,2-2-20 0,1-1-4 15,2-3 0-15,-1-1-1 0,-1 1 22 0,0 0 5 16,2 0 1-16,-4-1 0 0,1 6 27 0,-2 1 10 16,0 2 0-16,-2 2-9 0,0 2 9 0,-3 4 8 15,1 0-8-15,-2 2 11 0,2 2 19 0,-1-1 4 16,-1 3 1-16,2 3 0 0,-2-1 1 0,0-1 0 0,1 2 0 15,-1-3 0-15,3 2-20 0,-2 2-4 0,2-2-1 0,0 3 0 16,0 0 2-16,-1 2 1 0,1 0 0 0,1 2 0 16,-1 1 13-16,0-1 2 0,-1 4 1 0,2 2 0 15,-1-2-14-15,0 3-4 0,0 3 0 0,-3 1 0 16,2 1-12-16,-1 3 0 0,-1 2 8 0,-1-1-8 16,0 1 0-16,-1-1 0 0,1-3-12 0,0 0 12 15,0-2-37-15,2-4-1 0,-1-1 0 0,3-5 0 16,2-1-17-16,-1-6-3 0,2-3-1 0,3-2 0 15,0-2-166-15,3-8-34 16</inkml:trace>
  <inkml:trace contextRef="#ctx0" brushRef="#br0" timeOffset="143581.73">25449 9856 673 0,'-4'0'29'0,"0"-3"7"0,1 3-28 0,1-2-8 15,1 2 0-15,1 0 0 0,-2-2 105 0,1 2 20 16,-3 0 4-16,1-2 1 0,-2 2-8 0,-1 0-2 16,-1 2 0-16,1 2 0 0,-1 0-27 0,1 1-5 15,-2 1-2-15,2 4 0 0,-1-3-42 0,-1 4-9 16,1 3-2-16,-2 2 0 0,-1 0-13 0,3 3-4 16,-3-1 0-16,0 1 0 0,1-3-4 0,2 2-2 15,2-4 0-15,0 1 0 0,3-5-10 0,-1-4 0 16,2 0 0-16,1-5 0 0,0 2-14 0,1-1 2 15,0-2 0-15,2 0 0 0,-2-2-39 0,0-1-7 0,2 2-2 0,0-1 0 32,4-5-101-32,-1 1-21 0,2-1-4 0</inkml:trace>
  <inkml:trace contextRef="#ctx0" brushRef="#br0" timeOffset="144554.69">25498 9837 1083 0,'3'0'48'0,"0"-3"10"0,-2 3-46 0,-1 0-12 0,0 0 0 0,0 3 0 16,-1-3 119-16,-2 4 21 0,2 1 5 0,-3 2 1 15,0 5-45-15,-4 1-9 0,1 5-1 0,-1 0-1 16,-2 3-51-16,-1-2-11 0,0 4-1 0,-1-2-1 16,1 1-16-16,-2 0-10 0,0-3 12 0,2-2-12 15,-1 0 0-15,2-5 0 0,3-4 0 0,2 1 0 16,3-5 0-16,2-4 0 0,2-3 0 0,1 2 0 16,2-4-51-16,-1-1-7 0,5-2-2 0,1-2 0 15,0-1-37-15,2 1-8 0,1-3-2 0,-1 0 0 0,2-1 31 0,0 0 5 16,3-2 2-16,-1 1 0 0,0-1 45 0,-1 0 8 15,-1 0 3-15,0 3 0 0,-2 1 24 0,-1 3 5 16,-3 3 0-16,-2 1 1 0,-2 5 39 0,-2-2 7 16,-1 2 1-16,-2 2 1 0,0 2 22 0,-3 0 4 15,1 2 1-15,-4 0 0 0,0 6-10 0,-2 1-2 16,1 3 0-16,-1-2 0 0,2 2-39 0,-2 1-8 16,-1 5-1-16,0-2-1 0,-1-2-31 0,1 2 0 15,1-1 0-15,1-1 0 0,0-5 0 0,3-1-8 16,1-4-1-16,2-2 0 0,2-3-11 0,3-3-1 15,-1-1-1-15,6-5 0 0,2 0-33 0,2-7-6 16,2 0-2-16,2-2 0 0,2-5 11 0,2 2 1 0,0-5 1 16,-1 2 0-16,1 4 26 0,-2-4 6 0,-2 3 1 0,1 1 0 15,-1 4 17-15,-2 0 0 0,-4 1 0 0,-2 6 0 16,-2 2 0-16,-3 2 0 0,-2 4 11 0,-2-2-11 16,0 0 35-16,-3 4 0 0,0-2 0 0,-1 2 0 15,-1 2 16-15,-1 0 3 0,-2 7 1 0,-2-1 0 16,-4 4-15-16,0 4-2 0,-1 1-1 0,0 1 0 15,-1 1-12-15,1-4-2 0,1 0-1 0,2-3 0 16,5-4-22-16,3-5 0 0,2 0 0 0,2-5 0 16,2 1-16-16,3-6-7 0,5 0-1 0,2-6-1 15,6-1-42-15,2-6-8 16,2 0-1-16,3-6-1 0,6 0 19 0,-3-3 4 0,2 3 1 0,-6 3 0 0,0-1 31 16,-4 2 6-16,-3 5 2 0,-4 1 0 15,-3 2 14-15,0 4 12 0,-5 2-3 0,-3 2 0 0,-2 4 28 0,-3-1 6 16,0 4 1-16,-3 1 0 0,-2 4 24 0,-3 0 6 15,-2 4 1-15,1 1 0 0,-3 5-39 0,1 1-7 16,0-5-1-16,-2 3-1 0,-1 2-27 0,0-1 0 16,-1 1 0-16,1-1 0 0,2 0 0 0,0-2 0 15,2-2 0-15,2-3-11 0,2-5-4 0,5-1-1 16,1-4 0-16,5-5 0 0,3-2-36 0,3-3-8 16,5-4-2-16,2-3 0 15,4-5-27-15,1 0-6 0,9-4-1 0,-1 0 0 16,1-1 5-16,0 2 1 0,-1 0 0 0,-1 0 0 0,0 3 33 0,-5 3 6 15,-4 4 2-15,-2-1 0 0,-3 7 49 0,-3 0 0 16,-3 3 0-16,-3 3 12 0,-2 3 51 0,-1-1 9 0,-1 2 3 16,-3 2 0-16,-2 0 28 0,-2 4 5 15,-3 3 2-15,-1 3 0 0,-2 0-29 0,-2 2-5 0,-1 1-2 16,1 0 0-16,0 0-43 0,-1 0-9 0,3-3-2 0,0 0 0 16,4-4-20-16,3 1-12 0,-1-3 2 0,3-2 0 15,4 2-23-15,1-6-5 0,1 2-1 0,3-3 0 16,1-3-8-16,2-3-1 0,2-1-1 0,2-1 0 15,4-1-7-15,1-4-2 0,1 0 0 0,2-3 0 16,0 2 11-16,-3-2 3 0,0 2 0 0,-3-1 0 16,2-1 30-16,-2 4 14 0,-2-3-12 0,-4 5 12 15,-1 1 29-15,-2 2 14 0,-3 2 2 0,-1 2 1 16,-1 2 29-16,-3 2 5 0,-2 0 2 0,-3 4 0 16,0 2-19-16,-4 0-4 0,1 2-1 0,-1 1 0 0,1 0-58 15,-2 2 0-15,1-2 0 0,0 3-11 0,-1 0-48 0,0-1-9 16,2-2-3-16,2 2 0 15,2-1-11-15,3-6-2 0,3-4-1 0</inkml:trace>
  <inkml:trace contextRef="#ctx0" brushRef="#br0" timeOffset="145782.03">25510 9449 694 0,'-5'0'31'0,"1"-2"6"0,2 2-29 0,-1 0-8 0,2 0 0 0,1-2 0 16,0 2 13-16,-1 0 2 0,-1-4 0 0,-2 2 0 15,0-2-15-15,0 2 0 0,2-5 0 0,-2 4 0 16,2-1 27-16,-1-2 9 0,0 3 1 0,0-3 1 16,2 2 38-16,-3-1 8 0,2 2 2 0,-1 2 0 15,1-4-5-15,-1 3-1 0,1 0 0 0,-1-1 0 16,1 2-16-16,1 1-3 0,1 0-1 0,-2-2 0 16,2 2-15-16,0-3-3 0,2 2-1 0,-1 1 0 15,0-2-8-15,3-1-1 0,-2 2-1 0,2-2 0 16,0 2-7-16,-1-4-2 0,2 1 0 0,0 1 0 0,3-2 1 0,-1 0 0 15,-1 2 0-15,2-3 0 0,-1 2-7 16,1 2 0-16,-1-2-1 0,-1 2 0 0,2-1-5 0,-1 2-1 16,0-3 0-16,1 2 0 15,2 2-9-15,0-3 0 0,-1 3 0 0,1 0 0 0,-1 0 0 0,0 3 0 16,-2-1 0-16,2-2 0 0,-3 4 0 0,1 0 0 16,0 0 0-16,-1 0 8 0,0 3-8 0,-2-2 12 15,-2 3-12-15,1 1 12 0,-1 2 4 0,-1 0 0 16,3-1 1-16,-3-1 0 0,-1 1-17 0,1-3 8 15,-2 2-8-15,1-2 0 0,0 2 0 0,-2-3 0 16,-2 1 0-16,0 2 0 0,-1 0 8 0,0 1-8 16,-2-1 0-16,-3 1 0 0,-1 5 0 0,0-2 0 15,0-2 8-15,0 4-8 0,-4-3 0 0,1 2 0 0,2-3 0 16,1-1 0-16,2-1-24 0,2-2 0 0,-1-5 1 0,3 2 0 16,2-1-17-16,-1-3-4 0,3 0-1 0,-2-2 0 15,3 1-3-15,0 1 0 0,0-4 0 0,0-1 0 16,1 1 0-16,1-2 0 0,-1 3 0 0,0-6 0 15,2 1 2-15,0-3 0 0,1 0 0 0,0-4 0 32,-1-1-45-32,1 0-9 0,0 0-1 0,-2-2-1 15,2-1-70-15,-2 3-15 0,1 1-2 0,-2 2-1 0,-1 3 98 0,-1 1 19 0,-2 3 4 0,1 2 1 16,-1 0 187-16,0 2 37 0,-1 2 8 0,-1 0 2 16,0 0-15-16,-1 2-3 0,0 0-1 0,0 0 0 15,-1 2-39-15,3-2-8 0,-1 2-2 0,1-2 0 16,1 0-45-16,1 0-9 0,1 2-1 0,-1-2-1 15,2 1-17-15,0 3-3 0,0-2-1 0,2 2 0 0,-1 0-1 0,1 4 0 16,1 0 0-16,-2 5 0 0,2 1-8 0,-2 0-3 16,0 4 0-16,0 1 0 0,-1-3-9 0,0 2 0 15,0-1 0-15,-1-3 8 0,1 0-8 0,-1-1-16 16,1-2 4-16,-1-3 1 0,1-1-37 0,1-3-7 16,-1 0-1-16,1-2-1 15,0-2-91-15,1-1-17 0,0-1-4 0,-1-1-269 16,-1-1-54-16</inkml:trace>
  <inkml:trace contextRef="#ctx0" brushRef="#br0" timeOffset="145948.41">25534 9581 115 0,'-2'0'10'0,"1"-2"-10"15,0 2 0-15,0 0 0 0,1 2 282 0,-2-2 54 16,1 0 12-16,-1 2 1 0,-1-2-195 0,1 0-39 16,0 0-8-16,2 0-2 0,0 0-65 0,0 0-14 0,0 0-2 0,24 14-1 15,-12-8-3-15,1-2 0 0,2 1 0 0,1 1 0 16,2-1-4-16,3 0 0 0,4-1-1 0,2-2 0 15,3-2-15-15,1 0-8 0,1-2 8 0,0-5-872 16</inkml:trace>
  <inkml:trace contextRef="#ctx0" brushRef="#br0" timeOffset="149817.07">26073 9737 230 0,'-2'0'20'0,"2"2"-20"16,0-2 0-16,-1 0 0 0,1 0 184 0,-1 3 33 16,0-2 7-16,0 4 0 0,-3-1-144 0,0 2-30 15,0 0-6-15,1 0 0 0,-1 0-18 0,0-2-3 16,3 0-1-16,1-2 0 0,0-1-10 0,1 1-3 16,0-2 0-16,4 0 0 0,0-3-1 0,2 3 0 15,0-3 0-15,2 0 0 0,1 1-8 0,-2-2 0 16,2 4 0-16,1-4 8 0,0 4-8 0,0 0 0 15,1 1 0-15,-1 2 0 0,-1-1-13 0,0 2 1 16,-1-1 1-16,0 0 0 0,-2 0 11 0,2 2-12 16,0-3 12-16,-2 1-12 0,3-3 12 0,2 0 0 0,1-5 0 0,0 1-8 15,2-2-14-15,0-2-2 0,4 0-1 0,-5-2 0 16,1 0-12-16,0 1-3 0,-2-1 0 0,-1 0 0 16,-2 4 20-16,-3 0 3 0,-1 2 1 0,-2 2 0 15,-1 2 16-15,-3 0-8 0,-2 2 8 0,-1 2 0 16,-1 2 12-16,-4 0 8 0,1 1 3 0,-2 0 0 15,0 2-23-15,-1 1 0 0,0 0-10 0,-3-1-450 16</inkml:trace>
  <inkml:trace contextRef="#ctx0" brushRef="#br0" timeOffset="149982.71">26263 9815 115 0,'4'0'10'0,"-3"-3"-10"0,-1 6 0 0,0-3 0 16,0 0 126-16,0 0 23 0,0 0 5 0,0 0 1 0,0 1-49 15,0 1-10-15,-1 2-1 0,1-4-1 0,0 0-3 0,-16 22-1 16,8-10 0-16,1-3 0 0,-2 1-20 0,1 0-4 15,0-1-1-15,2-1 0 0,-1 0-48 0,0 1-9 16,1-3-8-16,1-3 9 0,2 4-37 0,0-4-8 16,2-3-2-16,2 0 0 15,3 0-120-15,2-6-24 0,4 2-5 0</inkml:trace>
  <inkml:trace contextRef="#ctx0" brushRef="#br0" timeOffset="150048.41">26361 9809 288 0,'1'0'25'0,"-1"-3"-25"16,0 3 0-16,0 0 0 0,0 0 85 0,0-1 12 15</inkml:trace>
  <inkml:trace contextRef="#ctx0" brushRef="#br0" timeOffset="151536.04">27288 9783 1036 0,'-3'1'92'0,"0"-1"-73"0,3 0-19 0,-1 0 0 16,1 2 181-16,0-2 33 0,-3 0 6 0,0 0 2 15,0 3-95-15,-1-2-19 0,4 1-4 0,2 2-1 0,0-1-68 0,2 0-14 16,2 0-2-16,0 3-1 0,3-2-18 0,1 2 0 16,0 1 0-16,2 2 0 0,3 0 0 0,0 1 0 15,0-1 0-15,2 0 0 0,-1 1 0 0,1 0 0 16,2 0 0-16,-1 2 0 0,2-3 0 0,-4 1 0 16,0-4 8-16,-1 0-8 0,0-2 0 0,0-1 0 15,-3 0-11-15,1-3 11 16,-2 0-120-16,-3 0-16 0,-2 0-4 0</inkml:trace>
  <inkml:trace contextRef="#ctx0" brushRef="#br0" timeOffset="151815.84">26999 9896 1209 0,'-9'0'53'0,"3"0"12"0,2 0-52 0,2 0-13 0,2 0 0 0,0 0 0 16,0 0 178-16,1 0 33 0,0 0 6 0,1 2 2 15,0 0-165-15,4-2-33 0,3 0-6 0,1 1-2 16,2 0-13-16,2 3 0 0,2-3 0 0,2 4 0 16,2-1-12-16,0 2 2 0,0 0 0 0,2 4 0 15,0 3-19-15,-2-1-4 0,-1 2-1 0,-3 1 0 16,0-2-9-16,-3 2-1 0,-2-5-1 0,2 2-485 15,-2 1-97-15</inkml:trace>
  <inkml:trace contextRef="#ctx0" brushRef="#br0" timeOffset="152081.87">26753 9928 921 0,'-8'-3'82'0,"3"3"-66"16,4-3-16-16,1 3 0 0,1 0 109 0,-1 0 19 16,-1 0 3-16,-1 0 1 0,-1 0-64 0,3 0-13 15,3 4-3-15,0 0 0 0,4 2-27 0,1 3-5 16,2-1-2-16,4 2 0 0,-1 0-9 0,3 0-1 0,3 2-8 0,1-3 12 16,0 1-12-16,1 0 0 0,-2-2 0 0,4-1 0 15,0-4 0-15,-1 1 0 0,-1-4-12 0,-1 0 12 16,-1-3-36-16,-3 0 0 0,-3-1 0 0,-3-2 0 15,-2 0-14-15,-2-1-3 0,-4 1-1 0,-2 0-569 16</inkml:trace>
  <inkml:trace contextRef="#ctx0" brushRef="#br0" timeOffset="152298.16">26430 9846 748 0,'-2'1'67'0,"0"1"-54"16,2-2-13-16,2 0 0 0,-1 0 171 0,0 0 31 16,0 4 6-16,3-1 2 0,3 0-130 0,2 3-27 15,2-2-5-15,2 2 0 0,0 3-29 0,3-2-6 16,0 3-1-16,0-1 0 0,3 1-12 0,-2 0 0 16,1 1 8-16,-1 1-8 0,-1 2 0 0,0-2-15 15,-1-2 3-15,-2 0 1 16,0-1-128-16,-2-2-25 0,-2 2-6 0</inkml:trace>
  <inkml:trace contextRef="#ctx0" brushRef="#br0" timeOffset="152515.14">26180 9935 864 0,'-23'0'76'0,"9"0"-60"16,3 0-16-16,5 1 0 0,3 1 74 0,1-2 12 0,-1 3 2 0,2 1 1 15,-1 2-3-15,2 6-1 0,2 0 0 0,6 5 0 16,4 1-53-16,7-2-12 0,7 0-1 0,1 0-1 16,2-3-10-16,0-3-8 0,0-4 12 0,0 2-12 15,-2-3 0-15,-3 0 0 0,-3-1 0 0,-3 0-12 32,-3 1-116-32,-3-4-24 0,-2 4-4 0,-5-4-378 0</inkml:trace>
  <inkml:trace contextRef="#ctx0" brushRef="#br0" timeOffset="152698.06">25997 9993 691 0,'-12'11'61'0,"4"-5"-49"16,2 1-12-16,5-4 0 0,2 3 182 0,2-2 34 15,2 2 6-15,1 1 2 0,5 8-156 0,5 4-32 16,5 3-5-16,4 0-2 0,3-6-20 0,2-2-9 15,1-3 8-15,2-5-8 16,-1-2-71-16,-3-4-19 0</inkml:trace>
  <inkml:trace contextRef="#ctx0" brushRef="#br0" timeOffset="152848.71">26034 10124 1209 0,'-21'16'108'0,"9"-5"-87"16,2 0-21-16,6-1 0 0,7-3 76 0,1 0 10 0,0 1 2 16,5 5 1-16,5 5-89 0,9 6-17 0</inkml:trace>
  <inkml:trace contextRef="#ctx0" brushRef="#br0" timeOffset="156819.63">28076 9480 57 0,'0'2'0'0,"0"-1"0"0,0 2 0 0,0-3 0 16,0 0 184-16,0 0 32 0,0 0 7 0,1 0 1 15,0 0-90-15,1 0-18 0,0 0-3 0,-2 0-1 16,0 0-6-16,0 0-2 0,0 0 0 0,0 0 0 16,0 0-7-16,0 0-1 0,0 0-1 0,0 0 0 15,0 0-25-15,0 0-5 0,0 0-1 0,0 0 0 16,12-19-36-16,-9 13-8 0,2-4-2 0,2 0 0 16,-1-2-18-16,1 0 0 0,-1-1 0 0,0 1 0 15,-1-1 0-15,-1 1-9 0,-1 1 9 0,-1-1-8 16,-1 2 8-16,-2 1 0 0,-2-1 0 0,1 1-8 0,-1 2 8 0,1-2 0 15,0-1 0-15,1 4 0 0,0-2 0 0,1-2 0 16,1 0 0-16,0 0 0 0,2 0 0 0,-1-1 0 16,1 1 0-16,1 0 0 0,-1 4 0 0,0-4 0 15,1 1 0-15,-2 2 0 0,0 1 0 0,-2 1 0 16,0 1 0-16,-1 0 0 0,-1 2 0 0,-1 1 0 16,0 1 10-16,-1 0-10 0,0 0 18 0,-1 3-2 15,0-1-1-15,-1 3 0 0,0-2-15 0,-2 4 9 16,2-4-9-16,-1 2 8 0,-1 0-8 0,0 0 0 15,2 1 0-15,-2-2 0 0,3-2 0 0,0 2 8 16,2 0-8-16,-2-2 0 0,1 2 8 0,0-1-8 16,1-2 8-16,-1 1-8 0,-1 2 0 0,1-2 8 15,-2 2-8-15,0-1 0 0,-2 3 0 0,-2 0 0 16,1 0 0-16,-4 2-11 0,0 0-12 0,-1 0-2 0,4 3-1 0,0-5 0 16,4-1-9-16,2 0-1 0,3-4-1 0,4-2 0 15,0-2-9-15,5 0-2 0,3-6 0 0,1 2 0 16,2-6 21-16,2 1 4 0,1-1 1 0,0 0 0 15,1 1 22-15,-2-1 0 0,-1 3 8 0,0-2-8 16,-2 2 34-16,-2 4 2 0,0 1 0 0,-2 4 0 16,-2 1 16-16,1 0 4 0,-1 3 1 0,3 4 0 15,1-4-11-15,3 6-2 0,1-3-1 0,1 0 0 16,1 2-13-16,0-2-2 0,3-2-1 0,1 1 0 16,0-5-10-16,3 1-1 0,1-1-1 0,1 0 0 15,-2-1-5-15,0-2-1 0,-1 3 0 0,-1-4 0 0,0 4-9 16,-6-3 8-16,-3 3-8 0,-3 0 8 0,-3 0-8 15,-2 0 0-15,-1 0 0 0,-4 0 0 16,0 0-141-16,-2 0-31 0</inkml:trace>
  <inkml:trace contextRef="#ctx0" brushRef="#br0" timeOffset="162815.51">30535 6701 57 0,'0'7'0'0,"-2"-4"0"0,-1-1 0 0,2-2 0 16,0 2 0-16,0 0 0 0,0-2 356 0,-1 2 65 16,-1 0 14-16,-2 3 2 0,0-2-270 0,-2 1-55 15,3-1-10-15,1 0-2 0,-1-3-52 0,2 3-11 16,-1-2-1-16,2 1-1 0,-1 1-18 0,0-2-3 15,0 2-1-15,-2-1 0 0,1 2-2 0,-2 2-1 16,-3-2 0-16,0 2 0 0,-4 0 15 0,-1 0 3 16,-3 4 1-16,-2-1 0 0,-3 1-11 0,-3 2-2 15,-4-2-1-15,-1 0 0 0,-1 2-15 0,-1-3 0 16,3-2 0-16,1-1 0 0,-2 3-12 0,4-3-4 0,3 1-2 0,1-3 0 16,1 1-14-16,3 2-4 0,2-4 0 0,2 0 0 15,1 0-3-15,3-1-1 0,1-1 0 0,2-2 0 31,1-1-100-31,3 2-20 0,-1-3-4 0,3-2-568 0</inkml:trace>
  <inkml:trace contextRef="#ctx0" brushRef="#br0" timeOffset="163114.6">29954 6833 403 0,'-2'-2'36'0,"-1"-1"-36"0,2 2 0 0,1 1 0 16,-1-2 212-16,0 2 36 0,-1-3 8 0,0 2 0 15,-2-5-138-15,0 2-28 0,1 2-6 0,0-2 0 16,2 1-49-16,-1 3-10 0,2-2-1 0,-2 2-1 0,1 0-10 15,0 0-1-15,1 2-1 0,-3 1 0 0,2 1 14 0,-1-2 3 16,-1 4 1-16,1-2 0 0,-2 2 6 0,0-2 1 16,1 2 0-16,-2 0 0 0,0 2-15 0,0 0-2 15,-1 1-1-15,-1 1 0 0,0 2-6 0,0-2 0 16,0 0-1-16,0-1 0 0,1 0-1 0,-2-2 0 16,3 3 0-16,0-4 0 0,2-3-10 0,0 2 8 15,3 0-8-15,0 0 8 0,1-3-8 0,2 2 0 16,1 0 0-16,-1 0 0 0,4 0 0 0,-2 1 0 15,2 1 0-15,0 0 0 0,2 0 0 0,1 4 0 16,0-3 0-16,1 5 0 0,0-3 0 0,4 4 0 16,1-1 0-16,1-2 0 0,7-3 0 0,4-2 0 15,1-5 0-15,7-2 0 16,9-4-82-16,10-8-9 0,10-1-1 0</inkml:trace>
  <inkml:trace contextRef="#ctx0" brushRef="#br0" timeOffset="174731.03">17885 13444 1483 0,'-2'0'65'0,"1"0"15"0,-2 3-64 0,2-3-16 0,1 0 0 0,0-3 0 16,-1 3 72-16,0 0 12 0,-1 0 3 0,0-2 0 15,-1 0-59-15,0 0-11 0,0 2-2 0,0-4-1 0,-1 1-6 0,1 0 0 16,1-1-8-16,-2 2 12 0,0-2 15 0,1-2 2 16,0 1 1-16,0 0 0 0,0 0 14 0,1-1 4 15,-1-1 0-15,1-3 0 0,-2-2-5 0,3-1-1 16,1 1 0-16,0-5 0 0,0 3-26 0,1-2-6 16,1-1-1-16,1-1 0 0,1-1-9 0,-2 0-12 15,1-1 2-15,-3 1 1 0,1 3 0 0,-1 0 0 16,-1 1 0-16,-1-1 0 0,1 0 9 0,0 1 0 15,0 5-9-15,-2-3 9 0,2 0 0 0,0 1 10 16,-1 0-1-16,2-3 0 0,2 1 0 0,-1-1 0 16,1-1 0-16,2 3 0 0,0-3-9 0,1 1 0 15,0 1 0-15,1 2 0 0,0-1 0 0,-1 4 0 16,1-4 0-16,0 3 0 0,1 0 0 0,-4 4 0 0,1 0 0 16,-3 4 0-16,0-1 14 0,1 3-2 15,-2 0-1-15,0 3 0 0,-2-3 8 0,2 2 1 0,-1 2 1 0,0-2 0 16,0-1-2-16,1-1-1 0,0 0 0 0,0 0 0 15,0 0-9-15,-11 21-1 0,8-14-8 0,1-6 12 16,-1 4-12-16,1-4 9 0,-1 3-9 0,1-2 8 16,-2 1 0-16,2 0-8 0,-2 1 12 0,-1 1-4 15,0 1-8-15,-1-1 0 0,-2 4 9 0,1 0-9 16,-2 0 0-16,1 4 0 0,-3 3 0 0,1-3 0 16,0 0 0-16,0 2 0 0,-1-3 0 0,1-1 0 15,1 0 0-15,3-4-10 0,1-3 10 0,3-1 0 16,-1-3-11-16,3 0 11 0,0 0-10 0,0-3 10 15,-1 2-12-15,1-1 3 0,1-1 1 0,-1 0 0 16,0-1 8-16,1 0-12 0,-1-1 12 0,2-1-12 0,-1 0 1 0,1-2 0 16,3 2 0-16,0-2 0 0,1 0-5 0,3 2 0 15,0-3-1-15,1 2 0 0,-2-2 17 0,2 2-10 16,-1 1 10-16,-1-1-8 0,0 1 8 0,-1 0 16 16,1 2-4-16,-2 2-1 0,0-2 10 0,-1 2 3 15,0-2 0-15,-1 2 0 0,-1 0-16 0,1 0-8 16,0-2 10-16,-1 4-10 0,1-2 8 0,0 2-8 15,0-3 0-15,-1 2 0 0,1 1 0 0,-2 0 8 16,1 0-8-16,-1 0 0 0,1 0 14 0,-2 0 0 16,0 0 0-16,1 0 0 0,1 1 4 0,-3 2 1 15,2-3 0-15,-1 2 0 0,0-2-4 0,0 1-1 16,0 2 0-16,1-1 0 0,-1 2-3 0,0 0-1 16,2-1 0-16,-1 2 0 0,1-1-10 0,-1-1 8 0,2 0-8 15,0 0 8-15,-2 0-8 0,2 1 10 0,1 0-10 0,-2-2 10 16,1 1-10-16,1 1 10 0,1 2-10 15,-1-3 10-15,1 4-10 0,-1-1 0 0,1 0 0 0,1 0 0 16,-2 2-24-16,1 3-3 0,-1-1-1 0,0 2 0 16,-2 4-20-16,1-2-5 0,-1 0-1 0,-3-1-710 15,2-3-141-15</inkml:trace>
  <inkml:trace contextRef="#ctx0" brushRef="#br0" timeOffset="71951.06">23398 10938 1162 0,'2'-4'52'0,"-2"0"10"0,2-1-50 0,-2 4-12 0,0 1 0 0,0 0 0 15,0 0 93-15,-2-3 16 0,0 1 3 0,-2 1 1 16,-2 1-27-16,-3 0-6 0,-2 3 0 0,-2 0-1 0,-2 3-29 0,-2 0-6 15,-1 2 0-15,2 0-1 0,1-1-17 0,2-1-3 16,2-3-1-16,3 1 0 0,5-4-22 0,-1 0 8 16,3 0-8-16,-1-2 0 0,1 0 10 0,1-1-2 15,1 0-8-15,2 0 12 0,-1-4 12 0,1 5 1 16,-1-2 1-16,-1-1 0 0,1 0 4 0,-1 0 1 16,-1 2 0-16,-1-1 0 0,-1 1-2 0,0 0 0 15,-3 0 0-15,-1 0 0 0,-3-1-4 0,-1 1-1 16,-3 0 0-16,-1 0 0 0,-1 3-24 0,0 0 0 15,1 0 0-15,-1 0 0 0,0 3-20 0,0-3 0 16,1 3 0-16,0 0 0 0,1 1 8 0,0-1 1 16,-1 0 1-16,0-3 0 0,2 1 10 0,0-1 0 15,2 0 0-15,-1-1 0 0,-3 1 12 0,2-3-1 16,-3 3-1-16,0-2 0 0,-1 1 0 0,-1 1 0 0,-1 0 0 0,1 1 0 16,-3 1-10-16,0-2 0 0,-2 3 0 0,-1 0 8 15,-1 1-8-15,1 1 0 0,-3-1-10 0,2 2 10 16,4-2-21-16,-1-1 1 0,2 2 1 0,-2-5 0 15,3 2 19-15,2 0-12 0,3-2 12 0,-1 0-10 16,3 0 10-16,-1-2 0 0,0 0 0 0,0 2-8 16,2-2 8-16,0 2 12 0,-2-3-2 0,0 2-1 15,-2 1 2-15,-1 0 0 0,2 0 0 0,-4 1 0 16,-1 2-11-16,-1-1 8 0,1 0-8 0,-2 0 8 16,0 1-8-16,2 0 0 0,0-2 0 0,1 1 0 15,1-2 0-15,1 0 0 0,-2 1 0 0,2-1 0 16,3 2 0-16,-2-2 0 0,2 2-11 0,-1 0 11 15,1 2 0-15,0 1-10 0,-1-4 10 0,2 4 0 16,-1-4-8-16,-1 3 8 0,0 1 0 0,-2-1 0 0,1-1 0 0,-1 2 0 16,1 1 0-16,0-2 0 0,0-1 0 0,2 0 0 15,1 1 0-15,0-1 0 0,1-2 0 0,1 1 11 16,2 1-11-16,-1-3 10 0,2 1-10 0,0 1 0 16,1-2 0-16,0 0 8 0,1 3-8 0,1-3 0 15,0 0 0-15,1 0 8 0,1 0-8 0,-2 0 0 16,1 0 0-16,0 0 0 0,0 0 0 0,-1 0 0 15,2 0 0-15,-1 1 0 0,0-1 0 0,0 0 0 16,0 3 0-16,-1-3 0 0,1 1 0 0,-1 0 0 16,1 0 0-16,-1-1 0 0,2 3 0 0,0-3 0 15,1 1 0-15,1-1 0 0,-1 0 0 0,1 0 0 16,0 2 0-16,1-2 0 0,-2 0 0 0,0 0-11 16,0 0 11-16,0 0-8 0,16 17 8 0,-14-11 0 0,2 2 0 15,-2 2 0-15,0 0 0 0,-2 5-8 0,-2 1 8 0,0 0 0 16,-3 4 0-16,-1 1 0 0,-2 1 0 0,0-2 0 15,-2 1 0-15,2-1 0 0,0-4 0 0,0 2 0 16,3-5 0-16,-1-1 0 0,2 1 0 0,1-6 0 16,0 2 0-16,2-3 0 0,0-2 0 0,0 2 0 15,-1 0 0-15,2-2 0 0,-1-2 0 0,1 2 0 16,-1-2 0-16,0 4 0 0,-1-2 0 0,0 0 0 16,1 2 0-16,-1 0 0 0,1 3 0 0,0-3 0 15,1 1 0-15,1 0-10 0,0-1 10 0,3-4 0 16,1 2-15-16,1 0 4 0,4-2 1 0,0-2 0 15,1 0 0-15,2-2 0 0,-1-1 0 0,0 2 0 0,3-3 10 16,0-2 9-16,-1 1-1 0,-1 1-8 0,3 1 8 0,-2-1-8 16,-2 2 0-16,1 2 0 0,-2-3 8 0,0 3-8 15,-3 3 9-15,0-3-9 0,-1 1 8 0,2 0-8 16,1 0 0-16,-3 2 0 0,4-3 0 0,1 3 0 16,-1-3 0-16,2 0 0 0,1 0 0 0,2 3 0 15,0-3 0-15,1 1 0 0,2-2 0 0,1 1 0 16,1 4 0-16,-3-2 0 0,1-1 0 0,-2 2 0 15,0-1 0-15,0 0 0 0,-3 0 12 0,1-2-4 16,0 2-8-16,0 0 12 0,1-2 3 0,1-2 0 16,2 2 0-16,-1-1 0 0,2-2-7 0,0 1-8 15,2-3 11-15,2 2-11 0,-2-4 9 0,1 4-9 16,1-2 0-16,1 1 9 0,-1 0-9 0,2 4 0 16,2 0 0-16,-1 0 0 0,0 3 0 0,1-2 0 15,0 2 0-15,0-2 0 0,-2 1 0 0,0 1 0 0,1-3 0 0,2 0 0 16,-1-3 0-16,2 1 0 0,-2 1 0 0,1-2 0 15,0 2 0-15,0-5 0 0,0 6 0 0,-1-3 0 16,-2 3 0-16,0 0 0 0,-2 3 0 0,0-3 0 16,-3 1 0-16,0 1 0 0,-1 1 0 0,-1-2 0 15,1 3 0-15,1 1 0 0,1-2 0 0,1 1 0 16,-2 2 0-16,0-1 0 0,-1-1 0 0,1-2 0 16,2 3 0-16,2-2 0 0,-2-1 0 0,2 0 0 15,0 0 0-15,1 1 0 0,0-3 0 0,-2 1 0 16,2-1 0-16,0 0 0 0,-2 2 0 0,-1-2 0 15,0-2 0-15,-2 2 0 0,-2-1 0 0,-1-2 0 16,-2 1 0-16,0 0 0 0,0 2 8 0,-1-2-8 0,-2-1 0 16,2 2 0-16,1-1 0 0,-1-1 0 0,1 2 0 0,-1-3-11 15,2-1 11-15,-1 2-12 0,-1-1 12 0,1-1 0 16,-1 4 0-16,-1-4 0 0,-2 1 0 0,-2 0 0 16,-1 1-11-16,-3 0 11 0,-2 1 0 0,-1-2 8 15,-1 2 1-15,-1-2 0 0,0 1 12 0,0 0 3 16,0-1 0-16,-2-2 0 0,1 0-7 0,0-2-1 15,0 2 0-15,-1-3 0 0,1-1-16 0,0-2 0 16,0 2 0-16,0 0 0 0,1-1 0 0,0 4 0 16,1-3 0-16,-2 4 0 0,1-3 0 0,0 3 0 15,0-2 0-15,-1 3 0 0,0-1 0 0,0 3 0 16,-1-4 0-16,-1 4 0 0,0-4 0 0,0 4 0 16,-2-2 8-16,1 1-8 0,-2 0 17 0,-3-2 0 15,1-4 0-15,-1 2 0 0,0-6-9 0,-1-3-8 0,0-3 12 0,3-6-12 16,0-2-29-16,2-7-13 0,3-6-2 0,5-16-484 31,1-3-97-31,2 6-19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13T16:38:17.4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22072 4747 403 0,'-1'-6'17'0,"0"0"5"0,0 2-22 0,1 2 0 16,0 2 0-16,-2-3 0 0,2 3 265 0,-1-1 49 0,-1 1 10 0,-3-3 1 16,0 0-204-16,-1 0-41 0,-2 2-8 0,1-2-1 15,-2 0-15-15,1 0-2 0,-1 1-1 0,-2 1 0 16,0-4-9-16,0 3-3 0,-3 0 0 0,-1-2 0 15,-1 2-10-15,0 1-3 0,-1 1 0 0,-2 0 0 16,-2 1-20-16,-2 2-8 0,-1 2 0 0,-2-1 9 16,-1 5-9-16,0-3 0 0,-1 1 0 0,1 0 0 15,-1 1 0-15,1-2 0 0,2-2 0 0,3 0 0 16,2-2 0-16,3-2 0 0,0 0 0 0,3 0 0 16,0-2 0-16,0 2 8 0,1 0 0 0,-1 0 0 15,1-3-8-15,-2 3 8 0,-1 0-8 0,0 3 8 0,0-1-8 16,1 0 0-16,-3 2 0 0,1-2 0 0,0 3-10 0,1-2 10 15,1 4 0-15,1-4-9 0,1 3 9 0,-1 1 0 16,2-5 0-16,1 2 0 0,2 2 0 0,0-2 0 16,3-1 0-16,0 2 0 0,1-1 0 0,1-1-8 15,2 0 8-15,-1 0 0 0,1 0 0 0,1 4-10 16,-1-4 10-16,2 6 0 0,-1 1 0 0,1 2-8 16,1 4 8-16,-1 3 0 0,3 4 0 0,-1 5 0 15,0-2-8-15,-1 4 8 0,-1 9 0 0,0 5 0 16,0 7 0-16,-1 0 0 0,-4 2 8 0,1-1-8 15,-1 0 0-15,1 2 0 0,1-1 0 0,0 2 0 16,3-5 0-16,1-1 0 0,3-2 0 0,3-7 0 16,5-2 0-16,-1-4 0 0,1-4 0 0,0-3 0 15,2-3 0-15,-2-2-10 0,1 0 0 0,-1 0 0 0,-1-3 0 0,-1-1 0 16,-1 1 2-16,-3 0 0 0,-1-3 0 16,-1 2 0-16,-2-2 8 0,-1 0-12 0,-1 0 12 0,-2-3-12 15,1-1-8-15,-1-2-1 0,1-4-1 0,0-2 0 16,-2-2-18-16,2-2-4 0,-1-2-1 0,-2-2-549 15,-1-2-110-15</inkml:trace>
  <inkml:trace contextRef="#ctx0" brushRef="#br0" timeOffset="317.7">21082 5537 1209 0,'4'-6'108'0,"-1"0"-87"0,0 3-21 0,-2 3 0 16,2 0 130-16,-2 0 22 0,3-1 4 0,0-1 0 15,4 2-40-15,1 0-8 0,0 3-1 0,-1 6-1 0,-3 1-32 0,-4 6-6 16,-1 5-2-16,-1 5 0 0,-4 5-25 0,1 4-5 16,-2 0 0-16,1 3-1 0,3-3-23 0,-2 3-4 15,3 0 0-15,-1-3-8 0,4-1 8 0,0-2-8 16,3-6 0-16,1-2 0 0,5-4 0 0,2-2 0 16,0 1 0-16,1-3 0 0,-3-4 0 0,-1-1 0 15,1 0 0-15,-2-3 0 0,2 0 9 0,-4-4-1 16,2 0-8-16,-2-2 12 0,1 1 2 0,2-6 0 15,-2-3 0-15,1 0 0 0,3-6-2 0,1-7-1 16,3-4 0-16,2-8 0 0,2-8-11 0,5-8 0 16,2-6 0-16,4-5-11 0,1-3-22 0,1-4-5 15,3-8-1-15,4-6 0 16,6-3-32-16,2-1-6 0,-2 4-2 0,-1 0-957 0</inkml:trace>
  <inkml:trace contextRef="#ctx0" brushRef="#br0" timeOffset="1750.33">21056 5760 345 0,'-25'11'31'0,"7"-5"-31"0,2 0 0 0,2 2 0 16,7-4 226-16,0-2 39 0,0 2 8 0,-4 1 2 15,-8 2-127-15,0 2-26 0,-2 1-5 0,3-4-1 16,7-2-33-16,4-2-7 0,3-1-2 0,0-1 0 16,5-1-33-16,1-1-6 0,-2 0-2 0,3 0 0 0,-1-1-9 0,-1 2-3 15,3-1 0-15,-2 2 0 0,-2 0-5 0,0 0 0 16,0 0-1-16,0 0 0 0,10 16-15 0,-9-1 0 16,0 4 0-16,-1 6 0 0,0 7 10 0,2-1-10 15,0 5 10-15,3-1-10 0,5-4 0 0,5-3 0 16,3-8 0-16,12-5 0 0,11-9-12 0,15-15-9 15,12-13-2-15,17-19-972 16</inkml:trace>
  <inkml:trace contextRef="#ctx0" brushRef="#br0" timeOffset="2800.57">28823 4871 1036 0,'-3'0'92'0,"2"0"-73"0,0 0-19 0,1 0 0 16,0 0 90-16,0 0 14 0,0 0 4 0,-1 0 0 16,1 0-36-16,-2 0-8 0,2 0 0 0,0 0-1 15,0 0-7-15,0 0-2 0,0 0 0 0,0 0 0 0,0 0-5 0,-18-13-1 16,13 10 0-16,0-1 0 0,0 2-14 0,-1-5-3 16,-2 4-1-16,1-2 0 0,-3 0-15 0,0-4-3 15,-2 3-1-15,-2 0 0 0,-1 2-11 0,-2-2 0 16,0 2 0-16,-2-2 8 0,1 3-8 0,-1 0 0 15,2 0 0-15,-3 1 0 0,0 1 0 0,-1 1 0 16,-1 1 0-16,-2 1 0 0,0 2-9 0,-1 1 9 16,-2 2-12-16,-2 2 12 0,-2 1-20 0,-2 2 4 15,-5 1 0-15,-3-1 0 0,-2 2-7 0,1-2-1 16,2 0 0-16,2 1 0 0,-1-1 9 0,3-1 2 16,4 0 0-16,5-1 0 0,5-2 13 0,3-3 0 15,4-2 0-15,4 0 0 0,5-3 8 0,0 0-8 16,2 0 9-16,2 0-9 0,1 0 11 0,-2-3-11 15,2 3 12-15,-2 0-12 0,2 0 13 0,-1 0-4 0,-1 3-1 0,1-2 0 16,0 3 8-16,0 1 2 0,0-2 0 0,-2 6 0 16,1 1-1-16,1 2 0 0,-1 2 0 0,2 2 0 15,1 0-4-15,1 5-1 0,1-2 0 0,1 3 0 16,4-2-12-16,-1 2 9 0,2 0-9 0,2-1 8 16,-1 1-8-16,1-2 0 0,0 1 0 0,0-1 0 15,-2-1 0-15,0-1 0 0,-2-2 0 0,0 3 0 16,-2 1 0-16,-3-1 0 0,1 2 0 0,-2-1 0 15,-1 1 0-15,-1 1 0 0,-2 2 0 0,3-1 0 16,-2 0-8-16,2-4 8 0,1 0-10 0,1-3 10 16,1 0-35-16,1-6-1 0,1-1 0 0,0-3 0 15,1-2-92-15,-2-2-20 0,0-2-3 0,1 0-612 16</inkml:trace>
  <inkml:trace contextRef="#ctx0" brushRef="#br0" timeOffset="3038.83">27721 5288 633 0,'-6'6'28'0,"2"-5"6"0,0 4-34 0,2-4 0 0,1 2 0 0,1-1 0 0,0 2 286 0,-2 2 50 16,1 4 11-16,-1 2 1 0,-1 7-224 0,1 1-44 15,-2-1-10-15,0 2-2 0,1 2-31 0,-1-1-6 16,1 3-2-16,2 1 0 0,2-4-19 0,3 3-10 0,5-6 10 0,3 0-10 15,7-3 0-15,7-4 0 0,3-9-8 16,6-6 8-16,6-9-47 0,7-8-2 0,11-11-1 16,7-7 0-1,6-5-28-15,3 1-6 0,5-3 0 0,-4 1-474 0,-4 0-94 16</inkml:trace>
  <inkml:trace contextRef="#ctx0" brushRef="#br0" timeOffset="4050.17">26386 6925 680 0,'-7'-3'30'0,"4"1"6"0,0 1-28 0,2-2-8 0,2 3 0 0,2-4 0 16,-1-1 35-16,4-2 5 0,4-5 2 0,6-4 0 16,5-7 0-16,4 1 0 0,1-3 0 0,2 3 0 0,1 2 3 15,-3-1 1-15,2 5 0 0,-3 0 0 0,-3 4 22 0,-1 2 4 16,-3 4 0-16,-4 3 1 0,-1 3 8 0,-3 3 2 15,-4-1 0-15,-1 3 0 0,-1 4-27 0,-1-3-4 16,2 4-2-16,0-2 0 0,1 2-20 0,2 0-4 16,3 0-1-16,-1 1 0 0,2-1-16 0,2 0-9 15,2-4 10-15,2 0-10 0,1-2 13 0,2-1-3 16,2-3-1-16,3 0 0 0,2-3 11 0,0-1 3 16,2 2 0-16,-1 1 0 0,4-2 4 0,-3 0 1 15,0 3 0-15,0 0 0 0,-1 1 2 0,1 4 1 16,-5-5 0-16,0 1 0 0,1 1-13 0,1-2-2 15,1 0-1-15,1-2 0 0,0 1-15 0,5-4 0 0,0 4 0 16,0-6 0-16,-2 5 0 0,3-4 0 16,0 0-12-16,1 2 12 0,0 0-14 0,-3 4 4 0,-2-2 1 0,-2 2 0 15,-3-3 9-15,-3 3 0 0,1 3 0 0,-3-1 0 16,-1-1 0-16,1 2 0 0,-2-1 0 0,1 0 0 16,-3 0 0-16,3 2 0 0,0-4 0 0,1 2 0 15,3 2 0-15,0-2 0 0,2 0 0 0,4 0 0 16,2-2 0-16,0 0 0 0,3 0 0 0,-4-2 0 15,-3 0 0-15,1 0 0 0,-1 2 0 0,-1-3 0 16,1 2 0-16,-1 1-8 0,-1 0 8 0,0 4 0 16,-2-2 0-16,-1 0 0 0,3 0 0 0,2 2 0 15,2-2 0-15,4 2 0 0,7-2 0 0,-1 0 0 16,1 0 0-16,-3-2 0 0,1 0 0 0,-1-2-8 0,-1 0 8 16,0 2 0-16,1 0-9 0,-1 0 9 0,2 2 0 0,-5 3 0 15,1 1 0-15,-1 0 0 0,2 4 0 0,-1 0 0 16,-2 2 0-16,-3-2 0 0,0 0 0 0,-1 1 0 15,-2 3-9-15,1-4 9 0,0 2 0 0,1-3 0 16,-1 0 0-16,3-1 0 0,1 1 0 0,-1-3 0 16,4 1 0-16,-3-2 0 0,2-4-9 0,2 2 9 15,-2-7-13-15,-1-2-663 16,0-4-133-16</inkml:trace>
  <inkml:trace contextRef="#ctx0" brushRef="#br0" timeOffset="5033.66">29525 4643 810 0,'1'-8'36'0,"-2"3"7"0,2-2-35 0,-1 5-8 15,-1 2 0-15,1-2 0 0,0 2 114 0,0-2 21 16,-2 0 4-16,0-2 1 0,1 0-16 0,-3 2-2 15,1-1-1-15,-2 2 0 0,1 1-31 0,-1 0-6 16,1 1-2-16,0 2 0 0,1 1-43 0,1-1-9 16,2 4-2-16,0 4 0 0,1 0-28 0,1 10 0 15,2 4 0-15,0 7 0 0,-2 2 10 0,-1 11-10 0,1 3 10 16,-2 9-10-16,0 6 12 0,1 4-4 0,-1 2-8 0,1 0 12 16,0-3-12-16,3-3 0 0,2-3 0 0,3-3 0 15,0-8-50-15,2-2-3 0,1-4-1 0,3-7 0 31,1-5-19-31,3-5-4 0,0-5-1 0,4-8 0 0,0 0 34 0,1-7 8 0,0-3 0 0,-1 0 1 16,-2-6 23-16,-4 0 12 0,-2 0-12 0,-3-4 12 16,-2-5-23-16,-4-5 3 0,-1-1 0 0</inkml:trace>
  <inkml:trace contextRef="#ctx0" brushRef="#br0" timeOffset="5333.23">29638 4804 1036 0,'-11'-10'46'0,"3"4"10"0,3 0-45 0,3 1-11 16,2 4 0-16,1 1 0 0,0 0 153 0,-1-3 29 16,4-1 6-16,1 1 0 0,3-2-100 0,4 1-20 15,0 2-4-15,2-2 0 0,2 6-7 0,-2-2-1 16,4 0 0-16,-3 4 0 0,1-2-9 0,-1 5-3 16,-2-1 0-16,0-1 0 0,-1 3-12 0,-1 1-4 15,0-1 0-15,0 1 0 0,-2 3-12 0,1-3-2 16,0 1-1-16,-2 3 0 0,1-1-13 0,0 0 0 15,-2 2 0-15,1-2 0 0,-2 1 0 0,0-3 0 16,-1 2 0-16,-1-6 0 0,-1 2 0 0,0-2 0 16,-2 2 0-16,-2-1 0 0,-1-4-8 0,-1 4 8 15,-2-1-12-15,-5 0 12 0,0 1-20 0,-4 4 2 0,-4-1 1 16,-3 4 0-16,-4 2-32 0,-1 1-7 0,0 1 0 0,0-1-1 31,-1-1-88-31,4 0-18 0,3 0-3 0</inkml:trace>
  <inkml:trace contextRef="#ctx0" brushRef="#br0" timeOffset="6000.72">30075 5196 288 0,'8'4'12'0,"-3"-2"4"15,1 2-16-15,-1-2 0 0,-1-2 0 0,-3 2 0 16,3 0 164-16,0 1 29 0,4 0 7 0,2 3 0 0,1 1-55 0,-1-1-11 15,1 0-2-15,0-2-1 16,0-2-47-16,-1-1-10 0,1-1-2 0,-1-1 0 0,0-1-23 0,-1-2-5 16,-1-2 0-16,0-3-1 0,2 2-11 0,-4-4-3 15,0 1 0-15,-1 0 0 0,-1-3-17 0,-2 1-3 16,2 2-1-16,-4-5 0 0,0 4-8 0,-3-4-11 16,1 2 3-16,-3 0 0 0,0 1 8 0,-1 2-12 15,0-2 12-15,-1 3-12 0,3 2 12 0,-5 1 8 16,-1-1-8-16,-1 4 11 0,2 0 1 0,1 1 0 15,0 2 0-15,1 2 0 0,1 1-12 0,1 3 0 16,-2 4 0-16,4 2 0 0,-1 5 0 0,1 4 0 16,2 2-9-16,1 1 9 0,1 2-12 0,1-1 4 15,1 1 8-15,4-1-13 0,1-3-15 0,2 0-2 16,3-3-1-16,1-3 0 0,5-4-21 0,2-2-4 0,1-4 0 16,4-6-1-1,3-2-22-15,3-7-4 0,2-2-1 0,2-5 0 16,1 1 4-16,0-5 1 0,2-1 0 0,-2 2 0 0,-3 0 51 0,-4-1 9 0,-3 3 3 0,-6 1 0 15,-2 2 83-15,-4-1 17 0,-3 3 3 0,-3 2 1 16,-3 0 32-16,-4 4 6 0,0 0 2 0,-2 2 0 16,-2 1-32-16,1-2-7 0,0 3-1 0,-1 2 0 15,-1 0-52-15,1 0-10 0,-1 0-2 0,1 4-1 16,-1 2-23-16,-1 4-8 0,-1 5 0 0,2 1 0 16,-2 4-8-16,-1 2 0 0,1-1-1 0,0 1 0 15,2 1 1-15,3-4 1 0,2 0 0 0,1-3 0 16,3-4 6-16,2-3 1 0,3 1 0 0,-1-6 0 15,0-1-4-15,-2 0-1 0,2-6 0 0,0 0 0 0,-2-1 13 0,-2-2 0 16,0 0 0-16,-1-4 10 0,-1 1 10 16,-2-5 3-16,1 2 0 0,-3 0 0 0,0-1-3 0,-2-3-1 15,0 0 0-15,-1 0 0 0,1-2-6 0,1-3-1 16,1 3 0-16,-2 0 0 0,2 2-12 0,2 0 0 16,-1 1 0-16,-1 2 0 0,1 6-20 0,0-2 0 15,1 6 0-15,-1 0 0 0,0 3-12 0,-1 0-4 16,0 0 0-16,3 0 0 15,-1 3-39-15,3-3-8 0,0 0-1 0</inkml:trace>
  <inkml:trace contextRef="#ctx0" brushRef="#br0" timeOffset="6783.01">31389 4554 1152 0,'-9'1'102'0,"2"2"-82"0,0-1-20 0,1 2 0 15,1-1 153-15,-1-3 27 0,1 3 4 0,-4 3 2 16,-4 1-109-16,-6 3-21 0,-3 2-5 0,-3 2-1 15,2 0-34-15,1-1-6 0,2 0-2 0,1 2 0 16,3 1-8-16,1-2 0 0,3 1 0 0,2 1 0 0,1-3 0 0,4 2 0 16,1 4-12-16,0-3 12 0,1 2-14 0,2 5 5 15,1 5 1-15,0 4 0 0,3 5-4 0,-1 8-1 16,2-1 0-16,1 5 0 0,2 0-11 0,3-4-1 16,1-1-1-16,3-7 0 0,1-1-5 0,1-4-1 15,3 2 0-15,0-5 0 0,1 2-12 0,-4-9-2 16,-1 1-1-16,-2-4 0 0,0 3 47 0,-3-4 0 15,-3-1 10-15,-3-2-2 0,-2 1 14 0,-3-1 2 16,-4-5 1-16,-1 0 0 0,-5-1-6 0,-3-6-2 16,-3 3 0-16,-3-2 0 15,-4-4-77-15,0-2-15 0,-3-3-3 0</inkml:trace>
  <inkml:trace contextRef="#ctx0" brushRef="#br0" timeOffset="7450.28">30668 5129 1324 0,'-4'0'118'0,"2"0"-94"0,2 0-24 0,1 0 0 16,1 1 50-16,3-1 6 0,1 0 0 0,4 0 1 15,6 0-33-15,5-1-6 0,8 1-2 0,0-2 0 16,2-2 13-16,2 2 3 0,2-2 0 0,2-2 0 16,1 0-10-16,0-3-2 0,0 3 0 0,-1-1 0 15,2 3-11-15,-3-3-9 0,1 1 12 0,-4 0-12 16,-2 0 16-16,-4 0-3 0,-1 2-1 0,-6 1 0 15,-4 0 16-15,-4 0 4 0,-3 1 0 0,-2 1 0 0,-2 2 0 0,-2 1 1 16,-2 1 0-16,0 0 0 0,1 1-17 0,-2 5-3 16,-2 1-1-16,1 0 0 0,-1 4-12 15,0-1 0-15,1 3 0 0,1 2 0 0,1-2 0 0,3 1-10 16,0-1 2-16,1-4 0 0,1 2 8 0,1-2-12 16,1-2 12-16,0-1-12 0,2-1 12 0,0-3 0 15,0 0 0-15,0-4 0 0,0-2 0 0,0 1 0 16,0-6 0-16,-2 0 8 0,2 0 8 0,0-7 3 15,-1 3 0-15,-2-2 0 0,1-2 1 0,-3-1 0 16,-1-3 0-16,-1 2 0 0,-2 2 7 0,-1-1 1 16,-2 2 1-16,-2-5 0 0,-1 2 9 0,-2 0 2 15,-1 3 0-15,-2-3 0 0,2 1-32 0,-2 1-8 16,0 2 0-16,0 2 0 0,0 4-23 0,3 0-9 16,-1 3-1-16,2-1-1 0,1 4-22 0,1 0-4 0,3 0 0 15,1 0-1 1,3 0-19-16,2 0-4 0,1 4-1 0,2-4 0 0,2 0 41 0,3 0 8 0,-1 3 1 0,2-3 1 15,-2-3 49-15,4 3 9 0,3 0 3 0,-1-2 0 16,2 0 15-16,1 2 3 0,0 0 1 0,-1 4 0 16,-2-1-18-16,0 3-3 0,-2 4-1 0,-3-3 0 15,-2 4 0-15,-1 3 0 0,-3 2 0 0,-4 2 0 16,0-1-8-16,-3 4-1 0,-1-2-1 0,-3-3 0 16,0 3-14-16,0-5 0 0,2-3 0 0,1-1 0 15,1-7-25-15,0 0-8 0,3-3-2 0,0 0 0 16,2-5-15-16,1-3-3 0,1 0-1 0,3-2 0 15,0-3 34-15,1 0 6 0,0-3 2 0,1-3 0 16,-4 1 20-16,2-1 5 0,-2 1 1 0,-4 0 0 16,0 2 17-16,-3 1 3 0,-1 2 1 0,-1 0 0 15,-3 4 7-15,2 0 2 0,0 3 0 0,-1 3 0 0,1 2-29 0,0-2-6 16,1 6-1-16,0-3 0 16,2 4-100-16,2 2-21 0,2 0-4 0,-1 0-459 15,4 0-92-15</inkml:trace>
  <inkml:trace contextRef="#ctx0" brushRef="#br0" timeOffset="8866.26">32011 5070 950 0,'1'-4'42'0,"0"2"9"0,2-1-41 0,-2 2-10 0,1-1 0 0,-2-1 0 15,1 2 52-15,1-3 9 0,0-1 2 0,2-2 0 16,1-3-45-16,-1 1-9 0,-1-1-1 0,0 4-8 16,-1 0 24-16,-1 0-1 0,1 2-1 0,-2 2 0 15,0-2 46-15,0 4 10 0,1-3 2 0,0 3 0 16,0-2-24-16,2 1-4 0,-1 1 0 0,1 0-1 15,1 3-34-15,-1-3-6 0,-2 4-2 0,3 1 0 16,-1-1 0-16,-1 2 0 0,1 1 0 0,-2 0 0 16,-1 1-9-16,0-2 0 0,0 1 0 0,0-1 0 15,0 0 0-15,0-2 0 0,-1-1 0 0,1 0 0 0,-2-1 8 0,4 0-8 16,-2 0 8-16,1-2-8 0,1 0 12 0,0-2-4 16,0 0 0-16,-1 1 0 0,2 0 0 0,-1-2-8 15,-2 3 12-15,0 0-4 0,0 0-8 0,0 0 0 16,0 0 0-16,9-18 8 0,-8 17-8 0,-1-4 0 15,1 0 0-15,1-2 0 0,-1 1 8 0,0 0 0 16,0-3 0-16,-1 2 0 0,2 1 7 0,-2-3 1 16,1 2 0-16,-2 1 0 0,-1-1 1 0,1 1 1 15,0 1 0-15,-2 2 0 0,1-1 6 0,-1 4 0 16,2-3 1-16,-1 3 0 0,-1 3-16 0,1-1-9 16,1 2 10-16,-2 2-10 0,2 2 0 0,0 3-8 15,-1 0-1-15,1 4 0 0,1 1 9 0,-1-1-13 16,1 1 5-16,0-3 8 0,1 2-8 0,0-2 8 15,-1-2 0-15,0 0 0 0,3-5 0 0,-2-1 0 0,0 0-9 16,1-1 9-16,-1-4 0 0,-1 0 0 0,1 0 0 0,-1 0 0 16,0-3 16-16,-1 2-2 0,1-2-1 0,0-3 0 15,0 3-13-15,0 3 8 0,0 0-8 0,5-26 0 16,-2 17-10-16,2-5-8 0,2 6-2 0,0-2 0 16,0-1 4-16,2 3 0 0,0 2 0 0,-1 0 0 15,0 2 16-15,-1 2-12 0,1 0 12 0,-1 2-10 16,0 2 10-16,1 1 16 0,-1 2-4 0,2 1-1 15,1 1 8-15,-2-2 1 0,1 3 1 0,0-2 0 16,1 3-13-16,-2-1-8 0,2 0 8 0,0 2-8 16,0-4 0-16,0-3 8 0,2 0-8 0,2-3 0 15,1-3-11-15,3-2-6 0,2-5-2 0,2 0 0 0,3-2-1 16,-1-3-1-16,1-3 0 0,-1 1 0 0,-1 0 21 0,-1 1-9 16,-5 1 9-16,-2 1 0 0,-4 2 8 0,-4 2 9 15,-3 1 2-15,-3 0 0 0,-3 4 31 0,-2 0 6 16,-1 0 2-16,-4 3 0 0,-1 0-2 0,-2 2 0 15,0 2 0-15,-1 2 0 0,-3 2-41 0,1 2-15 16,-1 0 9-16,-1 0-9 0,2 0 0 0,0 1-12 16,2 1 0-16,0 0 1 0,4 0-5 0,0 0 0 15,0-2-1-15,3-1 0 0,1 1 4 0,1-2 1 16,2 2 0-16,1-2 0 0,2 0 3 0,1-3 1 16,2 2 0-16,2-3 0 0,2 1-11 0,0-3-1 15,3 0-1-15,3-3 0 0,1-1 4 0,1-2 1 16,1-2 0-16,1 0 0 0,1-2 16 0,-1 2 0 15,-3-2 0-15,-2 0 0 0,0 1 14 0,-2 0-3 0,-1 5-1 16,-3-1 0-16,-1 1 7 0,-2 0 2 0,0 4 0 0,-2-2 0 16,1 2-7-16,-1 0-2 0,0 0 0 0,1 0 0 15,-1 2-10-15,1-2-11 0,-1 4 3 0,1 2 0 16,-1 0-6-16,0 0-1 0,0 1 0 0,-1-1 0 16,2-1 15-16,-2 1 0 0,1-1 0 0,0 1 0 15,-1-2 0-15,0-2 0 0,2 2 0 0,-2-4 0 16,1 0 10-16,0 0-10 0,0 0 8 0,2-3-8 15,1 2 16-15,1-4-1 0,1 2-1 0,3-6 0 16,4 1-14-16,-1-1 0 0,5 0 0 0,-2-1 0 16,1 0 0-16,-3 4 0 0,-2-3 0 0,-2 6 0 15,-3-1 0-15,1 1 0 0,-3 3 0 0,0 0 0 16,0 0 0-16,-2 3 12 0,1 1-1 0,-1-2-1 0,0 3 2 16,0 1 0-16,-1 0 0 0,2 3 0 0,0 1-12 0,1 0 0 15,-1 1 9-15,5 3-9 0,0-2 0 0,3 0 0 16,2-2 0-16,3-1-12 0,2 1-13 0,2-4-3 15,1 0-1-15,4-2 0 0,-3 0 6 0,5-2 2 16,-1-1 0-16,0-2 0 0,-2 1 21 0,-3-4 0 16,0-1 0-16,-3 2 0 0,-2-4 41 0,-2 1 3 15,-4-1 1-15,-1 1 0 0,-4-1 5 0,-1-1 1 16,-1 0 0-16,-4 0 0 0,-1 2-12 0,-3-4-3 16,-1 1 0-16,-3-1 0 0,-1 0-4 0,-3-2 0 15,1-1-1-15,-1 0 0 0,0 1-31 0,0 2-10 16,3-3 0-16,-1 5 0 0,2 0-22 0,2 2-4 15,1 4 0-15,0-2-1 0,1 4-1 0,1 1 0 0,0 4 0 0,1-1 0 16,1 3 21-16,-1 4 4 0,2-1 1 16,-1 3 0-16,2-1 12 0,1 4-9 0,-1 0 9 0,3 3-8 15,0-2 8-15,1 1 0 0,2 1 0 16,0-3 0-16,2 0 0 0,-1-1 0 0,2-3-9 0,1-2 9 16,0 0-35-16,2-1-2 0,2-3-1 0,3 1 0 31,3 0-47-31,0-1-10 0,-1-4-1 0,0 2-1 0,1 2-18 15,0-2-3-15,-1 0-1 0</inkml:trace>
  <inkml:trace contextRef="#ctx0" brushRef="#br0" timeOffset="10183.91">29963 6236 633 0,'1'-2'56'0,"-1"0"-44"0,1 1-12 0,1 1 0 16,-1 0 221-16,0-1 43 0,0 1 8 0,2-3 1 16,0 2-140-16,1-1-28 0,1 4-5 0,1-1-2 15,2 8-26-15,-2 1-6 0,3 3-1 0,-1 9 0 16,2 6-42-16,1 3-9 0,3 1-2 0,-1 4 0 16,2-2-12-16,1 1 0 0,3-3 0 0,-2-3 0 15,4-2 0-15,2-7 0 0,1-2 0 0,1-8 0 0,1-1-18 0,-3-3 3 16,-3-5 1-16,-1 2 0 0,-4-1 14 0,-2-4 0 15,-3-2-10-15,-1 0 10 0,-3 2 0 0,0-4 0 16,-3-3 0-16,-3 2 0 0,0-2 8 0,-2-3-8 16,0-2 0-16,-3-2 8 0,0-3-8 0,0 0 0 15,1-3 0-15,1 0 8 0,-1-4-24 0,0 2-4 16,2-2-2-16,-2-3 0 0,2-2-8 0,-2 5-2 16,1-2 0-16,0 3 0 0,0 4 19 0,-1 4 3 15,2 4 1-15,0 5 0 0,-1 4 9 0,1 0 0 16,-1 4 0-16,-1 4 0 0,2-2 16 0,-2 5 1 15,1-2 1-15,1 3 0 0,-1 1-18 0,3 2 0 16,2 0 0-16,3-3 0 0,1 0 0 0,4-2-14 16,4-2 4-16,4-4 1 0,3 0-22 0,5-7-4 0,3-2-1 15,0-3 0-15,3-2 5 0,4-3 1 0,1-1 0 0,2 0 0 16,-1-1 30-16,-2 1-9 0,-3 2 9 0,-3 2 0 16,-6 3 30-16,-5 4 11 0,-4 3 3 0,-5 1 0 15,-4 3 23-15,-2 4 5 0,-3 1 0 0,-2 2 1 16,-3 6-10-16,-2 3-3 0,-4 6 0 0,-3 3 0 15,-4 1-28-15,-1 2-5 0,-4 3-2 0,-1-2 0 16,4-3-17-16,-1-2-8 0,1-1 8 0,2-5-8 16,3-5 0-16,3-4-17 0,3-1 2 0,3-3 1 15,2-4-38-15,3-2-7 0,1 1-1 0,1-3-1 16,1 0-12-16,2-4-3 0,3-2 0 0,0 0 0 16,3-3 37-16,3-1 7 0,0 1 2 0,2 1 0 15,2-2 30-15,3-2 0 0,2 2 11 0,0-2-3 0,1 1 17 16,-2 2 4-16,-2 2 1 0,-3 4 0 0,-2 0 18 0,-3 3 3 15,-1 2 1-15,-3 2 0 0,-1 2-1 0,-2 3 0 16,0 0 0-16,-1 4 0 0,-1-3-18 0,1 5-3 16,-1 4-1-16,-1-4 0 0,-1 0-29 0,1 2 0 15,0-4-8-15,3 0 8 16,1-2-110-16,2-1-15 0,5-4-3 0,1-3-519 16,4-3-103-16</inkml:trace>
  <inkml:trace contextRef="#ctx0" brushRef="#br0" timeOffset="10499.59">31324 6309 403 0,'5'-3'36'0,"-1"3"-36"0,-2 0 0 0,-2 0 0 0,0 0 226 0,0 0 38 15,3 0 8-15,1 0 2 0,-1 3-150 0,1-3-29 16,0 0-7-16,-2 2 0 0,1 0-50 0,-2 0-10 0,1 2-1 0,0-2-1 16,-1 2-26-16,1-2 0 0,1 2 0 0,1-1 0 15,2 0 0-15,0-3 0 0,3 3 0 0,-1-6-11 16,3 3 11-16,3-3 0 0,1-2 10 0,2-1-10 15,-2-2 31-15,1 2 0 0,0 0 0 0,-2 0 0 16,-1-2 17-16,-3 2 4 0,0 1 1 0,-3 1 0 16,-2-2 0-16,-3 2 0 0,-1 1 0 0,-2 0 0 15,-2 0-5-15,-2 0-2 0,-2-1 0 0,-3-2 0 16,0 0-17-16,-2-3-3 0,-1 2-1 0,1-5 0 16,0-1-33-16,-1-3-8 0,2 1 0 0,1-1-1 15,2 3-27-15,0 1-4 0,3 3-2 0,1 2 0 0,2 4 3 0,0-1 1 16,3 4 0-16,-1 1 0 0,1 4-18 0,1 1-4 15,2 4-1-15,1 0-523 16,1 4-105-16</inkml:trace>
  <inkml:trace contextRef="#ctx0" brushRef="#br0" timeOffset="11366.84">31802 6305 1450 0,'2'1'64'0,"-1"-1"14"0,2-1-62 0,-1 1-16 15,1 0 0-15,-2 0 0 0,0 0 68 0,2-2 10 16,-1 2 2-16,2-3 1 0,1 2 10 0,-1-1 1 16,0-2 1-16,-1-1 0 0,1 1-14 0,-3 1-3 0,0-6-1 15,0 3 0-15,2-1-15 0,-1 0-4 0,1 1 0 16,-2-3 0-16,2 2-26 0,-1-3-6 0,-1 1 0 0,0 1-1 16,-1 0-11-16,0-2-1 0,-1 2-1 0,-1 0 0 15,-1 2-10-15,-2 1 10 0,0 1-10 0,-2 4 10 16,-2 0 2-16,-3 7 0 0,-2-1 0 0,-3 6 0 15,-3 7-12-15,0 0-9 0,1 4 9 0,0 1-13 16,3-1-9-16,2-1-2 0,5 0 0 0,2-3 0 16,6-3-20-16,4-6-4 0,3 0 0 0,4-5-1 31,5-4-28-31,6-2-6 0,6-11-1 0,4-1 0 0,2-8 32 0,2-3 7 0,-2 0 1 0,4-7 0 16,-2-1 31-16,-2-1 13 0,-3 1-11 0,-5 4 11 15,-6-1 35-15,-3 5 13 0,-3 1 2 0,-5 1 1 0,0 0 30 16,-6 0 7-16,-2 1 0 0,-1 2 1 15,-3 2-21-15,-2 2-4 0,-2 1 0 0,-1 3-1 0,0 1-34 0,1 4-6 16,-2 2-2-16,2 1 0 0,1 3-21 0,-1 1 0 16,0 4-10-16,-1-1 10 0,3 3-20 0,0 4 2 15,2 1 1-15,0 4 0 0,3 2-1 0,0 3 0 16,2 4 0-16,3 1 0 0,2-1 18 0,1 0-12 16,5 0 12-16,-1-5-10 0,4 1 10 0,-1-4 0 15,4-1 0-15,-1-1 0 0,2-1 0 0,-2-2-10 16,-1-1 10-16,0-1 0 0,0 0 0 0,-1-4 0 15,0 1 0-15,1-2 0 0,0-1 0 0,1-1 0 16,3-6 0-16,1-1 9 0,0-4 3 0,3-5 0 16,1 0 0-16,1-3 0 0,-1-3-4 0,4-3 0 15,0-3 0-15,1-3 0 0,-3 2-8 0,-1-3 0 16,-1-2 0-16,-3 2 0 0,-3 0 0 0,-4 5 0 0,-4-1 8 16,-4 3-8-16,-3 2 0 0,-3 2 8 0,-2 5-8 0,-4 3 8 15,-1 4 5-15,-4 0 1 0,-1 6 0 0,-4 0 0 16,-3 6-5-16,-1 1-1 0,-2 8 0 0,-3-1 0 15,2 4-8-15,0 3-9 0,-2 1 9 0,3 4-13 16,1 3 5-16,2 2 8 0,2-3-13 0,3 1 5 16,6-3 8-16,4-4-13 0,7-7 5 0,4 1 8 15,4-6-29-15,5-4 1 0,6-4 1 0,3-2 0 16,2-2-12-16,4-7-2 0,3-1-1 0,1 0 0 16,2-4 20-16,-1 1 4 0,-1 0 1 0,-1-1 0 15,-3 2 17-15,-5-1 14 0,-5 3-2 0,-3-1-1 16,-6 4 25-16,-3-3 6 0,-4 4 1 0,-1 0 0 15,0-1 12-15,-2-1 2 0,-2 2 1 0,0-2 0 0,0-2-9 0,1 2-1 16,-1-2-1-16,0 0 0 0,2 1-35 0,-2 3-12 16,1 0 9-16,0 2-9 0,-1 4 0 0,0 0 0 15,0 0 0-15,1 6 0 0,-2 2-15 0,1 7 5 16,-1 3 1-16,0 8 0 0,-1 5 9 0,-2 7-8 16,1 3 8-16,-1 4-8 0,2 2 8 0,0-5-13 15,3-1 5-15,3-7 8 16,4-9-72-16,6-3-6 0,7-6-2 0</inkml:trace>
  <inkml:trace contextRef="#ctx0" brushRef="#br0" timeOffset="19432.97">30320 7393 633 0,'3'0'56'0,"-3"0"-44"0,0 0-12 0,0 0 0 0,0 0 156 0,0 0 30 0,0 0 6 0,0-2 0 15,0 2-71-15,-2-1-14 0,0 1-3 0,2 0-1 16,0 0-36-16,0 0-7 0,0 0-2 0,-26-6 0 15,16 7-10-15,-1 1-1 0,-1 4-1 0,-2-2 0 16,0 1-3-16,-3 0-1 0,0 4 0 0,-2-1 0 16,2-1-1-16,-2 2 0 0,-2-2 0 0,2 3 0 15,0-4-15-15,2 0-3 0,-1 1-1 0,2-2 0 0,2 1-9 0,-4-2-1 16,0 2-1-16,-2-4 0 0,0 0-11 0,-3 2 8 16,0-2-8-16,-3 4 8 0,-3-3-8 0,-3 4 0 15,-3-1 0-15,0 1 0 0,-1 1 0 0,2 0 0 16,2-2 0-16,2 0 0 0,5 0-17 0,2 0-6 15,2 1-1-15,2-4 0 0,4 4-11 0,2-5-2 16,-1 2-1-16,3-1 0 0,1 0 15 0,1 1 3 16,3-2 1-16,0-2 0 0,2 4 3 0,-1-2 0 15,3 0 0-15,-2 0 0 0,2-2-20 0,-2 2-4 16,0-2-1-16,1 2-574 16,-1 0-114-16</inkml:trace>
  <inkml:trace contextRef="#ctx0" brushRef="#br0" timeOffset="19784.93">29563 7390 626 0,'0'1'28'0,"0"1"5"0,0-2-33 0,0 0 0 0,0 3 0 0,0-3 0 16,0 0 89-16,0 0 11 0,-1 4 3 0,1-4 0 16,-2 2 23-16,2-2 5 0,0 0 1 0,0 0 0 15,0 0-34-15,0 0-6 0,0 0-2 0,0 0 0 16,-15 14-2-16,10-12 0 0,0-1 0 0,-1 2 0 15,-2-1-19-15,1 2-4 0,-2 0-1 0,-2 1 0 16,-1 2-40-16,-1 2-8 0,0-2-1 0,-1 2-1 16,1 3-14-16,-2-1 8 0,1 0-8 0,1 2 0 15,3 0 0-15,0 0 0 0,1-1 0 0,3 1 0 0,1-4 0 0,1 1 0 16,2-1 0-16,1-2 0 0,1 2 0 0,0-3 0 16,0 0-8-16,1 1 8 0,0-2 0 0,2 0 0 15,0 1 0-15,1 0 0 0,1 0 0 0,1 1 0 16,3 2 0-16,1 4 0 0,2-4 0 0,4 4-8 15,1-2 8-15,4 0 0 0,0-1 0 0,4 0 0 16,5 0-8-16,2 0 8 0,3 1 0 0,-1-4 0 16,3 2 0-16,-1-3 0 15,4 0-84-15,-2-2-14 0,-1-4-2 0</inkml:trace>
  <inkml:trace contextRef="#ctx0" brushRef="#br0" timeOffset="23783.65">29423 8190 172 0,'1'0'16'0,"-1"0"-16"0,1 0 0 0,-1 0 0 0,0 0 186 0,0 0 34 0,0 0 8 0,1-3 0 0,-1 3-100 0,0-1-21 15,0 1-4-15,0 0-1 0,0 0-14 0,0 0-4 16,0 0 0-16,0 0 0 0,0 0-20 0,0 0-4 16,0 0 0-16,0 0-1 0,0 0-25 0,0 0-5 15,0 0-1-15,0 0 0 0,0 0-9 0,0 0-3 0,0 0 0 0,0 0 0 16,0 0 8-16,0 0 0 0,0 0 1 0,0 0 0 15,0 0 0-15,14 16 0 0,-13-15 0 0,-1 2 0 16,1-1-6-16,1-2-2 0,-2 4 0 0,1-4 0 16,0 4-3-16,-1-2-1 0,1-1 0 0,-1 1 0 15,0-1-3-15,0 1-1 0,0-2 0 0,1 0 0 16,-1 2-9-16,2-2 0 0,-1 0 9 0,-1 0-9 16,1 2 0-16,0-2 0 0,2 0 0 0,-3 0 8 15,0 0-8-15,0 0 0 0,0 0 0 0,0 0 0 16,0 0 0-16,16 19 0 0,-10-17 0 0,0 2-8 15,2 2 8-15,-1-2 0 0,1 2 0 0,-1-2 0 0,2 2 0 0,-2 0 9 16,2 0-9-16,-1 0 0 16,0 1 0-16,0-1 0 0,0 0 0 0,-2-2 0 0,0 2 0 0,-1-2 0 15,-1 2 0-15,1-3 0 0,-1 2 8 0,1 2-8 16,-2-1 0-16,1-1 0 0,0 1 0 0,1-1 0 16,0 1 0-16,2 0 0 0,-1-1 0 0,0 0 0 15,0 1 0-15,-1-2 0 0,0-2 0 0,0 2 0 16,-1-1 0-16,0 0 0 0,-2-1 0 0,1 0 0 15,-2-2 0-15,-1 3 0 0,0-3 12 0,-1 0-12 16,-2 1 12-16,-3-1-12 0,0 2 18 0,-3 1-3 16,-3 0-1-16,-3 1 0 0,-1 2-6 0,0 0 0 15,0 4-8-15,0 2 12 0,0-3-12 0,0 4 0 16,1 0 0-16,1 2 0 0,2 1 0 0,1 0-8 16,2-3 8-16,3 0 0 0,3 0-9 0,2-3 9 0,1 1 0 15,3 0-9-15,1 0 9 0,1 0-12 0,3 0 12 0,-1-1-12 16,1 0 12-16,0-1 0 0,0 1 0 0,0-1 0 15,4 0 0-15,0-3 0 0,-1 2 0 0,0-5 0 16,2 2 0-16,0-1 0 0,1 0 0 0,-1 1 0 16,1-2 0-16,-4-3 0 0,1 4 0 0,-1-1 0 15,-1-2 0-15,-3 1-8 0,-1 2 8 0,-2-1 0 16,1-1 0-16,-3-2 0 0,-1 1 0 0,2 2 0 16,-2-1 0-16,-2-2 0 0,4 0 0 0,-4 1 0 15,1-1 0-15,1 3 0 0,-1-3 0 0,0 0 0 16,1 0 0-16,-2 0 0 0,2 0 0 0,-1 1 0 15,1-1 0-15,0 0-8 0,0 0 8 0,0 0-12 16,0 0 4-16,0 0 0 0,1 25 0 0,-1-15 0 0,0 1 8 16,0 2-10-16,-1 9 10 0,1-3-10 0,-1 4-5 15,2-1-1-15,0 3 0 0,2-2 0 0,2 2-1 0,1-3-1 16,3-1 0-16,3-2 0 0,0-2 10 16,3-2 8-16,-1-3-12 0,-1-2 12 0,1-4 0 0,0 2 0 15,-1-2 0-15,-2-1 0 0,-1-2 0 0,-1-1 0 16,0 0 0-16,-5-2 9 0,1 0 3 0,-2 0 0 15,-2 0 0-15,0 0 0 0,-1-2 10 0,-1 0 2 16,-1 0 1-16,-2 1 0 0,0-4-9 0,-1 4-3 16,5 1 0-16,0 0 0 0,-17-13-13 0,10 11 0 15,-1-1 8-15,-1 2-8 0,0-3 0 0,0 4 0 16,-1-2 0-16,-1 4 0 0,0-2 0 0,-3 2 0 16,1 0 0-16,-3-1 0 0,-1 4 0 0,-2-1 0 0,-4 2 0 15,0 3 0-15,-6-2 0 0,2 2 0 0,-2-3 0 0,-1 4 0 16,1-4 15-16,6-2 0 0,1-2 0 0,2-2 0 15,4-2-15-15,2-4 0 0,2-1 0 0,3-2 0 32,2-4-84-32,3-3-19 0,4-2-4 0,3-2-885 0</inkml:trace>
  <inkml:trace contextRef="#ctx0" brushRef="#br0" timeOffset="28333.41">27323 9407 230 0,'6'-7'10'0,"-2"1"2"0,-1 3-12 0,-1 0 0 0,-1 1 0 0,-2 0 0 0,1 2 228 0,0 0 44 16,0-2 8-16,-2-1 1 0,0 2-142 0,-2 1-29 15,-2 0-6-15,1 0 0 0,0 0-46 0,0 0-9 0,2 1-1 0,-1 2-1 16,3-3-34-16,-1 0-13 0,1 0 11 0,2 0-11 16,2 0 0-16,-1-3 0 0,3 2 0 0,0 1 0 15,0-2 0-15,1 2 0 0,0 0 9 0,1-3-9 16,-1 3 27-16,1 3 0 0,1-3 0 0,-1 2 0 15,-1 2 1-15,3 2 1 0,1-3 0 0,1 1 0 16,3 1-9-16,-1-1-3 0,3 0 0 0,4-2 0 16,2 1-17-16,6-2 8 0,4 2-8 0,1-6 0 15,4 2 8-15,3 1-8 0,1-3 0 0,-1 0 0 16,-1-2 0-16,-2 3 0 0,-5-4 0 0,-1 3 0 16,-2-2 0-16,-1 1 0 0,-4 4 8 0,-3-4-8 15,-2 4 8-15,-2-2-8 0,-1 2 12 0,-1 2-12 16,0-2 22-16,0 0-2 0,2 0-1 0,1 0 0 15,0 0-19-15,1 0 8 0,0 0-8 0,2 0 0 0,0 0 0 0,-2 0 0 16,-2 0 0-16,-1-2 0 0,0 4 8 0,-1-2-8 16,-2-2 0-16,-2 2 0 0,-1 0 0 0,-2 0 0 15,-1 0 0-15,0 0 0 0,-1 2 0 0,-2-1 0 16,1 2 8-16,-2-1-8 0,2 2 0 0,-1-1 8 16,1-2-8-16,0 1 0 0,0 2 12 0,1-2-12 15,0 2 12-15,1-1-12 0,0-2 12 0,0 1-12 16,2 1 12-16,-2-3-12 0,1 1 24 0,1-1-3 15,-1 0 0-15,0 0 0 0,-1 0-5 0,-1 0-2 16,-2 0 0-16,1 0 0 0,-1 0-2 0,-2-1 0 16,2 1 0-16,-3 0 0 0,0 0-4 0,-1 0-8 15,0-3 11-15,0 3-11 0,0 3 0 0,-1-3 0 16,1 0 0-16,-1 1 0 0,1 2-8 0,0-3-9 0,0 0-2 16,0 0 0-1,0 0-155-15,0 0-31 0</inkml:trace>
  <inkml:trace contextRef="#ctx0" brushRef="#br0" timeOffset="31467.22">29368 8386 284 0,'0'3'12'0,"1"-3"4"0,-1 1-16 0,0-1 0 0,0 0 0 0,2 0 0 16,-1 0 104-16,0 0 19 0,0 0 3 0,1 3 1 15,-1-3-5-15,-1 0-1 0,0 0 0 0,0 0 0 16,0 0-9-16,0 0-3 0,0 0 0 0,22 3 0 0,-17-4-37 0,1 1-7 16,0-2-1-16,2-1-1 0,-1 2-27 0,2-3-6 15,-1-1-1-15,2 2 0 0,0-1-9 0,1 1-3 16,-1 0 0-16,3 0 0 0,-2-1-2 0,1 4-1 15,2 0 0-15,-3 0 0 0,4 0 5 0,0 4 1 16,1-4 0-16,0 3 0 0,2 0-8 0,2 0 0 16,0 1-1-16,2-2 0 0,0 2-11 0,2-2 8 15,-1-2-8-15,0 0 8 0,-2 0-8 0,0-2 8 16,0-1-8-16,0 2 8 0,-3-1-8 0,0-1 0 16,-2 2 0-16,-3-2 0 0,1 3 0 0,-3 0 0 15,-1 3 0-15,-2-3 0 0,1 4 12 0,-3-2-4 16,0 2 0-16,-1-2 0 0,-1 2 0 0,-1 0 0 15,-1-1 0-15,1 2 0 0,2-1-8 0,-2 0 0 16,3-2 9-16,1 1-9 0,-1-3 0 0,0 1 0 16,1-2 0-16,0 1 0 0,-1 0-8 0,0-3 0 0,-1 1 0 0,0 0 0 15,-3 0 8-15,0 2 0 0,-1-2-9 0,0 0 9 16,0 2-12-16,-1-2 3 0,-1 2 0 0,1 0 0 16,-1-3-34-16,1 2-6 0,0 1-2 0,0 0 0 31,0 0-146-31,0 0-30 0,0 0-5 0</inkml:trace>
  <inkml:trace contextRef="#ctx0" brushRef="#br0" timeOffset="32335.16">29933 8289 1119 0,'-1'2'49'0,"0"-2"11"0,1 0-48 0,0 0-12 16,0 0 0-16,0 0 0 0,0-2 84 0,1 2 13 15,-1-1 3-15,1 1 1 0,0 0-29 0,-1 0-5 16,0 0-2-16,0 0 0 0,0 0-11 0,0 0-2 15,0 0-1-15,0 0 0 0,0 0-34 0,0 0-6 16,0 0-2-16,0 0 0 0,18 19-9 0,-12-10 0 0,3-2 0 0,0 2 0 16,1-3 0-16,5 0 0 15,5-2 0-15,5 0 0 0,2-2 0 0,3 1 0 16,1-3 0-16,1 0 0 0,1-3 0 0,0 3 0 0,-2-2 0 0,-3 1 0 16,-5 1 0-16,-2-3 0 0,-4 3 0 0,-3 3 0 15,-4-2 0-15,-1 1 0 0,-5 1 9 0,-2 0-9 16,-1-1 34-16,-2 0 2 0,-2 2 1 0,0 1 0 15,-2-1 16-15,-2-1 3 0,0 3 1 0,-3 1 0 16,-1-1-18-16,-3 2-4 0,1 0-1 0,-2 1 0 16,0-2-23-16,-2-1-11 0,-1 3 10 0,1-3-10 15,0 0 0-15,0-2 0 0,2 2 0 0,-4 0 0 16,-1-2 0-16,1 2-16 0,-1-2 1 0,0 1 1 16,1-2-26-16,2 0-4 0,1 1-2 0,4-4 0 15,2 0-108-15,1-3-22 0,0 2-4 0</inkml:trace>
  <inkml:trace contextRef="#ctx0" brushRef="#br0" timeOffset="49402.97">29674 10107 172 0,'-4'4'8'0,"1"0"1"0,1-4-9 0,2 3 0 15,0-3 0-15,1 0 0 0,0 0 160 0,-1 0 31 0,2-3 5 0,-1 1 2 16,1 2-118-16,-2 0-23 0,0 0-5 0,0 0 0 15,0 0 26-15,0 0 6 0,0 0 0 0,0 0 1 16,0 0 21-16,0 0 4 0,0 0 1 0,0 0 0 16,0 0-7-16,0 0 0 0,0 0-1 0,0 0 0 15,0 0-42-15,0 0-8 0,0 0-1 0,0 0-1 16,0 0-31-16,0 0-7 0,0 0-1 0,0 0 0 16,0 0-12-16,0 0 8 0,0 0-8 0,0 0 0 15,0 0 15-15,0 0-3 0,0 0-1 0,0 0 0 16,0 0 6-16,0 0 2 0,0 0 0 0,0 0 0 0,-5 22-2 0,3-17 0 15,-1-1 0-15,1-1 0 0,1 1-8 0,-3 1-1 16,1 1-8-16,-1 0 12 0,0-2-12 0,-1 3 8 16,-3 2-8-16,1 0 0 0,-2 1 0 0,0 0 8 15,-3 2-8-15,-2 4 0 0,-3-1 0 0,-1 5 0 16,-1 2 8-16,-2 0-8 0,-1 7 0 0,0-3 0 16,-2 5 0-16,2-3 0 0,1 3 0 0,1-1 0 15,4-3 0-15,1-5 0 0,3-2 0 0,1-4 0 16,1-1 0-16,3-5-10 0,0-2-2 0,2-2-1 15,3-1 0-15,1-3 0 0,1-2-29 0,0-2-6 16,2-1 0-16,-1-1-1 16,2-2-121-16,-1-3-24 0,2 2-5 0,0-6-650 0</inkml:trace>
  <inkml:trace contextRef="#ctx0" brushRef="#br0" timeOffset="49817.21">29430 10166 691 0,'-4'2'61'0,"2"0"-49"0,1 0-12 0,-1-2 0 0,2 0 179 0,0 0 33 0,2 3 6 0,-2-3 2 16,0 0-117-16,1 0-23 0,-1 0-5 0,0 0-1 15,0 0-10-15,0 0-1 0,0 0-1 0,0 0 0 0,0 0-16 0,0 0-3 16,0 0-1-16,0 0 0 0,0 0-6 0,8 22 0 15,-6-15-1-15,-2 2 0 0,1-2-12 0,0 2-3 16,0 0 0-16,2 1 0 0,-1-1-9 0,2 0-3 16,0 1 0-16,1 0 0 0,0 3-8 0,2 0 0 15,0-1 0-15,1 3 8 0,2-1-8 0,-2-2 0 16,0 4 0-16,-1-4 0 0,-1 1 0 0,1-1 0 16,-1 1 0-16,0 0 0 0,-1-1 0 0,0-2 0 15,0 0 0-15,-1-1 0 0,-1-2 0 0,0 2 8 16,-1 0-8-16,1 1 0 0,-1-3 0 0,-1 2 0 15,2 1 0-15,-3-1 0 0,-1 0 0 0,1 0 0 16,-2-2-8-16,0 2 8 0,1-2-20 0,-2-1 1 16,1 1 0-16,-1-1 0 0,0-3-26 0,-1 2-6 0,0-3-1 15,2 0 0 1,-1-2-25-16,-1 0-6 0,2-2-1 0,1-2 0 16,0-2-104-16,1-4-22 0</inkml:trace>
  <inkml:trace contextRef="#ctx0" brushRef="#br0" timeOffset="50283.18">29296 10413 1238 0,'-8'6'55'0,"2"-1"11"0,1-1-53 0,2-4-13 0,2 0 0 0,0 0 0 0,1 0 69 0,0 0 11 0,-3 0 3 0,3-2 0 0,0-2-24 0,1 0-5 16,1-2-1-16,1-4 0 0,1 4-29 0,0-3-7 16,-1 1-1-16,1 0 0 0,0 2 20 0,-2 0 4 15,1 2 1-15,-2 2 0 0,0-1 13 0,-1 3 2 16,0 0 1-16,0 0 0 0,0 0-13 0,0 3-4 16,2-3 0-16,-2 2 0 0,1-2-20 0,-1 0-4 15,0 0 0-15,0 0-1 0,0 0-15 0,22 10 0 16,-15-8 0-16,2-2 0 0,1 0 0 0,1 0 0 15,3 0 0-15,1-2 0 0,1-2 11 0,0 2-11 16,1-1 12-16,2 0-12 0,-1 3 12 0,-1-4-4 16,0 1 0-16,-4 2-8 0,1 1 11 0,-2 0-11 0,2 1 10 0,-3 2-10 15,0-3 8-15,0 1-8 0,-1 2 0 0,1-3 9 16,-1 2-9-16,2-1 0 0,-2 2 0 0,1-1 0 16,-1 0 0-16,0 0 0 0,1 0 0 0,-1-2 0 15,0 2 0-15,-1 0 0 0,-1 1 0 0,1-3 0 16,-3 0 0-16,0 1 0 0,-1 1 0 0,-2-2 0 15,-2 2-10-15,0-2 10 0,-2 2 0 0,1-2-9 16,-1 3-20-16,0-3-4 0,-1 0-1 0,1 0 0 31,0-3-105-31,1 3-21 0,0-4-4 0</inkml:trace>
  <inkml:trace contextRef="#ctx0" brushRef="#br0" timeOffset="55817.04">26496 10539 230 0,'5'3'10'0,"-3"-3"2"0,0 0-12 0,0 0 0 0,-1 0 0 0,0 1 0 0,0-1 264 0,1 1 49 16,0 1 11-16,2 0 1 0,2 2-175 0,0-2-35 15,0 2-7-15,-1-4-2 0,2 2-38 0,-1 0-7 16,0 0-1-16,0-2-1 0,1 3-23 0,1-3-5 16,1 1-1-16,-3 1 0 0,0-1-14 0,-1 1-2 15,1 1-1-15,-2 1 0 0,-1-1 2 0,2 3 0 16,-1-2 0-16,0-1 0 0,1 2 5 0,1 0 0 16,1 0 1-16,2 1 0 0,0 0-7 0,3-1-2 15,0 2 0-15,2 1 0 0,1-4-4 0,0 1 0 16,3-1-8-16,1-2 12 0,1-1-12 0,1-1 8 15,1 0-8-15,0-1 0 0,0-1 8 0,-1-2-8 16,0 1 0-16,-1 0 9 0,-1 0-9 0,-2 0 0 16,0 0 0-16,-2 1 0 0,-1 0 0 0,-3 2 0 0,-1 0 0 0,-1 0 8 15,-1 0-8-15,-2 0 0 0,3 0 0 0,0 2 0 16,-1-2 8-16,2 0-8 0,0-2 0 0,0 2 8 16,2 0-8-16,2 0 0 0,0 0 0 0,-1-2 0 15,2 1 0-15,0-2 0 0,-2 3 0 0,1 0 0 16,-2-2 0-16,-2 2 8 0,1-2-8 0,-2 2 0 15,-1 0 0-15,-1 0 0 0,0 0 0 0,1-2 0 16,-1 2 0-16,1 2 10 0,-1-2-2 0,2-2-8 16,-1 2 11-16,3 2-11 0,1-2 10 0,-1-2-10 15,0 2 0-15,1 0 8 0,-1-3-8 0,2 6 0 16,-1-3 0-16,0 2 0 0,1 0 0 0,-1 0 0 16,-2-1 0-16,2 2 0 0,1-1 0 0,-1-2 0 15,1 0 0-15,1 0 0 0,0-2 0 0,3-2 0 16,2 0 0-16,1 2 0 0,2-4 0 0,0 0 0 0,3-2 0 0,-2 2 0 15,0 0 8-15,-1 0-8 0,-2 1 0 0,-2 1 0 16,-2 1 0-16,0 3 0 0,0-1 0 0,-3 1 0 16,-1 0 0-16,-1 0 0 0,0 1 0 0,-1 2 0 15,0-1 0-15,0 0 0 0,-1 0 0 0,1 1 0 16,0-2 0-16,-1 1 0 0,1 1 0 0,1-2 0 16,1 2 0-16,1-1 0 0,1 2 0 0,-2-4 0 15,3 1 0-15,0 0 0 0,0 0 0 0,1 2 0 16,1-3 0-16,0 0 0 0,2 0 0 0,-1 0 0 15,3 0 0-15,0 0 0 0,1-4 0 0,-4 2 0 16,-1-2 0-16,1 2 0 0,-1 2 0 0,-2 0 0 16,0-3 0-16,-3 3 0 0,0 0 0 0,-2 3 0 15,1-1 0-15,-2 2 0 0,0-2 0 0,-2 2 0 0,1 2 0 0,0-2 0 16,0 2 0-16,-1-4 0 0,2 3 0 0,-1 0 0 16,2-1 0-16,1-1 0 0,2 0 0 0,2-3 0 15,-2 0 0-15,1 0 0 0,2-3-9 0,2 0 9 16,2-1-9-16,-1 1 9 0,2-2-8 0,-3 1 8 15,1 0 0-15,-3 2 0 0,0-2 0 0,-1 2-8 16,-3-1 8-16,-2 3 0 0,-2 0 0 0,-2 0 0 16,-3 0 0-16,1 3 0 0,-3-1 0 0,2-2 0 15,-2 0 0-15,0 1 8 0,2 2-8 0,-2-3 0 16,2 2 0-16,-2-2 0 0,1 1 0 0,-1-1 8 16,3 0-8-16,0 3 0 0,0-3 0 0,1 0 0 15,-2 2 0-15,2-2 0 0,0-2 0 0,1 2 0 16,-2 0 0-16,2 0 0 0,-2 0 0 0,0 0 8 0,-1 0-8 0,0 2 0 15,1-2 0-15,-2 0 0 0,2 2 0 0,-2 0 0 16,1-2 0-16,-2 1 0 0,1 1 0 0,0 1 0 16,-1-3 0-16,0 2 0 0,2 0 0 0,-2 1 0 15,1 0 0-15,0 0 0 0,0-2-36 0,0 1-3 16,1 1 0-16,-2-3-1004 16</inkml:trace>
  <inkml:trace contextRef="#ctx0" brushRef="#br0" timeOffset="67399.73">19232 7852 403 0,'-5'-1'36'0,"3"1"-36"0,2 0 0 0,1 0 0 16,1 0 272-16,1-2 47 0,1-2 9 0,-1-1 3 0,5-1-251 0,-1-1-49 15,3 0-11-15,-1 1-1 0,-1 0-6 0,0-2-1 16,-2 6 0-16,0-2 0 0,-2 2-4 0,0-1-8 16,-2 3 11-16,-1 0-11 0,0 3 15 0,-1-1-4 15,3-1-1-15,-2 2 0 0,0 1 21 0,1 2 4 16,0-4 1-16,3 4 0 0,0-2-16 0,2 2-2 16,2 0-1-16,1-2 0 0,2 2-17 0,3-3 0 15,0 1 0-15,0-1 0 0,1 2 0 0,-2-1 0 16,0 0 0-16,-1-4 0 0,-1 2 16 0,-2-1-3 15,-1 2-1-15,-2-1 0 0,2 2 12 0,-3-2 3 16,-1 2 0-16,0-1 0 0,0 0-6 0,-2 1-1 0,2-2 0 16,0 2 0-16,0 2-5 0,-1-2-2 15,1 2 0-15,2 0 0 0,0 1-13 0,0-4 0 16,2 4 0-16,-1-4 0 0,2 2 0 0,1-1 0 0,0-2 0 0,1 0 0 16,0 0 0-16,-1-4 0 0,3 0 0 0,-1 2 0 15,1-2 8-15,2-2-8 0,-2-1 0 0,0 0 0 16,0 0 8-16,0 2-8 0,-2-1 0 0,0 1 9 15,-2 0-9-15,-1 0 12 0,-2 0-12 0,1 3 12 16,-2 0-12-16,-1 0 8 0,0 0-8 0,0 0 8 16,1 1-8-16,-1 1 0 0,0-2 0 0,1 0 0 15,0 3 0-15,3-6 0 0,1 3 0 0,0-3 0 16,1-1 0-16,1-2 0 0,2-1 0 0,1 1 0 16,1-2 0-16,-2 0 0 0,1 2 0 0,0 0 8 15,0-3 0-15,-1 6-8 0,-2-1 12 0,-1-1-4 16,-1 4-8-16,-3 1 12 0,1 0-12 0,-3 3 12 0,-2-3-12 15,1 4 0-15,-1-1 0 0,0 0 0 0,0 2 0 0,-2-1 0 16,2 2 0-16,-2-2 0 0,1 2 0 0,1-2 0 16,-2 1 0-16,1-2 0 0,2-1 0 0,0 0 0 15,0-2 0-15,-1 0 0 0,3 2 0 0,-1-2 0 16,-1 0 0-16,1 0 0 0,-1-2 12 0,-1 2-4 16,2 0 0-16,-1 0 0 0,-1 0 2 0,-1 0 0 15,1 2 0-15,-2-2 0 0,0 0-10 0,0 0 0 16,0 0 9-16,-1 0-9 0,0 0 0 0,0 0 0 15,2 0 0-15,-2 0 0 0,0 0 0 0,0 0 0 16,0 0-9-16,0 0 9 16,0 0-109-16,0 0-18 0,0 0-3 0</inkml:trace>
  <inkml:trace contextRef="#ctx0" brushRef="#br0" timeOffset="69233.05">19384 7539 1033 0,'3'-3'45'0,"-2"-1"11"0,0 1-45 0,0 0-11 0,2 3 0 0,-2-3 0 16,0 3 108-16,1-3 20 0,1-1 4 0,0-2 1 16,0-1-51-16,0 1-10 0,-1 1-3 0,-2 0 0 15,0 3-26-15,-1-1-6 0,0 2-1 0,0-1 0 16,-2-1-8-16,-1 0-3 0,2 3 0 0,0-4 0 16,-2-1 7-16,0 0 0 0,2 0 1 0,-1-1 0 15,2-2 2-15,-2 2 0 0,2-4 0 0,-1 2 0 16,-2 0-9-16,2 2-2 0,-2 0 0 0,0 0 0 15,-1 0-10-15,-2 1-2 0,-1 0-1 0,-2 2 0 16,1 1-11-16,-4 0 10 0,1 4-10 0,-3 0 10 0,-1 1-10 0,-3 2 8 16,1 0-8-16,-2-2 8 0,0 3-8 0,0 3 0 15,1-4 0-15,0 1 0 0,3 3 0 0,1-3 0 16,3-2 0-16,0-1 0 0,-1 4-25 0,3-2 2 16,2-2 1-16,1 1 0 0,2-1-30 0,-1 0-7 15,3 0-1-15,0-3 0 16,1 0-26-16,-1 0-6 0,2 0 0 0,-2-3-468 15,2 2-92-15</inkml:trace>
  <inkml:trace contextRef="#ctx0" brushRef="#br0" timeOffset="69501.82">19073 7245 1209 0,'-5'0'108'0,"0"0"-87"15,1 3-21-15,1-3 0 0,2 0 186 0,-2 1 33 0,-5 1 6 0,-2 4 2 16,-5 1-138-16,-1 0-27 0,0 4-6 0,-1 2 0 15,1 0-47-15,-1 1-9 0,0 3 0 0,0-1 0 16,0 3-9-16,1 0 1 0,0 0 0 0,2 0 0 16,0-2-4-16,1 0 0 0,2 3 0 0,0-4 0 15,2-1 12-15,3-2 0 0,1 0-9 0,1-1 9 16,3-2 0-16,3 0 0 0,3-1-9 0,5-3 9 16,5 0 0-16,6-2 0 0,5-2 0 0,4-1 0 15,3-2 0-15,2-1 0 0,2-4 0 0,-3-1 0 16,0 4 0-16,0-4 0 0,2 1 0 0,-4-2 0 15,-3 1-30-15,-7 4 1 0,-6-3 0 0,-5 4-583 16,-3 0-117-16</inkml:trace>
  <inkml:trace contextRef="#ctx0" brushRef="#br0" timeOffset="69899.81">17287 7400 921 0,'-2'-7'82'15,"0"4"-66"-15,2 0-16 0,0 3 0 0,0-2 162 0,0 1 29 0,-2-4 5 0,1 0 2 16,-3-2-85-16,-1-1-17 0,0 2-3 0,-1 2-1 16,-3 4-35-16,2 0-7 0,-2 6-2 0,-1 0 0 15,0 4-34-15,-1 4-14 0,0 3 11 0,-1 3-11 16,-3 5 0-16,-1 3 0 0,-2 4 0 0,0 5 0 16,-2 5 0-16,2 3 0 0,0 2 0 0,6 0 0 15,2-5 0-15,6-1 0 0,5-7 0 0,6-2 0 16,3-4 0-16,4-6-8 0,9-2 8 0,3-5 0 15,1-6-35-15,6-2 0 0,6-4 0 0,-4-5 0 16,-4 1-27-16,0-6-6 0,3-2 0 0,0-4-1 16,2-2-108-16,-5-1-22 0</inkml:trace>
  <inkml:trace contextRef="#ctx0" brushRef="#br0" timeOffset="70135.95">17809 7308 2055 0,'-9'0'91'0,"5"0"19"0,1 0-88 0,2 3-22 15,1-3 0-15,1 0 0 0,-1 1 27 0,1-1 1 16,0 2 0-16,-1 1 0 0,0 2-20 0,0 3-8 16,-2 5 0-16,-2-1 8 0,-2 10-8 0,-3 4 10 15,-1 8-10-15,-2 8 10 0,-3 5-10 0,-2 7 0 16,-1 3 0-16,0 2 0 0,1-2 0 0,-1 0-12 15,2-9 2-15,4-3 1 16,3-4-87-16,7-9-18 0,0-5-3 0,7-5-722 0</inkml:trace>
  <inkml:trace contextRef="#ctx0" brushRef="#br0" timeOffset="70417.08">17940 7782 1522 0,'4'-10'68'0,"-2"1"13"0,2 3-65 0,-2 0-16 0,-1 2 0 0,1-1 0 15,0 1 88-15,1-3 13 0,-1-4 3 0,1-3 1 16,-1-1-69-16,-4 2-15 0,-5 3-2 0,-1 4-1 16,-6 0-18-16,-3 3 0 0,-2 3 0 0,-3 5 0 0,-1-1 0 15,-2 6 0-15,-1 2 0 0,0 0 0 16,-1 4 0-16,1-2 0 0,5 1 0 0,2 1 0 16,6-4 0-16,1 1 0 0,7-3 0 0,3-3 0 0,3 2 0 0,3-1 0 15,5-1-8-15,-1-3 8 0,3 1 0 0,3-1 0 16,5 0 0-16,2 1-9 0,1-5 9 0,1-3 11 15,2 0-3-15,0-4 0 0,-2-1-8 0,1 0 0 16,-2 0 0-16,-1 0 8 0,-1 0-36 0,-3-1-7 16,-1 5-1-16,-3 2-1 15,-4 1-124-15,-1 1-25 0,-2 0-5 0</inkml:trace>
  <inkml:trace contextRef="#ctx0" brushRef="#br0" timeOffset="70617.7">18057 7759 1612 0,'-6'0'144'0,"2"0"-116"0,2 0-28 0,2 0 0 15,1 0 140-15,2 0 21 0,0 0 5 0,2 0 1 16,4-2-131-16,0 0-27 0,2 0-9 0,1 0 0 16,-2 2-26-16,-1-4-12 0,-1 4-2 0,3-5-1 31,2 0-51-31,0-3-11 0,1-2-1 0,2-3-1 15,0 1-22-15,0-2-4 0,2-3-1 0</inkml:trace>
  <inkml:trace contextRef="#ctx0" brushRef="#br0" timeOffset="70783.3">18286 7511 403 0,'-13'5'36'0,"3"-1"-36"0,0 2 0 0,4-3 0 0,3 0 188 0,1-3 30 16,-1 4 6-16,-1-2 2 0,-3 6-115 0,-2 0-23 15,1 5-5-15,0 0-1 0,3 0-42 0,2-1-9 16,0 4-2-16,2 0 0 0,2-1 5 0,0 1 1 15,2 0 0-15,1 0 0 0,-1-1-19 0,2-1-3 16,3-2-1-16,-2-6 0 0,0 0-28 0,0 0-5 16,-1-4-2-16,-1 0 0 15,1-2-180-15,-4-2-36 0</inkml:trace>
  <inkml:trace contextRef="#ctx0" brushRef="#br0" timeOffset="71016.95">18303 7710 1105 0,'7'-1'48'0,"-4"-2"12"0,0 3-48 0,-2 0-12 15,0 0 0-15,-1 3 0 0,2 0 121 0,-1 4 23 0,0 0 4 16,0 8 0-16,0 3-55 0,1 2-11 0,-1 5-2 0,0-3-1 16,2 3-47-16,2-3-10 0,0-4-2 0,2-4 0 15,3-1-20-15,3-7 0 0,5-9 0 0,3-6 8 16,2-6-8-16,4-8 0 0,4-5 8 0,2-4-8 16,-1 0 21-16,-1-3 0 0,0-2 0 0,-7 2 0 15,-4 6 14-15,-8-2 2 0,-4 5 1 0,-7 1 0 16,-3 5-7-16,-7-1-2 0,-1 5 0 0,-4 3 0 15,1 0-5-15,-3 1-2 0,0 0 0 0,1 2 0 32,2 0-87-32,2 1-18 0,3 3-3 0,2-3-898 0</inkml:trace>
  <inkml:trace contextRef="#ctx0" brushRef="#br0" timeOffset="71283.27">18697 7243 2268 0,'-9'2'100'0,"4"-2"21"0,3 3-97 0,0-3-24 16,4 3 0-16,-1 0 0 0,3-2 28 0,-1 4 0 15,5 5 0-15,2 2 0 0,1 8-16 0,0 2-4 16,2 5 0-16,-1 2 0 0,-1 1-8 0,-3 2 12 16,1 2-12-16,-2 3 12 0,0-1-12 0,-2 1 12 15,-3 4-12-15,-4 0 12 0,-2-3-12 0,-2 3 10 16,-5 0-10-16,-3 3 10 0,-1 5-10 0,1-6 0 15,1-2 9-15,-1-3-9 0,2-2 0 0,1-5 0 0,1-5 0 0,1-5-8 16,1-3-25-16,-4-2-5 0,0-2-1 16,-4 1 0-1,-6-4-85-15,-8 4-16 0,-5 0-4 0</inkml:trace>
  <inkml:trace contextRef="#ctx0" brushRef="#br0" timeOffset="83484.45">22346 7609 1436 0,'-6'2'64'0,"2"-2"12"0,1 0-60 0,2 0-16 0,0 0 0 0,1 0 0 16,0 0 36-16,-1 0 5 0,-2-2 1 0,1-2 0 15,-2 0-1-15,-2-1 0 0,0 2 0 0,-1-4 0 0,-1 4-27 0,-2-4-6 16,-1 4 0-16,-2-2-8 0,0 4 16 0,-3 1-3 15,0 0-1-15,-3 0 0 0,-1 3 6 0,-1 1 1 16,-1 2 0-16,-1-3 0 0,2 0 3 0,-1 1 1 16,1 1 0-16,3-4 0 0,-1 2-15 0,5-1-8 15,1-1 10-15,1-1-10 0,1 0 8 0,1 0-8 16,1-1 0-16,0 1 0 0,3 0 0 0,0 0 0 16,1 1 0-16,0-2 0 0,3 1 0 0,-2 0 0 15,3 0-13-15,-2-2 4 0,3-1-24 0,-1 0-5 16,0 0-1-16,2-1 0 15,0-2-49-15,2-4-9 0,1 2-3 0</inkml:trace>
  <inkml:trace contextRef="#ctx0" brushRef="#br0" timeOffset="83816.27">21965 7437 864 0,'-10'7'76'0,"4"-1"-60"0,1-2-16 0,1-1 0 16,4-1 128-16,0-2 22 0,0 1 5 0,0 2 1 16,-1-1-93-16,0 2-19 0,1 2-3 0,-2-2-1 15,1-1-17-15,0 2-4 0,-2-1-1 0,2-1 0 16,-1 0-10-16,1 1-8 0,-2 0 9 0,1 1-9 16,-1 1 0-16,1-1 0 0,0 3 0 0,0-1 0 15,-1-1 0-15,1 1 0 0,1 2 0 0,0-3 0 16,1 0 0-16,0-2 0 0,1 0 0 0,0 1 0 0,0-2 0 0,0 0 0 15,1 1 0-15,-1-2 0 0,-1 2 0 0,1 2 0 16,0 0 0-16,-1 0 0 0,0 0 0 0,0 2 0 16,0 2 0-16,-1 1 0 0,0-1 0 0,0 0 0 15,1 0 0-15,0-2 0 0,1 2 0 0,3-4-10 16,2-2 2-16,4-2 0 16,3-2-121-16,6-6-24 0</inkml:trace>
  <inkml:trace contextRef="#ctx0" brushRef="#br0" timeOffset="88850.82">23047 7276 1512 0,'-11'0'67'0,"3"0"13"0,2 0-64 16,4 0-16-16,0 0 0 0,2 0 0 0,0 0 89 0,-1 0 15 15,0 0 2-15,0 0 1 0,-1 0-47 0,2 0-8 16,0 1-3-16,2 2 0 0,-2-3-25 0,0 0-6 16,0 0-1-16,16 15 0 0,-10-8-1 0,0 5-1 15,0 2 0-15,2 4 0 0,-1 3 4 0,1 8 1 16,-1 6 0-16,-2 3 0 0,0 4-3 0,-1 5 0 16,-2 1 0-16,2 2 0 0,-3 0-17 0,0-3 0 15,-1-1 8-15,-1 0-8 0,1-2 0 0,-1-2 0 16,1-5 0-16,0-1 0 0,0 1 0 0,1-6 0 15,-1-2 0-15,0-7 0 0,-1-5 0 0,-2-2-9 16,2-6 9-16,-1-2-12 0,-1-4 3 0,-1-3 0 0,2-3 0 0,-2 0 0 16,1-7-1-16,-2-1 0 0,1-2 0 0,0-4 0 15,0-5-3-15,1-9-1 0,0-4 0 0,2-6 0 16,1 3 14-16,1-9-11 0,2 0 11 0,0 1-10 16,1 5 10-16,1-3-8 0,0 3 8 0,1 0-8 15,0 4 8-15,2 5-8 0,-2 2 8 0,0 6-8 16,0 1 8-16,1 5 0 0,0 3 0 0,-2 1 0 15,0 4 0-15,0 1 0 0,1 0 10 0,-1 0-10 16,1 2 8-16,0-2-8 0,0 3 0 0,1-1 9 16,0-2-9-16,1 1 12 0,0 2-12 0,2-2 12 15,-1 0 1-15,1 2 1 0,1 0 0 0,1-4 0 16,0 1-4-16,1-1-1 0,0 2 0 0,0-2 0 16,2 0-9-16,-2 0 0 0,-2 1 0 0,3 0 8 0,-2 2-8 0,-2 1 0 15,1 2 0-15,0 2 0 0,-1 2 0 0,-1 2 0 16,-4 0 0-16,2 4 0 0,1 3 0 0,0 0 8 15,1 5-8-15,-1 3 8 0,0 6 0 0,0-1 0 16,-1 1 0-16,-2 1 0 0,0-2-8 0,0 4 0 16,0 3 0-16,-1 3 8 0,0 0-8 0,1-1 0 15,-1 0 0-15,1-3 8 0,0 1-8 0,-1-4 0 16,2 0 0-16,-4-3 0 0,2 1 0 0,-3-3-9 16,-1 1 9-16,-1-3-13 0,-1 4-27 0,-2-2-4 15,-1 1-2-15,0 1 0 16,-1 1-158-16,0-1-32 0</inkml:trace>
  <inkml:trace contextRef="#ctx0" brushRef="#br0" timeOffset="89670.07">23921 7503 1497 0,'-11'7'66'0,"4"-4"14"0,0 0-64 0,4 1-16 15,1-4 0-15,2 1 0 0,0-1 73 0,0 2 11 16,-2 1 3-16,1 0 0 0,-2 1-25 0,1 1-5 15,1-1-1-15,1 2 0 0,0 0-19 0,0 0-4 16,1 2-1-16,1 0 0 0,1 2-14 0,-1 5-3 16,1 1-1-16,0 2 0 0,2 5-1 0,-1 3 0 15,2 2 0-15,-2 2 0 0,0 1-13 0,-2-2 8 16,1-1-8-16,-1 3 0 0,-1 1 0 0,1 0 0 0,-1 2 0 0,0-2 0 16,-1-1 0-16,1-3 0 0,0-2 0 0,-1-4 0 15,0-3 0-15,0-6 0 0,0 0 0 0,-1-5 0 16,1-4 0-16,-1-1-8 0,2-3 8 0,-2 0 0 15,1-3-20-15,0-1 4 0,-1-4 0 0,1-1 0 16,0 2-1-16,0-6 0 0,0-3 0 0,1 0 0 16,0-5 17-16,2-1-12 0,-1-2 12 0,2-3-10 15,1 1 10-15,1 2 0 0,0 1-9 0,0 1 9 16,2 2 0-16,-2 4 0 0,0 4-9 0,-2 1 9 16,0 3 0-16,-2 5 0 0,-1-2 0 0,1 3 0 15,-2 2 0-15,1-2 0 0,-1 2 8 0,0 0-8 0,1 0 10 16,0-4-10-16,0 2 10 0,2-1-10 0,1 0 0 0,-1-1 0 15,4 0 0-15,-3 2 0 0,4-2 0 0,-3 1 0 16,1 0 0-16,-1 3 0 0,1 0 8 0,-1 0 3 16,0 1 0-16,0 4 0 0,1 1 9 0,-1 2 1 15,1 4 1-15,-1 0 0 0,4 1-13 0,-3 0-9 16,3 2 12-16,-2-3-12 0,2 2 8 0,-1-4-8 16,0 2 0-16,-1 1 0 0,1-1 0 0,0 0 0 15,1 2 0-15,-3 1 0 0,-1 1 0 0,3-2 0 16,-3 4 0-16,-1-2 0 0,1 0 8 0,-1-3-8 15,2 1 0-15,-1-4 0 0,0-1 0 0,-1-4 0 16,-2 0 8-16,2-1-8 0,0-1 0 0,0 0 0 16,-1-1 0-16,1-2 0 0,1 0 0 0,0 0-9 15,1-2 9-15,1-2-8 16,2-1-80-16,2-2-16 0,2-3-4 0</inkml:trace>
  <inkml:trace contextRef="#ctx0" brushRef="#br0" timeOffset="98686.53">19954 10928 460 0,'1'-7'41'0,"-1"4"-33"0,0-2-8 0,2 4 0 0,-2-2 175 0,0 2 33 0,1 1 6 0,-1-5 2 15,1 1-153-15,-1 0-31 0,1-2-5 0,2 0-2 16,-2 2-25-16,0-2 0 0,3 4 0 0,0-2 0 16,-1-1 0-16,1 4 0 0,1-4 0 0,1 1 0 0,-1 3 20 15,0-4 6-15,0 1 1 0,0 2 0 0,-1 1 36 0,0-2 7 16,-1 3 2-16,0-2 0 0,-1 4-1 0,-1-2 0 16,2 3 0-16,-2-2 0 0,3 1-23 0,-2 4-5 15,2-2-1-15,0 5 0 0,-2-3-20 0,1 0-4 16,0 4-1-16,0 0 0 0,-1 2-7 0,2-2-2 15,-1 3 0-15,-1-1 0 0,0 2-8 0,1-2 0 16,1 3 9-16,-1-4-9 0,1 4 8 0,1-3-8 16,0 1 8-16,0-1-8 0,1-1 16 0,0 0-2 15,2-1 0-15,-2 0 0 0,1-1 1 0,1 0 0 16,-1 1 0-16,1-1 0 0,-2-3-15 0,0 2 11 16,0-2-11-16,-1 0 10 0,0 0-10 0,0-3 0 15,-1 0 0-15,-1-1 0 0,2 0 0 0,0 1-16 16,-1 0 4-16,1 0 1 0,0-3-10 0,1 0-3 0,1-3 0 0,1 1 0 15,2-2 8-15,1 0 2 0,0-2 0 0,0-2 0 16,2 0 14-16,-2 2 0 0,0 0 0 0,0 0 0 16,0-1 0-16,-1 4 8 0,-1-2-8 0,-2 3 0 15,0-1 14-15,0 3-4 0,0 0-1 0,-3 0 0 16,1 0 0-16,-2 0 0 0,1 0 0 0,0 0 0 16,2 0-9-16,-1 0 10 0,1 0-10 0,0-3 10 15,0 3-10-15,1-3 0 0,0 3 0 0,1-3 0 16,0 3 0-16,0-2 8 0,-2 2-8 0,0 2 0 15,1-2 0-15,0 3 0 0,-1-2 0 0,-1 1 0 16,-2 1 17-16,0 0-1 0,1 1-1 0,-1 0 0 16,1 1 3-16,0-1 1 0,-1-1 0 0,1 2 0 15,1-1-7-15,0 2 0 0,1-2-1 0,0 0 0 16,2 0-11-16,0-2 0 0,1 3 0 0,1-2 0 0,0-1 0 0,1 0 0 16,0 1 0-16,-1-3 0 0,0 0 8 0,0 0-8 15,-2 0 0-15,1 0 8 0,-1 1-8 0,-2-1 0 16,1 2 0-16,-2-2 8 0,0 0-8 0,0 3 0 15,0-2 0-15,0-1 0 0,1 2 0 0,-1-2 0 16,4-2 0-16,-2 1 0 0,2 1 0 0,-1-3 0 16,2 1 0-16,-1-2 0 0,1 2 8 0,0-2-8 15,1 0 0-15,0 0 8 0,0 2-8 0,-1-2 8 16,0-1-8-16,-1 4 8 0,-1-1-8 0,0-2 0 16,-1 1 9-16,0 3-9 0,0-1 8 0,-1 2-8 15,1 2 10-15,-1-3-10 0,2 0 8 0,-2 1-8 16,0 2 0-16,0-1 9 0,1-1-9 0,-1 2 0 0,1-1 0 15,-1 2 0-15,2-4 0 0,-2 2 0 0,0-2 0 0,0 0 0 16,1 2 0-16,-3-2 0 0,3 0 0 0,-2 0 0 16,0 0 0-16,-3 0 0 0,3 2 9 15,-1-2-9-15,1 0 8 0,-2 0-8 0,2 0 10 0,0 0-10 16,1 3 11-16,1-6-11 0,0 3 12 0,0-2-12 16,2 0 8-16,0 0-8 0,-1 0 0 0,4 0 0 15,-1 2 0-15,0-2 0 0,0-2 8 0,1 2-8 16,-2-2 0-16,-1 0 0 0,-1 2 0 0,0-2 0 15,-2 2 0-15,0 2 0 0,0-3 0 0,-1 2 0 16,0 1 0-16,-1-3 0 0,1 3 0 0,-1-3 0 16,1 3 0-16,-2-4 0 0,2 1 0 0,0 1 0 15,0 1 0-15,1-4 0 0,1 1 0 0,-2 0-12 16,2 2-97-16,0-2-19 0,0-1-4 0</inkml:trace>
  <inkml:trace contextRef="#ctx0" brushRef="#br0" timeOffset="102583.1">23373 8323 1476 0,'-2'-1'65'0,"-1"-1"14"0,2-1-63 15,0 2-16-15,1 1 0 0,0 0 0 0,1 0 60 0,-1 0 10 0,0 0 2 0,0 0 0 16,1 0-17-16,-1 0-3 0,0 0-1 0,0 0 0 16,0 0-13-16,0 0-2 0,0 0-1 0,-10 22 0 15,7-12-11-15,-2 6-1 0,0 3-1 0,0 3 0 16,-1 0-6-16,0 0 0 0,-1 4-1 0,1 3 0 16,2 2-15-16,0-5 11 0,1-1-11 0,3-1 10 15,0-4-10-15,1-1 0 0,2-1 0 0,-2-2 0 16,-1-1 0-16,0-1 0 0,0-4 0 0,-1-2 0 15,1-2 0-15,-1 1 0 0,-1-1 0 0,1-3 0 16,-1 4 0-16,-1-1 0 0,-1-2 0 0,1-2 0 0,-1 2 0 0,1-4 0 16,2 0 0-16,2 0 0 0,-1 0-12 0,2-4 3 15,-1 2 0-15,3-5 0 0,-1 1-21 0,1-6-4 16,1-1-1-16,-1 0 0 0,1-2 3 0,-2-2 1 16,2-1 0-16,-2 1 0 0,-2-1-5 0,-2-1 0 15,0 3-1-15,-4 0 0 0,-3 3 17 0,1 0 3 16,-2 2 1-16,0 1 0 0,2 0 24 0,-2 0 4 15,2 4 2-15,0-4 0 0,0 1 6 0,1 3 0 16,3-3 1-16,1 2 0 0,1 1-21 0,1 0 0 16,0 2 0-16,1-2 8 0,2 3-8 0,-1 2 0 15,-1-1 0-15,2-1 0 0,-2 3 8 0,0 0 4 16,1 0 1-16,-2 3 0 0,1-3 15 0,-2 2 2 16,-1 2 1-16,1-1 0 0,-3 4 2 0,1-1 1 0,-3 4 0 15,-1-2 0-15,1 2-10 0,-1 0-1 0,-1 0-1 0,1 1 0 16,-2-6-22-16,4 4 9 0,0-5-9 0,3-2 0 15,1 0 0-15,1-2-9 0,0 0-1 0,0 0 0 16,1-2-23-16,0 0-5 0,0-2-1 0,-1 0 0 16,2-1 8-16,1-2 2 0,1 1 0 0,2-4 0 15,0 0 17-15,2-3 3 0,2 1 1 0,0-3 0 16,1-1 8-16,4 0-10 0,-2-2 10 0,2 0-10 16,-1 3 10-16,-1-1-8 0,1 1 8 0,-2 2-8 15,1 0 8-15,-4 4 0 0,0 0 0 0,0 2 0 16,-2 2 23-16,-1 3 0 0,-1 0 0 0,0 2 0 15,-1 2 13-15,0 2 4 0,-2 0 0 0,2 4 0 0,0 6-5 16,-1 3-1-16,0 3 0 0,0 2 0 0,0 4-4 0,-1 5-1 16,1 0 0-16,-1 1 0 0,3 0-15 0,0-1-3 15,3-2-1-15,-1-7 0 0,3-2-10 0,1-2 0 16,3-2 0-16,-1-1 0 0,2 1-27 0,0-3 3 16,0-1 0-16,0 2-664 15,0 1-132-15</inkml:trace>
  <inkml:trace contextRef="#ctx0" brushRef="#br0" timeOffset="104489.39">23292 9827 428 0,'2'0'19'0,"-1"0"4"0,1 0-23 0,-1-2 0 0,0 2 0 0,-2 0 0 0,3 0 50 0,0-3 6 0,0 2 0 0,1 1 1 15,1-3-38-15,-1 2-8 0,1 0-2 0,1 0 0 16,-2 1-9-16,2 0 0 0,-1 0 0 0,0-3 0 16,-1 2 0-16,1 1 0 0,-1-2 0 0,0-1 0 15,1 2 62-15,0-4 10 0,-3 4 3 0,1-4 0 16,2 1 27-16,-3 0 6 0,2-2 0 0,-2 2 1 15,0-1-30-15,2-1-7 0,-1 1 0 0,1-1-1 16,0 0-25-16,0 0-5 0,1 0-1 0,-2-1 0 16,-1 4-8-16,2-4-1 0,-2 5-1 0,0-4 0 0,-1 2-2 15,0 0-1-15,0 2 0 0,-2-1 0 0,2 2 1 0,-1-1 1 16,-2-1 0-16,1 2 0 0,-1-1 1 0,1-2 0 16,-1 1 0-16,-1 1 0 0,2 1-6 0,-2-3 0 15,1-1-1-15,-1 1 0 0,1 1-4 0,1-2-1 16,-2 1 0-16,2-3 0 0,-2 2-2 0,0-2-1 15,1 4 0-15,-1-4 0 0,0 4-5 0,-1-3-1 16,0-1 0-16,-1 4 0 0,0-3-1 0,-1 3 0 16,-1-1 0-16,-1 1 0 0,2 0 7 0,0 1 1 15,-3 0 0-15,0 0 0 0,-1 2-4 0,1-2 0 16,1 0 0-16,0 2 0 0,1 0-4 0,0 0-8 16,1 0 11-16,-2-2-11 0,2 2 10 0,-2 2-10 15,1-2 8-15,-1 0-8 0,2 0 8 0,-1 0-8 16,2 0 8-16,0 0-8 0,0 0 0 0,-1 2 0 0,2 0 0 0,-1 0 0 15,1 2 0-15,-1-1 0 0,-3 2 0 0,2 0 0 16,0 1 8-16,-2 0-8 0,0 0 0 0,-1 1 8 16,3 0-8-16,-3 1 8 0,1 2-8 0,1-2 8 15,-11 10-8-15,11-8 0 0,-1 1 0 16,-1-1 0-16,0 0 0 0,-1 4 0 0,1 0 0 16,-1-1 0-16,1-1 0 0,0 2 0 0,2 1 0 15,1-2 0-15,0 2 0 0,0-3 0 0,-1 2 0 16,2 1 0-16,0-2 0 0,2 0 0 0,-1-3 0 15,1 2 0-15,1-3 0 0,0 1 0 0,1 0 0 16,-1 2 0-16,1-2 0 0,1-2 0 0,-1 2 0 16,0 0 0-16,1-1 0 0,1-2 0 0,-3 3 0 15,1-1 0-15,-1 1 0 0,1 2 0 0,-1-3 0 16,1 1 0-16,-1 0 0 0,1 2 0 0,-1 0 0 16,1 2 0-16,1 1 0 0,-1-3 0 0,1 2 0 0,0-2 0 0,0 0 0 15,1 1 0-15,-2-2 0 0,2 1 0 0,0-1 0 16,0-1 0-16,0 0 0 0,0 0 0 0,0 0 0 15,0-1 0-15,2-1 0 0,-2 2 0 0,1 0 0 16,-1-1 0-16,1 2 0 0,0 1 0 0,2 3 0 16,-1-3 0-16,2-2 0 0,0 3 0 0,-1-3 0 15,1 0 0-15,0-2 0 0,0 0 0 0,1 0 0 16,-2 2 0-16,1 0 0 0,1 0 0 0,-1-1 0 16,-2-1 0-16,1 2-11 0,-1 0 11 0,1-1 0 15,-1 2 0-15,-1 0-8 0,2-1 8 0,-1 0 0 16,-1-2 0-16,1 2 0 0,-1-4 0 0,0 1 0 15,2-1 0-15,0 0 0 0,0 0 0 0,0-2-8 16,1 2 8-16,1-2 0 0,0-2 0 0,0 2-8 0,1-2 8 0,2 2 0 16,-1 2 0-16,0-2-10 0,3 0 10 0,-2 1 0 15,-1-2 0-15,1 1 0 0,-2-1 0 16,0-1 0-16,0 2 0 0,0-1-8 0,1 0 8 0,-1-2 0 16,0 2 0-16,0-1 0 0,-1 2 0 0,1-2 0 15,2 2 0-15,-2-2 0 0,1 2 0 0,1-3-10 16,-1 4 2-16,2-5 0 0,-1 2 0 0,1 0 0 15,0 1 8-15,-1-3 0 0,3 0-9 0,-1-3 9 16,2 3 0-16,0-4 0 0,1-1 0 0,1 0 0 16,0 3-8-16,-1-4 8 0,1 0 0 0,-2-3 0 15,1 2 0-15,-1-2 0 0,0 2-9 0,1-2 9 16,-2 1 0-16,-1 2 0 0,0 0 0 0,0 0 0 0,-2 0-9 0,-2 2 9 16,2 2 0-16,-3-2-9 0,0 1-8 0,0 0-2 15,-2 0 0-15,1-1 0 0,0 2-26 0,-1-2-6 16,1 1-1-16,0-2 0 15,0-3-116-15,1-2-23 0</inkml:trace>
  <inkml:trace contextRef="#ctx0" brushRef="#br0" timeOffset="107333.35">23713 9482 691 0,'-6'0'61'0,"1"-1"-49"0,0 2-12 0,3-2 0 0,1 1 156 0,-1-1 29 15,1 1 6-15,-3-3 1 0,-1 2-91 0,-1-4-17 16,0 1-4-16,0 1-1 0,2-4-44 0,0 4-9 16,2 0-2-16,0-1 0 0,0 2 9 0,1-2 2 15,0 4 0-15,0-2 0 0,-1 2 9 0,1 2 1 16,0-1 1-16,1 4 0 0,-1 5-12 0,1 3-2 15,-3 4-1-15,2 8 0 0,0 6-19 0,-1 1-3 16,1 6-1-16,-1 0 0 0,0 0-8 0,0-1 0 16,1-3 0-16,0 2 0 0,-1-5 0 0,4-2 0 15,0-1 0-15,0-2 0 0,2-4-13 0,0-1 1 16,2 1 1-16,-1-4 0 0,2 0-15 0,1-3-3 16,-1-2-1-16,1-6 0 15,2-5-90-15,-2 2-19 0,0-6-3 0</inkml:trace>
  <inkml:trace contextRef="#ctx0" brushRef="#br0" timeOffset="107683.62">23922 9613 1152 0,'-11'5'102'0,"3"-5"-82"0,0 1-20 0,3 2 0 15,3-3 185-15,0 0 33 0,1 1 6 0,-1 1 2 16,-2-2-160-16,-3 3-32 0,-2-2-6 0,-1 2-2 0,0-3-26 0,-2 2 0 15,-1-1 0-15,1 2 0 0,0-1 0 16,-2 0-9-16,-1 3 0 0,2-4 0 0,-1 2-5 0,0 2-1 16,0 2 0-16,0-4 0 0,-1 3 15 0,2 1 0 15,0-1 0-15,2 0-9 0,2 0 9 0,2 0 0 16,1-1 8-16,1 0-8 0,2 1 0 0,0-2 0 16,1-1 0-16,0 0 8 0,1 0 1 0,0 1 1 15,-1-1 0-15,2 0 0 0,2-2 7 0,-1 1 2 16,1 1 0-16,2 1 0 0,1-1-9 0,2 1-2 15,2 1 0-15,1 1 0 0,2-2-8 0,1 5 0 16,1-5 0-16,1 5 0 0,3 0 0 0,-4-3 0 16,2 4 0-16,1 0 0 0,-3 0 0 0,1 2 0 15,1 0 0-15,-1-2 0 0,1 0-10 0,0 1-1 16,2-1 0-16,0 0-609 0,4 2-121 16</inkml:trace>
  <inkml:trace contextRef="#ctx0" brushRef="#br0" timeOffset="117233.73">20030 10873 633 0,'-8'-5'56'0,"3"2"-44"0,0-4-12 0,2 5 0 15,1 2 243-15,2 0 46 0,0 0 10 0,-2-1 1 16,-1 1-205-16,1-3-42 0,-3 3-8 0,1 3-1 16,3-2-36-16,1 4-8 0,0 1 0 0,3-2 0 15,0 2 0-15,2-4 0 0,3 2 0 0,-1-3 0 16,3 2 0-16,1-3 0 0,3-4 0 0,-1 0 0 16,1-2 0-16,1 0 12 0,-2 0-2 0,2-3 0 15,0 2 22-15,-1 1 5 0,-2 1 1 0,-1-3 0 0,0 5-4 0,-3-4-1 16,-1 5 0-16,-2 2 0 0,0 0-20 0,-1 2-4 15,-2 0-1-15,1 3 0 0,0-1-8 0,0 1 0 16,1 2 0-16,-2-4 0 0,0 0 0 0,1-2-9 16,1 1 9-16,-1 1 0 0,2-6 0 0,0 3 0 15,1-2 0-15,1-2 0 0,-1 1 0 0,0-4-8 16,3 1 8-16,-3 0 0 0,0 0 0 0,-1 0 0 16,0 0 0-16,-1-2 0 0,-2 6 0 0,1-1 0 15,-2 2-8-15,1 1 8 0,-1 0-28 0,2 0-3 16,2 4 0-16,0-2-897 0</inkml:trace>
  <inkml:trace contextRef="#ctx0" brushRef="#br0" timeOffset="127267.03">18177 15138 1231 0,'-5'-3'54'0,"2"3"12"0,-2-3-53 0,2 3-13 0,2-2 0 0,1 0 0 15,0 2 41-15,-1-2 6 0,-2-2 1 0,1-2 0 16,-1 2-25-16,0 2-5 0,0-2-1 0,1 2 0 16,-1-2-6-16,1 4-2 0,-1 0 0 0,0 0 0 15,-1 0 0-15,1 0 0 0,0 4 0 0,-1-4 0 16,0 2 31-16,1-1 5 0,0 2 2 0,1-3 0 16,-1 0 27-16,1 0 6 0,0 0 0 0,0-4 1 15,1 4-39-15,1-2-8 0,-2-1-2 0,0-1 0 16,1 2-12-16,0-2-2 0,-1 2-1 0,0-2 0 15,1 2-7-15,-2 0-2 0,2-1 0 0,-3 0 0 0,3-1-8 0,-2 2 0 16,1 0 0-16,-1-2 0 0,1 1 0 0,0 0 0 16,-1 0 0-16,2-1 0 0,-2 3 0 0,1-4 0 15,1 4 0-15,1 1 0 0,-2-2 0 0,1 2 0 16,1 0 0-16,-1 0 0 0,1 0 0 0,-1 0 0 16,-1 2 0-16,1-2 0 0,-1 0 16 0,2 0-3 15,0 0 0-15,0 0 0 0,0 0 3 0,0 0 0 16,0 0 0-16,0 0 0 0,0 0-16 0,0 0 11 15,0 0-11-15,0 0 10 0,0 0-10 0,0 0 0 16,0 0 0-16,0 0 0 0,0 0 0 0,0 0 0 16,0 0 0-16,0 0 0 0,0 0 0 0,0 0 0 15,0 0 0-15,0 0 0 0,0 0 11 0,0 0-3 16,-21 1-8-16,18-2 12 0,0 1 6 0,0 0 1 16,1 0 0-16,-1 0 0 0,1-2-7 0,-1 2 0 0,1-3-1 0,0 2 0 15,1 1-11-15,0 0 12 0,0-3-12 0,0 3 12 16,-1 0-12-16,1 0 0 0,0-2 9 0,-2 2-9 15,2 0 0-15,-1 0 0 0,2 0 0 0,0 0 8 16,0 0-8-16,0 0 0 0,0 0 0 0,0 0 0 16,-21 11 0-16,16-11 0 0,2 1 0 0,-1 2 0 15,3-3 0-15,1-3 0 0,-1 3 0 0,0-1 0 16,0-1 0-16,-1-1 8 0,1 2-8 0,0-2 0 16,0 1 0-16,1 1 0 0,-2-2 0 0,1 2 8 15,0 1-8-15,-2-1 8 0,2 1-8 0,0 0 8 16,0 0-8-16,-2 0 0 0,3 0 8 0,0 0-8 15,0 0 0-15,0 0 0 0,0 0 0 0,0 0 8 16,-20 12-8-16,17-12 0 0,-1 3 0 0,0-3 8 0,2 0-8 16,-1-3 0-16,1 3 0 0,-1-1 0 0,1 1 0 0,-1-3 0 15,1 3 0-15,-2 0 0 0,2-2 0 0,-2 1 0 16,0 1 0-16,1 0 8 0,-1 0-8 0,-1 0 0 16,1 0 0-16,1 0 0 0,-1 0 0 0,0-4 0 15,-2 4 0-15,-1-3 8 0,-3-3 9 0,-1-2 3 16,-4 0 0-16,-1-2 0 0,-3-1 5 0,-1 1 2 15,-2 0 0-15,-1-2 0 0,0 2-11 0,-1-2-3 16,-4 2 0-16,0-2 0 0,-3 2-13 0,0 0 0 16,0 4 0-16,-3-1 0 0,-4 5 0 0,0-1 0 15,4 6 0-15,-5-3 0 0,0 0 0 0,-1 2 0 16,0 2 0-16,0-4 0 0,-2 0 0 0,2 0 0 16,3 0 0-16,0-2 0 0,-1 4 0 0,2-2 0 0,0 0 0 15,2 0 0-15,0 3 0 0,0-3 0 0,0 0 0 0,0 0 0 16,2 0 0-16,-1 0 0 0,1 0 0 0,-2-3 0 15,1 1 0-15,1 0 0 0,1 2 0 0,-3 0 0 16,2 0 0-16,-1 4 0 0,1-1 0 0,1 0 0 16,1 1 0-16,-1 2 0 0,2-2 0 0,0 1 0 15,0-1-8-15,0-2 8 0,2 2 0 0,-2-2 0 16,5-1 0-16,-4 2-8 0,3 1 8 0,0-4 0 16,4 2-8-16,-3-1 8 0,1 2-12 0,1-3 12 15,-3 2-11-15,0-2 11 0,2 0-10 0,0 0 10 16,2 0 0-16,0-2 0 0,0 2 0 0,0-4 0 15,3 2 0-15,-1-2 0 0,-1 1 0 0,-1 2 0 16,0-1 0-16,2 2 0 0,-3-3 0 0,3 3 0 0,-1-1 0 0,0 2 0 16,-1-1 0-16,0 3 0 0,-1-1 0 0,1-2 0 15,1 4 0-15,1-4 0 0,-2 1 0 0,2-1 0 16,-1 3 0-16,1-6 0 0,1 2 0 0,-1 1 0 16,-1-3 0-16,1 2 0 0,0-1 0 0,-1 2 0 15,2-4 0-15,-2 4 0 0,-1-2 0 0,-3 2 0 16,0 0 0-16,0 0 0 0,1 0 8 0,1 0-8 15,-2 2 0-15,1-1 0 0,0 4 0 0,1-1 0 16,-1 0 0-16,0-2 0 0,2 2-8 0,1-2 8 16,2-1 0-16,-1-1-9 0,1 3 9 0,0-3-13 15,2-3 5-15,0 2 8 0,0 1 0 0,1-2 0 16,1-2 0-16,-1 2 0 0,0-1 0 0,1 2 0 16,-1-2 0-16,2 2 0 0,-2 1 0 0,0-2 0 15,0 2 0-15,1 0 0 0,0 0 0 0,-1 0 0 0,-1 2 0 0,1-1 0 16,0 2 0-16,-1 1 0 0,3-2 0 0,-1 2 0 15,0-1 0-15,1 2 0 0,2-1 0 0,0-1 0 16,2 0 0-16,0 1 0 0,-1-1 0 0,2 0 0 16,-1 1 0-16,0-2 0 0,2 2 0 0,0 1 0 15,0-4 0-15,1 2 0 0,1 0 0 0,0-3 0 16,2 3 0-16,-1 1 0 0,0-1 0 0,0 2 0 16,2-1-8-16,-2 0 8 0,1 2 0 0,0 0 0 15,-1 3 0-15,1-3 0 0,-1 4 0 0,-2 2 0 16,1-2 0-16,-1 4 0 0,-1 2 0 0,1-1 0 15,1 3 0-15,0-2 0 0,3 0 0 0,1 3 0 16,-1-3 0-16,1 0 0 0,2 0 0 0,1-1 0 0,0-1 0 0,2 0 0 16,0-1 0-16,-1 0 0 0,0 0 0 0,-1 0 0 15,-1 2 0-15,2-1 0 0,-2 1 0 0,-1-2 0 16,0 2 0-16,0 1 0 0,-1-1 0 0,0 1 0 16,-1 1 8-16,1 4-8 0,-1 4 0 0,-1-1 0 15,1 3 0-15,-1-1 0 0,1 0 0 0,-1 1 0 16,2-1 0-16,1-1 0 0,0-3 0 0,0-2 0 15,1 1 0-15,-1-5 0 0,0 0 0 0,0-3 0 16,0 2 0-16,0-2 0 0,0 0 0 0,0 0 0 16,-1-1 0-16,0-3 0 0,0 1 0 0,1-4 0 15,-2 0 0-15,1 1 0 0,0 0 0 0,0 1 0 16,0 0 0-16,1 0 0 0,-2-2 0 0,2 2 0 16,3-2 0-16,-3-1 0 0,2 0 0 0,-1 0 0 15,3-4 0-15,0 2 0 0,0-1-9 0,-1-2 9 0,2 0 0 16,0 0 0-16,1 0-8 0,-1-2 8 0,2 2 0 0,-1-3 0 15,-1 2 0-15,1-2 0 0,0 2 0 0,0 0 0 16,0 0 0-16,1 1 0 0,-1 0 0 0,0 1 0 16,0-2 0-16,0 2 0 0,2 0 0 0,-1 3 0 15,2 0 0-15,-2-4 0 0,3 2 0 0,-2-1 0 16,0-1 0-16,-2 3 0 0,3-3 0 0,-3 0 0 16,3 0 0-16,0 0 0 0,0-3 0 0,1 2 0 15,1 1 0-15,-2-2 0 0,1 2 0 0,0-4 0 16,2 4 0-16,-2-3 0 0,1 3 0 0,-1 3 0 15,0-3 0-15,0 4 0 0,-1-2 0 0,-1-1 0 16,1 2 0-16,0-1 0 0,2 2 0 0,-1-2 0 16,-1 2 0-16,1 0 0 0,1 2 0 0,1-4 0 0,-1 0 0 15,1 0 0-15,0-2 0 0,1 0 0 0,-3 0 0 0,3 0 0 16,2 0 0-16,0-4 0 0,1 4 0 0,1-2 0 16,-1 0 0-16,2 0 0 0,-1 0 0 0,-1 2 0 15,1-3 0-15,0 3 0 0,-3 0 0 0,0 0 0 16,1 3 0-16,0-3 0 0,0 2 0 0,-2-2 0 15,3 0 0-15,0 0 0 0,3-2 0 0,-1 2 0 16,1 0 0-16,2-3 0 0,1 2 0 0,2-1 0 16,-2 0 0-16,-1 2 0 0,-2-2 0 0,-1 2 0 15,2 0 0-15,-2 0 0 0,2 0 0 0,-1 2 0 16,1-2 0-16,-3 2 0 0,0 0 0 0,2 2 0 16,-2-2 0-16,-1 2 0 0,1-4 8 0,2 2-8 15,2-2 0-15,0-2 0 0,2 2 8 0,1-4-8 0,1 2 0 16,-1-2 9-16,1 2-9 0,0-2 0 0,1 0 9 0,-4-2-9 15,0 1 8-15,-1-1-8 0,0 2 8 0,-3 1-8 16,-1-1 0-16,0 1 0 0,1 0 0 0,-4 3 8 16,1 0-8-16,0-3 0 0,0 6 0 0,-1-3 0 15,-1 1 0-15,0 1 0 0,-2 1 0 0,0-3 0 16,2 4 0-16,0-2 0 0,2-2 0 0,-3 4 0 16,2-4 0-16,-1 1 0 0,1-1 0 0,-1 0 0 15,2 1 0-15,-1-1 0 0,-1 1 0 0,1 2 0 16,0-3 0-16,-1 1 0 0,1-1 0 0,-1 3 0 15,0-3 0-15,-2 0 0 0,0 2 0 0,-1-2 0 16,0 0 0-16,1 1 0 0,-1 2 0 0,-1-3 8 16,0 2-8-16,1-2 0 0,0 4 0 0,0-2 8 15,-1-2-8-15,-2 0 0 0,2 0 0 0,1 2 0 0,-2-2 0 0,1 0 0 16,1 0 0-16,0-2 0 0,2 4 0 0,-1-2 0 16,0 0 0-16,1 0 0 0,0 0 0 0,-1 0 0 15,1 0 0-15,0 0 0 0,0 0 0 0,-2 2 0 16,1-2 0-16,-2 0 0 0,1 0 0 0,-2 1 0 15,1 2 0-15,-2-3 8 0,2 2-8 0,0 2 0 16,-1-2 0-16,1 2 0 0,0-1 0 0,-2 0 0 16,0 0 0-16,2 1 0 0,0-3 0 0,1 4 0 15,-2-4 0-15,5 1 0 0,0 1 0 0,3 1 0 16,3-2 0-16,-1-2 0 0,2 0 0 0,0 0 0 16,-2-2 0-16,0 2 0 0,2-4 0 0,-1 4 0 15,0-3 0-15,-2 0 0 0,2 3 0 0,-1-3 0 16,0 1 0-16,-2 2 0 0,0 0 0 0,-3 2 0 0,1 1 0 15,0-3 0-15,0 3 0 0,1 0 8 0,-1 1-8 16,-1-1 0-16,2 2 0 0,-2-1 0 0,0 0 0 0,2-1 0 16,0 2 0-16,1-1 0 0,1-1 0 0,1-2 0 15,-1 1 0-15,0-2 0 0,2 0 0 0,-2 3 0 16,0-3 0-16,1 0 0 0,-2-3 0 0,0 3 8 16,-4 3-8-16,2-3 0 0,-1 0 8 0,1-3-8 15,-3 3 8-15,2 0-8 0,0 0 8 0,2 0-8 16,-1 0 0-16,-2 0 0 0,2 3 0 0,-1-3 8 15,0 0-8-15,-1 1 0 0,0 1 0 0,1 0 8 16,-3 0-8-16,1 1 0 0,0-2 0 0,-1 1 0 16,0 2 0-16,-2 1 0 0,2-1 0 0,-1-2 0 15,-1 2 0-15,0 0 0 0,2-2 0 0,-2 2 0 0,2-2 0 16,0-1 0-16,3 2 0 0,0-3 0 0,2 0 0 0,2 0 0 16,2 0 0-16,-1-4 0 0,2 2 0 0,1-1 0 15,1 0 0-15,2-1 0 0,-4 0 0 0,0 2 0 16,-1-2 0-16,0 2 0 0,-2-2 0 0,0 4 0 15,-2 0 0-15,-1 0 0 0,0 1 0 0,-2 2 0 16,-1-3 0-16,1 2 0 0,0 2 0 0,0-2 0 16,-2-1 0-16,0 2 0 0,-2 1 0 0,2-2 0 15,0-2 0-15,0 1 0 0,0 2 0 0,1-3 0 16,-1 0 0-16,0 0 0 0,1 0 0 0,-1 0 0 16,-2-3 0-16,0 2 0 0,2-1 0 0,-3-1 8 15,2 2-8-15,-3-3 0 0,-1 4 8 0,0-2-8 16,-3-1 10-16,1 2-10 0,-1 1 0 0,1 0 8 0,-2-2-8 15,0 2 0-15,2 0 0 0,-2 0 0 0,0 2 0 16,-1-2 0-16,0 0 0 0,0 0 0 0,2-2 0 0,-1 2 0 16,-1 0 0-16,0 0 0 0,0 0 0 0,0 0 0 15,0 0 0-15,0 0 11 0,0 0-11 0,0 0 10 16,0 0-2-16,7-19 0 0,-6 15 0 0,1-2 0 16,-1 0-8-16,-1 0 12 0,1-2-12 0,0 0 12 15,1-2-12-15,-4 0 0 0,1 1 0 0,1-3 0 16,-2-1 0-16,0 1 0 0,0-1 0 0,-2-6 0 15,2 0 0-15,-2 0 0 0,-1-4 0 0,3-1 0 16,-3-2 0-16,2-2 0 0,1 0 8 0,-1-2-8 16,1 2 0-16,1-3 0 0,-1 1 0 0,1 2 0 15,0-1 0-15,1 6 0 0,-1 3 0 0,1-2 0 0,1 2 0 16,-2 2 0-16,-3 3 0 0,0 2 0 0,-1 2 0 16,-2 3 0-16,1-2 0 0,-2 1 0 0,2 2 0 0,-1 0 0 15,0 1 0-15,1 0 0 0,1 2 0 0,0-4 0 16,0-1 0-16,2-1 0 0,-1 0 0 0,2-3 0 15,0-2 0-15,1 1 0 0,1-1 0 0,1-1 0 16,2 1 8-16,-2-1-8 0,1 3 0 0,2-3 0 16,0-3 0-16,-2 3 0 0,2 4 0 0,-1-1 8 15,-2 5-8-15,-1 0 0 0,1 2 0 0,-2 0 0 16,0 0 0-16,-1 3 0 0,0 2 0 0,-1 1 8 16,2 0-8-16,-1 0 0 0,0 0 8 0,0 0-8 15,1 1 8-15,-1 2-8 0,1-3 0 0,0 2 0 16,0-2 0-16,0 0 0 0,1 0 0 0,0 0 0 0,1 0 0 15,-1 0 0-15,2 0-11 0,-1 0-1 16,2 4 0-16,1-4 0 16,1 2-80-16,-5-2-16 0,0 0-3 0</inkml:trace>
  <inkml:trace contextRef="#ctx0" brushRef="#br0" timeOffset="135783.17">23544 1800 1126 0,'-3'-2'50'0,"2"2"10"0,2-3-48 0,-1 3-12 0,0-1 0 0,0 1 0 16,-1-2 75-16,1-1 12 0,-1-1 2 0,0 2 1 15,0-2-9-15,-3-2-1 0,1 0-1 0,0 0 0 16,-1 0-47-16,-1-2-8 0,0 2-3 0,1 0 0 0,-2-3-13 0,0 4-8 15,-1-1 10-15,-1 1-10 0,2 1 18 0,-3 1-2 16,1 0-1-16,0-1 0 0,0 4 3 0,0-2 1 16,2 1 0-16,-1-1 0 0,3 2-11 0,-1-1-8 15,1-1 12-15,2 1-12 0,-1 1 11 0,1-3-11 16,-1 3 10-16,2-4-10 0,-1 4 11 0,-1-2-11 16,-1-2 12-16,1 2-12 0,-2 2 16 0,0-4-3 15,0 2-1-15,-1 0 0 0,-1 2-2 0,3-2-1 16,0 2 0-16,-1-3 0 0,2 2-9 0,1 2 0 15,1-2 9-15,-2 1-9 0,2 0 0 0,0 0 0 16,1 0 0-16,0 0 0 0,0 0 0 0,0 0 0 16,0 0 0-16,0 0 0 0,0 0 0 0,0 0-10 15,0 0 10-15,0 0 0 0,0 0 0 0,0 0 0 16,3 24 0-16,-3-16 0 0,2 0 0 0,-1 3-8 0,0 0 8 0,-1 1 0 16,1 3 0-16,1 1 0 0,-1 0 0 0,-1 3 0 15,1-1 0-15,-1 1 0 0,1 3 0 0,-1-2 0 16,-1 0 0-16,0 1 0 0,-2-3 0 0,2 5 0 15,0 3 0-15,0 2 0 0,1-2 0 0,0 1 0 16,2-3 0-16,1-2 0 0,2-1-8 0,1-2 8 16,1-3-14-16,1-4 1 0,0 0 0 0,2-2 0 15,0 0 13-15,-1-1-11 0,-3-4 11 0,1 1-10 16,-2 0 10-16,0-1 0 0,-1 1 0 0,0-1 0 16,-3 0 0-16,0 1 0 0,-1-2 0 0,-1 2 0 15,0-3 0-15,-2 0 9 0,2 1-1 0,0-1-8 16,-1 0 11-16,2 0-11 0,0-3 10 0,0 0-10 0,0 1 0 15,2-2 0-15,0 1 0 0,1 0 0 0,2-3 0 0,-1 3-8 16,3-2 8-16,-1 1-10 0,1-4 10 16,1 1 0-16,-1 0-9 0,1 2 9 0,-2 0 0 0,1 0 0 15,-1 0-9-15,2 0 9 0,-1 2 0 0,-1 0 0 16,1 2 0-16,-1 0 0 0,2 0 0 0,1-2 0 16,0 0 0-16,1 0 0 0,1 0 0 0,1 0 0 15,2-2 0-15,-1 2 0 0,3-2 0 0,-2-2 0 16,0 1 0-16,-1 2 0 0,-2-3 0 0,2 4 0 15,-2 0 0-15,-1-1 0 0,0 1 0 0,-2-1 0 16,0 1 0-16,0 0 0 0,0-3 0 0,-2 2 0 16,1-1 0-16,-1-2 0 0,1-1 0 0,0 1 0 15,-1-3 0-15,0 1 0 0,1-3 8 0,0 0-8 16,-1 2 0-16,0-3 0 0,-1 4 11 0,-1 0-11 0,0-3 12 16,-3 2-12-16,0 1 8 0,-2-1-8 0,-3 1 0 0,-1 0 0 15,0 0 16-15,-2 0-1 0,0-3 0 0,-2 2 0 16,-1-3 0-16,-1-2 0 0,1-1 0 0,-1-6 0 15,0-3-15-15,2-4 8 0,4-1-8 0,1-3 0 16,4-2 0-16,0-3 0 0,3-2 0 0,1 0 0 16,1 1 0-16,-4 2 0 0,3 2 0 0,-3 3 0 15,0 1 0-15,-3 3 0 0,0 5 0 0,-1 2 0 16,-2 2 0-16,-2 0 0 0,0 3 0 0,0 1 0 16,-1 2 0-16,0 1 12 0,-1 3-1 0,1-1-1 15,1 0 7-15,1 1 2 0,1 0 0 0,0 0 0 16,0 0-19-16,0 2 0 0,1-2 0 0,1 1 0 15,-2-1 0-15,1 1 0 0,0 2 0 0,1-3 0 0,0 2 11 0,1 2-11 16,-1-2 10-16,1 0-10 0,-1 3 8 0,1 0-8 16,-1 1 0-16,1-2 9 0,-1 0 0 0,1 0 0 15,-2 2 0-15,2 0 0 0,-1-3 1 0,-1 3 0 16,1 3 0-16,-1-3 0 0,0 0-10 0,1 2 12 16,-1 0-12-16,0 0 12 0,1-1-12 0,0 2 0 15,-1 0 0-15,2 2 0 0,-2-3 0 0,2 0 0 16,-1 1 0-16,2 0 0 0,1 0 0 0,-1-3-9 15,1 1 9-15,0 1 0 0,1-2 0 0,-1 0-8 16,0 2 8-16,0-2 0 0,0 0 0 0,0 0 0 16,0 0 0-16,0 0 0 0,0 0 0 0,0 0 0 15,0 0 0-15,-26 5 0 0,17-4 0 0,1-1 8 16,0 0-8-16,1 2 0 0,1-2 0 0,1 3 0 0,-1-3 0 16,2 0 0-16,1 1 0 0,2-1 0 0,-1 3 0 0,2-3 0 15,0 2 0-15,0-1-8 0,1 2 8 0,0 0 0 16,0 4-10-16,1-1 2 0,-1 2 0 0,-2 2 0 15,-1 3-9-15,1-1-2 0,-1 4 0 0,-3 0 0 16,-1 3-12-16,-2 3-2 0,1 0-1 0,-2-2 0 31,2 1-103-31,0 1-21 0</inkml:trace>
  <inkml:trace contextRef="#ctx0" brushRef="#br0" timeOffset="137282.87">23539 3204 115 0,'-7'0'10'0,"2"0"-10"15,0 0 0-15,0 0 0 0,3-3 172 0,1 3 32 16,-1-2 6-16,-1 1 2 0,-2-2-72 0,-1-3-13 16,-1 2-3-16,1-1-1 0,-1 0-27 0,2 3-6 15,1-2-1-15,-3 2 0 0,4-2-21 0,0 4-5 0,2-2-1 0,0 2 0 16,-1-3-26-16,2 3-4 0,2-1-2 0,-2 1 0 15,2 0-22-15,-1 0-8 0,3 0 0 0,-1 0 9 16,-3 0-9-16,0 0 0 0,0 0 0 0,0 0 0 16,16 12 0-16,-15-8 13 0,0 2-3 0,0 2-1 15,-1 0 15-15,0 5 4 0,0-4 0 0,0 4 0 16,-1 0-6-16,0 2-1 0,1 1 0 0,0 3 0 16,-1-3-11-16,1 3-2 0,1-3-8 0,0 2 12 15,3-1-12-15,-2 2 0 0,2 2 0 0,0 3 0 16,-1 3 0-16,0-4 0 0,-2 4 0 0,0-1 0 15,-2-1 8-15,1 4-8 0,-1-1 0 0,1 0 0 16,-1 1 0-16,1-3 8 0,1-1-8 0,1-1 0 0,2 0 0 0,2 1 0 16,2-3 0-16,-1-1 0 0,3 1 0 0,0 0 0 15,1-2 0-15,-2-4 0 0,-1 3 0 0,1-3 0 16,-2-1 0-16,0-2 0 0,-2 2 0 0,-2-4 0 16,2 0 0-16,-2-1 0 0,-1-2 0 0,-2 0 0 15,3-1 0-15,-3-1 0 0,1 0 0 0,0-2 0 16,-1-4 0-16,1 2 0 0,-1-1 0 0,2 2 0 15,1-3 0-15,0 0 0 0,0 2 0 0,0-2 0 16,-1 0-12-16,1 0 12 0,1 0 0 0,-2 0 0 16,1 1 0-16,-1 2 0 0,0-3 0 0,1 2 0 15,-2-2 0-15,0 0 0 0,1 2 0 0,-2-2 0 16,1 0 0-16,0 0 0 0,2 0 0 0,-1-2 0 16,1 2 0-16,0-2 0 0,2-1 0 0,1 0 0 0,2-1 0 15,-1-1 0-15,4 0 0 0,-2-1 0 0,0 0 0 0,1 0 0 16,2-1-9-16,4-1 9 15,0 0 0-15,0-3-9 0,-1 4 9 0,0-3 0 0,1 4-9 0,-3 0 9 16,2-1 0-16,1 4 0 0,-1 0-9 0,-1 3 9 16,-3 0 0-16,0 3 0 0,0-2 0 0,-1 1 0 15,0 2 0-15,-1 0 0 0,1 1 0 0,-3-2 0 16,2 1 0-16,-1 1 0 0,2-4 0 0,0 2 0 16,0-3 0-16,0 0 0 0,0-3 0 0,1 2 0 15,0-4 0-15,0 1 0 0,-1 1 0 0,0-3 0 16,-1-1 0-16,-2 1 0 0,-1 2 0 0,-1-2 0 15,-2-2 0-15,-3 0 0 0,0-3 0 0,-3 0 0 16,-3-1 0-16,-3-4 9 0,1-3-9 0,-3-2 8 16,-1 1 0-16,0-2-8 0,2 0 12 0,0-3-4 0,3 0-8 0,1 2 0 15,1-2 0-15,0-1 0 0,4-2 0 0,-1-3 0 16,4 2 0-16,-1-3 0 0,1 4 0 0,1-3 0 16,0 0 0-16,1 1 0 0,-1 3-9 0,-2 1 9 15,1-3 0-15,-2 4 0 0,-1 0 0 0,-1 0 0 16,0 2 0-16,-1-5 0 0,-4 2 0 0,1-2 0 15,-1 3 0-15,-1 0 0 0,0 3 0 0,-2 2 0 16,-2 1 0-16,-2-2 9 0,-1 5-9 0,0-1 12 16,-1 5-12-16,1 0 12 0,-1 2-3 0,0 0 0 15,3-1 0-15,1 1 0 0,1 0-9 0,3 0 0 16,-1 0 0-16,2-2 0 0,-1 2 0 0,2-2 0 16,0 2 0-16,-2 1 0 0,2 0 0 0,-2 3 0 15,-1 1 0-15,-1 0 0 0,-1 4 0 0,-3 1 0 16,2-2 0-16,-2 4 0 0,1 2 0 0,-2 0 0 0,1 2 0 0,-1 2 0 15,2 0 0-15,-2 2 0 0,1 1-10 0,1 1 10 16,0 2-32-16,1 1 0 0,3 1 0 0,1 1 0 31,2 0-128-31,-1-1-27 0,4 2-5 0,1-1 0 0</inkml:trace>
  <inkml:trace contextRef="#ctx0" brushRef="#br0" timeOffset="139867.26">22915 3419 1357 0,'-4'1'60'0,"1"2"12"0,1-1-57 0,1-2-15 0,1 0 0 0,0 0 0 0,1 0 94 0,-1 1 16 15,1 2 3-15,-1 1 1 0,1 2-50 0,1 2-9 16,0 0-3-16,-1 2 0 0,3 5-29 0,-2 1-7 16,2 3 0-16,0 5-1 0,-2-1-15 0,2 5 8 15,0-2-8-15,-1 2 0 0,1-2 0 0,-1-1 0 16,0 0 0-16,-1-3 0 0,0-2 0 0,3-2-15 16,-2 1 5-16,0-6 1 0,2 0-21 0,0-1-4 15,0-2-1-15,1-1 0 16,2-3-48-16,0-3-9 0,2-3-3 0,-1-2-634 0</inkml:trace>
  <inkml:trace contextRef="#ctx0" brushRef="#br0" timeOffset="140150.03">23271 3546 1371 0,'-9'-2'60'0,"3"1"14"0,0 1-59 0,-1 0-15 0,5 0 0 0,0 0 0 15,-1 0 108-15,-1-3 20 0,-3 3 3 0,-2-1 1 16,-2-2-62-16,-1 1-12 0,1 1-2 0,-1-2-1 15,0 0-35-15,2-2-8 0,0 3 0 0,2-3-1 16,-1 2-11-16,-1 2 0 0,1-2 9 0,0 1-9 16,-1 2 0-16,-1 2 0 0,-3 4 0 0,0 0 8 15,1 1-8-15,-1 2 12 0,1 4-4 0,0 3 0 16,1 0-8-16,3-1 0 0,4 1 8 0,4 0-8 16,2-2 0-16,7-2 0 0,3 0 0 0,5-2 0 15,5 0-11-15,4-1 11 0,2-3-13 0,4-2 5 0,0 1 8 16,1-2 0-16,-5-1 0 0,0 0 0 0,2-2 0 0,-5 0 0 15,-1 3 0-15,-6-3 0 0,-2 0 0 0,-4-3-13 16,-2 3 5-16,-4-2-610 16,-2 0-122-16</inkml:trace>
  <inkml:trace contextRef="#ctx0" brushRef="#br0" timeOffset="140833.81">22617 1851 979 0,'-9'-5'87'0,"3"1"-70"0,1 2-17 0,1 1 0 0,3 1 108 0,0 0 19 15,-1 0 3-15,1 0 1 0,-3 0-25 0,-1-3-5 16,2 3-1-16,0 3 0 0,1-3-62 0,-1 1-13 16,3 1-2-16,0 2-1 0,3 1-14 0,0 1-8 15,4 4 10-15,-2 2-10 0,2 2 12 0,3 7-4 0,0 1-8 0,2 4 12 16,-1 3-2-16,3 3-1 0,0 1 0 0,0 3 0 16,2-1-9-16,2-1 0 0,0-5 0 15,1-4 8-15,-1-6-8 0,0-4 0 0,-3-5 0 0,-2-4 0 16,0-2 0-16,-1-6 0 0,-1-2 0 0,-1-2 0 15,-3-2 0-15,1-4 0 0,-2-3 0 0,-1 1 0 16,0-4 8-16,-3-1-8 0,-2 0 12 0,-2-4-4 16,-1 1-8-16,-2-2 12 0,-2 1-12 0,-2 1 12 15,-2 1 16-15,0 1 4 0,-1 1 1 0,-1 3 0 16,0 4-15-16,0 0-3 0,3 4-1 0,1 6 0 16,1-2-72-16,2 8-14 0,1 2-4 15,3 3-820-15</inkml:trace>
  <inkml:trace contextRef="#ctx0" brushRef="#br0" timeOffset="141916.81">24063 5263 806 0,'-3'-4'72'0,"-1"2"-58"16,0-1-14-16,3 2 0 0,1-3 191 0,-3-1 35 15,1-2 7-15,-3-6 2 0,-4-5-151 0,2-4-29 16,-3-4-7-16,1-3 0 0,0 5-35 0,-1-2-13 16,-2 1 11-16,1 0-11 0,-1 7 17 0,-2 1-2 0,0 8-1 0,-1 2 0 15,-1 4 18-15,-2 4 3 0,0 4 1 0,-1 2 0 16,2 4-3-16,0 3 0 0,1 0 0 0,-1 0 0 15,3 5-23-15,-1 0-10 0,2 0 8 0,2 0-8 16,5 1 0-16,2-2-20 0,3 1 3 0,2-6 1 16,2 2-7-16,3-2-1 0,1-6 0 0,3-1 0 15,4-3 13-15,0-3 3 0,0 0 0 0,4-5 0 16,2-3 8-16,1-2 0 0,0-2 0 0,-2 0 0 16,5-4 0-16,-2-1 0 0,3-1 0 0,-4-1 8 15,0 0-8-15,-3 0 9 0,0 3-9 0,-6 1 10 16,-2 3-10-16,-4 4 0 0,-3 2 9 0,-5 4-9 15,0 0 15-15,-2 2-2 0,-2 2 0 0,-1 0 0 16,-1 4 1-16,1 1 0 0,-2 0 0 0,-1 5 0 0,3 3-14 0,-3 2-15 16,1 5 3-16,1 0 1 0,0 2-1 0,2 2-1 15,2 3 0-15,2-1 0 0,2 1 13 0,0-1 0 16,2 3-10-16,3-1 10 0,0 3 0 0,0 2 0 16,3 1-9-16,-2-2 9 0,1-3 0 0,1-1 0 15,0-2 0-15,2 0 0 0,1-6 0 0,3-5 0 16,1-2 0-16,1-3 0 0,2-4 0 0,1-2 11 15,3-6-11-15,3-4 10 0,0-2 2 0,-1-4 1 16,1-6 0-16,2 0 0 0,4-6-1 0,-1-5-1 16,0 1 0-16,-2-7 0 0,0 3-11 0,-2 1 8 15,-6 1-8-15,-3 3 8 0,-2 1-8 0,-5 3 0 16,-2 2 0-16,-6 3 0 0,-3 1 0 0,-4 5 0 16,-5 0 0-16,-2 1 0 0,-4 3-12 0,-7-1 12 15,-1 0-12-15,-2 2 12 0,-2 2-15 0,0 3 5 0,-3-3 1 0,1 3 0 16,3 3 9-16,4 0-8 0,4 2 8 0,4 2-8 15,4-4-11-15,4 4-1 0,3-1-1 0,4 0 0 16,4 4 5-16,1-4 2 0,5 0 0 0,2 0 0 16,3 1 14-16,2-4-11 0,4-3 11 0,4 0-10 15,2-6-29-15,3-4-5 0,1-5-2 0</inkml:trace>
  <inkml:trace contextRef="#ctx0" brushRef="#br0" timeOffset="145716.29">26413 1542 115 0,'-2'-3'10'0,"1"2"-10"0,0 1 0 0,0 0 0 16,1-2 204-16,-1 2 40 0,-1 0 7 0,0-4 1 16,-1 2-114-16,1-5-23 0,-1 4-5 0,1-4-1 15,-1 4-53-15,1-3-12 0,1 1-1 0,-2 0-1 16,1 0-25-16,-1 1-5 0,0 0 0 0,-1 2-1 15,0 2 1-15,-2-3 0 0,0 2 0 0,-3 1 0 16,-2 1 6-16,-3 2 2 0,1-1 0 0,-3 2 0 16,-2 2-1-16,-1 0 0 0,0-2 0 0,1 2 0 15,0-2-5-15,2 1-1 0,0 1 0 0,3-5 0 0,3 2-13 16,-1-2 0-16,1 2 0 0,0-3 0 0,1 0 0 0,0 0 0 16,1 0 8-16,0 0-8 0,0 0 0 0,-1 0 0 15,-2-3 0-15,2 3 0 0,1 3 0 0,-1-3 0 16,0 2 0-16,-1-2 0 0,0 4 0 0,2-4 0 15,0 2 0-15,0-1 0 0,0 2 0 0,3-3 0 16,0 0 0-16,2 2 0 0,0-2 0 0,0 0 8 16,1 0-8-16,0 0 0 0,1 0 12 0,-2 0-4 15,2 0-8-15,-2 2 12 0,0 0 0 0,0 1 0 16,2 0 0-16,-1 1 0 0,-1 2-12 0,2 0 11 16,1 3-11-16,0 1 10 0,1 0-10 0,0 0 0 15,2 4 0-15,0-1 0 0,2 3 0 0,0 0 0 16,0 0 0-16,-1-2 0 0,0 1 0 0,-1-2 0 15,0 4 0-15,-2-3 0 0,0 2 0 0,-1 3 0 0,-1-3 0 16,-3 5 0-16,1 5 0 0,-2 0 0 0,-1 2 0 0,-2 3 0 16,1 1 0-16,1 0 0 0,1-1 0 0,0 1 0 15,2 2 0-15,2-2 0 0,0-4 0 0,2 1 0 16,4-3 0-16,0-1 0 0,0-3 0 0,1-2 0 16,3 3 0-16,-3-1 0 0,0-2 0 0,-1 2 0 15,1 3 0-15,-1 0 0 0,0 1 0 0,-1 0 0 16,-1-1 0-16,0-1 0 0,-1 2 0 0,1 3 0 15,-2-5 0-15,2 2 0 0,-2 0 0 0,1 2 0 16,0-5 0-16,0 2 0 0,-1-1 0 0,2 5 0 16,-2-4 0-16,0-2 0 0,2 4 0 0,-2-3 0 15,0 1-9-15,0-1 9 0,1 2 0 0,0-1 0 0,-3 0-8 16,2-3 8-16,0 4 0 0,1-4 0 16,0 1 0-16,-1-2 0 0,2-2 0 0,-1 1 0 0,2-1 0 15,-2-1 0-15,2 1 0 0,0-1 0 0,0-2 0 0,-1 0 0 16,0 1 0-16,-1-4 0 0,1 4 0 0,0 1 0 15,-1 0 0-15,-2 1 0 0,0-1 0 0,-2 1 0 16,1 1 0-16,0 2 0 0,0 0 0 0,-1 1 0 16,0-1 0-16,1 0 0 0,-1 3 0 0,1-3 0 15,1-3 0-15,0 0 0 0,0 2 0 0,0-1 8 16,1 1-8-16,-1-4 0 0,2 2 0 0,-1-4 11 16,1 2-11-16,1-1 10 0,-1 2-10 0,1-2 0 15,-1 0 9-15,1 6-9 0,-1-2 8 0,1 1-8 16,-2 4 8-16,1-6-8 0,1 4 8 0,-2-4-8 15,0 2 10-15,1-1-10 0,-1 1 11 0,1-2-11 16,0 1 12-16,-2-4-12 0,1-2 9 0,0 3-9 0,0-4 0 16,1 2 9-16,-1 1-9 0,-1 0 8 0,0-2-8 0,-1 1 8 15,1 1-8-15,0-2 0 0,0 0 9 0,0-2-9 16,2 2 0-16,-1-2 0 0,3 0 0 0,0-3 0 16,-1 1 0-16,4-4 0 0,-3 2 0 0,1-2 0 15,2 0 11-15,-2-1-3 0,1-1 0 0,0 2 0 16,-1 0 0-16,1 0 0 0,-1 1 0 0,-1-1 0 15,-2 1 0-15,2-1-8 0,-3 3 12 0,0-3-4 16,1 2 0-16,-2-2-8 0,1 0 12 0,-1-2-4 16,0 1-8-16,-1 0 0 0,1-3 9 0,0 1-9 15,-2 0 0-15,2-3 0 0,2 3 0 0,-1-3 8 16,-1 0-8-16,0 4 0 0,1-4 0 0,0-3 0 16,1 3 0-16,-2 0 0 0,1-1 0 0,0 1 8 0,2 0-8 15,-2 0 0-15,0-3 0 0,1 3 0 0,0-2 0 0,-2 2 0 16,0 0 0-16,0 0 0 0,0 0 0 0,0 0 8 15,0 0-8-15,19-4 0 0,-15 7 0 0,0-3 9 16,1-3-9-16,-1 3 0 0,0 0 8 0,0 0-8 16,1-2 0-16,1 0 0 0,3 2 0 0,1-2 0 15,3 1 0-15,4-4 0 0,2 1 0 0,1-5 0 16,2 2 0-16,1-3 0 0,-2-2 0 0,2-1-9 16,4 1 9-16,-1 2-12 0,2-2 12 0,-1 2 0 15,-1 0 0-15,-3 1-8 0,-1 6 8 0,-2-4 0 16,-4 5 0-16,-2-1 0 0,-2 3 0 0,-3 0 0 15,-3 0 10-15,-1 3-10 0,-1-1 18 0,-2 0-2 16,-1 0-1-16,2-2 0 0,-1 3-5 0,2-3-1 16,0 0 0-16,0 0 0 0,1 0-9 0,1 0 0 0,-1-3 0 15,1 3 0-15,0 0 0 0,-1-4 0 0,-1 4 0 0,-1-2 8 16,1 2-8-16,-1 0 0 0,0-3 0 0,0 2 0 16,-2 1 0-16,-1 0 8 0,1 0-8 0,-2 0 0 15,1 0 13-15,0 0-2 0,0 0-1 0,0 0 0 16,1 0 2-16,-1 0 0 0,0 0 0 0,0 0 0 15,0 0-12-15,0 0 0 0,0 0 0 0,0 0 0 16,0 0 0-16,14-15 0 0,-12 14 8 0,2-1-8 16,-2-2 0-16,1 2 0 0,-1-1 0 0,1-1 0 15,-1 3 0-15,1-1 0 0,-1-2 0 0,0 1 0 16,0 1 0-16,-1 1 0 0,2-4 0 0,-2 1 8 16,-1 0-8-16,-1 1 0 0,1-2 9 0,-3 1-9 15,2-2 8-15,-3 0-8 0,1-2 10 0,-2 2-10 0,0-5 11 0,0 0-11 16,-1 0 12-16,-1-3-12 0,0-1 0 0,0-2 0 15,-2-5 0-15,1-3 0 0,2-4 0 0,0 1 0 16,0 0 0-16,1-1 0 0,1 1 0 0,1-1 0 16,-1-2 0-16,1 3 0 0,-2 2 0 0,3-3 0 15,-1 1 0-15,1-3 0 0,0 5 0 0,-2-5 0 16,-1 2 0-16,0-6 0 0,2 2 0 0,-1-2 0 16,0-1 0-16,-1 4 0 0,0 1 0 0,-1-4 0 15,-2 1 0-15,1 3 0 0,-1 1 0 0,-3 3 0 16,3 3 0-16,-3-3 0 0,-2 5 0 0,0-4 0 15,-2 0 0-15,-1-7 0 0,2 1 0 0,0-4 0 16,3-4 0-16,0 2 0 0,5-1 0 0,2 1 0 0,3 0 0 16,1 1 0-16,1 2 0 0,4 3 0 15,0-2 0-15,0 5 0 0,-1-2 0 0,1 2 0 0,0 3 0 0,0-2 0 16,-2 3 0-16,-1 3-9 0,0 0 9 0,-2 2 0 16,-1 1 0-16,-3 3 0 0,0 0 0 0,0 4 0 15,-3 0 0-15,0-1 0 0,-2-2 8 0,1 2-8 16,0-3 8-16,2 0-8 0,1-3 8 0,1 1-8 15,1-2 0-15,1 1 0 0,2-2 0 0,2 4 0 16,-1-4 0-16,0 3 0 0,2 1 0 0,-2 1 0 16,0 3 0-16,-1-2 0 0,0 1 0 0,-4 3 0 15,2 1 0-15,-2 3 0 0,-2-5 0 0,0 3 0 16,0 1 0-16,-2 0 19 0,2 0-3 0,-1-1-1 16,-2 1 1-16,0-2 1 0,2 2 0 0,1-3 0 15,1 4-9-15,0-3-8 0,1-2 9 0,0-1-9 0,1 1 8 0,0-2-8 16,2 0 0-16,-2 0 0 0,2 2 0 0,-1-5 0 15,1 5 0-15,-2-3 0 0,1 2 0 0,-1 0 0 16,1 3 0-16,0 2 0 0,0 0 0 0,-2 2 0 16,-1-3 0-16,2 2 0 0,-2 1 0 0,-2 0 0 15,2 0 0-15,-2-1 0 0,0 1 0 0,-2-4 0 16,0 2 0-16,1-1 0 0,-1-1 0 0,0 0 0 16,2-3 0-16,0 0 0 0,2-2 0 0,0 2 0 15,1-2 0-15,1 1 0 0,1-2 0 0,1 1 0 16,-2 2 0-16,2 4 0 0,0-1 0 0,0 0 0 15,1 2 0-15,0 2 0 0,0-2 0 0,0 2 0 16,-2 3 0-16,1 0 0 0,1-2 0 0,0 4 0 16,0-4 0-16,-1 3 0 0,1-1 0 0,-1 0 0 0,2 1 0 0,-1-2 0 15,0 0 0-15,1-1 0 0,2-1 0 0,-1-4 0 16,2-3-36-16,1-6 0 0,5-6 0 0,-1-1 0 31,6 0-109-31,1-2-23 0,4 0-4 0,0 3-447 0,0 3-89 0</inkml:trace>
  <inkml:trace contextRef="#ctx0" brushRef="#br0" timeOffset="146518.1">26952 3571 1576 0,'-5'0'70'16,"0"0"14"-16,1 1-67 0,2-1-17 0,1 0 0 0,-1 0 0 0,2 0 112 0,-2 0 20 16,-1-1 3-16,0 1 1 0,-2-4-61 0,0-2-12 15,-1 0-3-15,1 0 0 0,-2-4-44 0,3 1-8 16,-1-3-8-16,-2 2 9 0,1 1-9 0,-1 3 0 15,1 0 0-15,-2 1 0 0,0 3 0 0,-4 2 0 16,3 2 0-16,-4 2 0 0,3 0 10 0,-2 4 0 16,-2 2 0-16,1 0 0 0,-2 5-1 0,0 1 0 15,0 2 0-15,-2 2 0 0,0 0-9 0,-3 2 0 16,0 2 0-16,0-2 0 0,2 1 0 0,-1 0 0 0,2-1 0 0,1 2 0 16,2-2 0-16,4 0 0 0,3 0-12 0,2 2 12 15,5-3-12-15,6-1 12 0,5-4-10 0,8-4 10 16,8-2-9-16,11-5 9 0,8-4-8 0,7-2 8 15,-1-9 0-15,7-5 0 0,6-10 0 0,4-3 0 16,0-2 0-16,3-1-12 0,2-1 2 0,-1-5-1014 16</inkml:trace>
  <inkml:trace contextRef="#ctx0" brushRef="#br0" timeOffset="149033.43">25897 2550 230 0,'-6'6'20'0,"1"0"-20"0,2-2 0 0,3-4 0 16,0 0 150-16,0 0 26 0,2 3 4 0,-5 0 2 16,3 1-54-16,1-4-12 0,6-3-1 0,1-3-1 15,5-1-32-15,2-3-6 0,3-1-2 0,3-1 0 16,0 4-22-16,0-2-5 0,0 0-1 0,-1 4 0 0,2 0-26 0,-2 3-4 16,0-1-2-16,-2 4 0 0,2 0-14 0,0 0 0 15,-2 0 0-15,2 0 0 0,2 0-13 0,0 0-3 16,-4-3 0-16,2 0 0 0,2-3-20 0,4 2-4 15,-1-1 0-15,0-1-1 0,-1 1 6 0,1 0 2 16,2 4 0-16,0-1 0 0,1 4 17 0,0-1 4 16,-1 4 1-16,4 0 0 0,3 1-31 0,1 3-6 15,3-3-2-15</inkml:trace>
  <inkml:trace contextRef="#ctx0" brushRef="#br0" timeOffset="149500.76">26054 3407 957 0,'6'0'42'0,"-2"0"10"0,0 0-42 0,-1 0-10 0,0 0 0 0,-1-3 0 0,2 2 103 0,1 0 18 0,5-1 4 0,2-1 1 0,3 0-31 0,2-3-7 16,-2 4 0-16,1-2-1 0,-1 0-47 0,1 1-8 15,0-2-3-15,-1 1 0 0,1-2-29 0,-1-1 0 16,1 4 0-16,1-3 0 0,0-1-37 0,0 1-14 0,0 0-2 0,1-3-456 15,-1 4-91-15</inkml:trace>
  <inkml:trace contextRef="#ctx0" brushRef="#br0" timeOffset="150067.04">26092 4062 172 0,'-6'0'16'0,"3"0"-16"16,0 3 0-16,4-3 0 0,2-3 263 0,-2 3 49 0,-1-1 11 0,1 1 1 16,3-3-229-16,2 0-47 0,4 0-8 0,2-1-3 15,3 1 15-15,3-2 4 0,1 1 0 0,4 0 0 16,0 2-13-16,3-2-3 0,0-1 0 0,1 0 0 15,0 3-14-15,2-2-3 0,1 2-1 0,3-2 0 16,2-2-14-16,0 1-8 0,3 0 8 0,0-4-8 16,3 3 0-16,2 0 0 0,-1 0 0 0,-2 2 0 15,-3-2 0-15,-3 0 0 0,-2-1-12 0,-2 4 4 16,-5-1-28-16,-3 1-6 0,-3 0-1 0,-2 3-754 16</inkml:trace>
  <inkml:trace contextRef="#ctx0" brushRef="#br0" timeOffset="151300.04">23857 1947 900 0,'-19'3'40'0,"8"-3"8"0,2 0-39 0,6 2-9 15,2-2 0-15,2 0 0 0,1 0 16 0,1 0 2 16,2 0 0-16</inkml:trace>
  <inkml:trace contextRef="#ctx0" brushRef="#br0" timeOffset="154683.72">26324 1950 230 0,'-6'2'20'0,"2"0"-20"0,-1 3 0 0,1-5 0 0,2 1 121 0,0-2 20 16,1 1 4-16,-1 0 1 0,-2 0-78 0,-1 0-16 15,0 0-4-15,1 0 0 0,2 0-5 0,-1-3-2 16,2-1 0-16,0 2 0 0,0-1 8 0,-2 2 2 15,1-1 0-15,-2 2 0 0,2-1 17 0,-2 1 4 16,0 0 1-16,1 1 0 0,-4 1-13 0,0 2-2 16,-1-2-1-16,-1 2 0 0,0-1-31 0,-2 0-6 15,-2 0-2-15,1 3 0 0,1-2-18 0,-1-1 0 16,2 0 0-16,1-2 0 0,2 2 0 0,-1-1 0 16,1-2 0-16,-1 0-9 0,2 1 9 0,1-2 0 15,-1 1-9-15,0 1 9 0,-2-1 0 0,2 0 0 0,1 0 0 0,0 3 0 16,0-3 0-16,0 0 0 0,1 0 0 0,-1 0 0 15,0 2 0-15,0-2 0 0,0 1 8 0,-1-2-8 16,-1 2 15-16,2 2-3 0,0-3 0 0,2 2 0 16,-2 0-12-16,0 0 8 0,1 2-8 0,-1-2 0 15,3 0 0-15,-2 0 0 0,2 2 0 0,-1-2 0 16,1 1 0-16,0-2 0 0,1 1 0 0,-1-2 0 16,0 3 0-16,1-2 0 0,0 2 0 0,1-2 0 15,0 1 9-15,-1 1-9 0,0-2 8 0,-1 4-8 16,1-5 8-16,-1 4-8 0,-1-2 0 0,-1-1 8 15,1 2-8-15,-4 1 8 0,3-1-8 0,-4 2 8 16,-1 1-8-16,1-2 0 0,-2 0 0 0,0-1 0 16,1 2 0-16,1-3 8 0,0 3-8 0,1-5 0 0,1 3 0 0,1-3 0 15,0 0 0-15,1 3 0 0,-1-2 0 16,1 2 8-16,1-3-8 0,-1 2 0 0,-1-2 0 0,1 1 0 16,-1 2 0-16,-1-2 0 0,0 1 10 0,0 1-10 15,0 1 12-15,-2-2-12 0,2 2 16 0,-1-2-3 16,-1 2-1-16,1-2 0 0,-1 2 0 0,2-3-1 15,1 2 0-15,0-1 0 0,0 0-11 0,0 0 0 16,3-2 0-16,-1 0 8 0,1 0-8 0,-2 0 0 16,2 0 0-16,-1 0 0 0,0 3 0 0,-2-3 0 15,1 1 0-15,-1-1 0 0,-2 2 0 0,-1 1 0 16,1 0 0-16,-3 0 0 0,1 1 0 0,-1-2 0 16,0 2 0-16,1-1 0 0,-1 4 0 0,-1-4 0 15,-1 2 0-15,3 0 0 0,0 0 0 0,-1-1 8 16,1 2-8-16,-2-2 0 0,0 2 0 0,0 0 0 0,1 0 0 15,-1 1 0-15,0 1 0 0,-2-3 0 0,1 1 0 0,0 3 0 16,2-5 0-16,1 1 0 0,2-2 0 0,-2 4 0 16,3-6 0-16,1 4 0 0,0-2 0 0,0 0 0 15,1 1 0-15,-1-2 0 0,2 3 0 0,-2 0 0 16,0-1 0-16,-1 2 0 0,-1-2 0 0,1 1 0 16,-1 2 0-16,-2-1 0 0,0 3 0 0,0-2 0 15,-3 3 0-15,1 1 0 0,0-1 0 0,1 2 0 16,0-2 0-16,2 0 0 0,2-1-9 0,-2 3 9 15,3-2 0-15,-1 0 0 0,1 0 0 0,1 0 0 16,1 1 0-16,-2-4 0 0,-1 3 0 0,-1-1 0 16,1 0 0-16,-4 1 0 0,3-1 0 0,-4 0 0 15,-2 2 0-15,0 2 0 0,-3-1 0 0,0 0 0 0,1-2 0 0,0 0 0 16,-1 1 0-16,-1-1 0 0,0 0 12 16,1-1-4-16,3-2-8 0,0-1 12 0,4 0-12 0,0 1 8 15,0-4-8-15,2 1 0 0,1 1 0 0,-1-1 0 16,3 2 0-16,-3 0 0 0,1 0 0 0,-1 2 0 15,-1 0 0-15,0 1-10 0,-2 1 10 0,-3 0 0 16,1-2 0-16,-3 4 0 0,0-1 0 0,1-1 0 16,-3 2 0-16,1-2 0 0,0 0 0 0,0-2 0 15,1 2 0-15,-1 0 0 0,3-1 0 0,-1-2 0 16,2 2 0-16,1-3 0 0,-1 4 0 0,3-4 0 16,-1 2 0-16,1 0 0 0,-1-2 0 0,0 2 0 15,0 0 0-15,0 1 0 0,-1 1 0 0,1 0 0 0,1 0 0 16,-3 1 0-16,3 0 0 0,-1 0 0 0,1 0 0 0,-1 0 0 15,1-1 0-15,2 0 0 0,-2 3 0 16,1-3 0-16,-1-2 0 0,-1 2 0 0,0 0 0 0,-1 2 0 16,-1-2 0-16,1 3 0 0,-2-1 0 0,0 0 0 15,-1 1 0-15,0-3 0 0,3 2 0 0,-1 0 0 16,1-2 0-16,2-4 0 0,2 1 0 0,-1 0 0 16,3-1 0-16,2-2 0 0,0 1 0 0,1-4 0 15,-2 2-12-15,0-1 4 0,1 2 0 0,0-3 0 16,-1 1-4-16,-1 1 0 0,2 3 0 0,-3-2 0 15,-2 2-4-15,-2 0-2 0,-1 0 0 0,-2 1 0 16,-1-1-2-16,-2 0 0 0,0 0 0 0,3-1 0 16,4 0 9-16,1-1 2 0,3-1 0 0,1 0 0 0,4-6-12 15,3 2-3-15,1-1 0 0,2-2 0 16,5-2-127-16,3-3-25 0</inkml:trace>
  <inkml:trace contextRef="#ctx0" brushRef="#br0" timeOffset="154966.84">24314 3081 115 0,'-6'-6'10'0,"1"3"-10"16,1-2 0-16,2 3 0 0,1 0 200 0,0 1 37 16,-1 1 8-16,0-3 2 0,-1 1-91 0,-2 0-19 15,0 0-3-15,1 0-1 0,-1 0-49 0,0 4-9 16,1 0-3-16,0 0 0 0,2 2-32 0,-2 2-8 16,0 1 0-16,1 0-1 0,0 4-17 0,-1-1-3 15,1 0-1-15,-2 0 0 0,1 2 2 0,-2 3 0 16,0-4 0-16,-2 4 0 0,0 1 0 0,-2-1 1 15,0 2 0-15,0 2 0 0,0-1-13 0,0 1 11 0,3-3-11 16,1 2 10-16,3-1-10 0,3-1 0 0,3 0 0 0,5-4 0 16,3 0 0-16,8 1 0 0,4-2 0 0,7-2 0 15,0-3 0-15,2-3 0 0,5-3-9 0,1-3 9 16,2-1 0-16,-2-5 0 0,3 2 0 0,-3-2 0 16,2-1-11-16,-1-2 2 0,5 0 0 0,-1-2 0 15,5-3-119-15,0-7-24 0</inkml:trace>
  <inkml:trace contextRef="#ctx0" brushRef="#br0" timeOffset="156800.63">26113 1729 806 0,'-12'2'36'0,"2"-1"7"0,2 2-35 0,1-1-8 15,5-2 0-15,1 0 0 0,-2 0 210 0,0 0 40 16,-5 0 8-16,-1 0 2 0,1 0-161 0,0-2-32 16,1 2-7-16,1-3 0 0,0 2-32 0,-1-1-5 0,2-1-2 15,-2 2 0-15,0 1-6 0,-2-3-2 0,2 3 0 0,-5 0 0 16,1 3-2-16,-1-3-1 0,-3 4 0 0,-1-2 0 16,-1 4 1-16,-3-2 0 0,-1 2 0 0,-3 0 0 15,1 1-11-15,-2-1 12 0,4 0-12 0,-2-2 12 16,2-1-12-16,0 0 0 0,1-2 0 0,0-1 0 15,1-1 0-15,2-3 0 0,0 2 0 0,-2-1 0 16,0 2 0-16,-1-4 8 0,0 4-8 0,-1-5 0 16,-3 1 10-16,0 0-10 0,-1-2 12 0,-1 1-12 15,-1 0 13-15,-2 0-4 0,-2 1-1 0,-2 0 0 16,-2 3-8-16,-3 2 0 0,-3-3 0 0,-1 6 0 16,0 3 0-16,-1 0 0 0,1 0 0 0,1 1 0 15,2 5 0-15,0-2-9 0,2-1 9 0,2 1 0 16,6-1 0-16,2-3-8 0,3-2 8 0,2-4 0 0,2 0 0 0,3-3 0 15,2 2 0-15,3-1 0 0,0-2 0 0,1 1 0 16,3 1 0-16,-2 1 0 0,1-3 0 0,2 2 0 16,-3-1 0-16,1 3 0 0,-2 0 0 0,0 3 0 15,-2-2 0-15,-1 4 0 0,-1-2 0 0,-3 4-10 16,0-1 10-16,-2 1-8 0,-1 4 8 0,-1-1 0 16,-2-1-9-16,0 1 9 0,0 0 0 0,2-3 0 15,3-1 0-15,2-1 0 0,2-1 0 0,4-2 0 16,1-4 0-16,4 2 0 0,2-2 0 0,3 0 0 15,-1 0 0-15,0-2 0 0,1 2-30 0,1-2-2 16,0 4 0-16,0-4 0 0,0 2-17 0,0-2-4 16,0 4-1-16,0 0 0 0,0-2 7 0,0 2 2 15,1 0 0-15,2 0 0 16,-3 0-29-16,0 0-6 0,0 0 0 0,29-3-603 0</inkml:trace>
  <inkml:trace contextRef="#ctx0" brushRef="#br0" timeOffset="157083.68">24600 1595 1267 0,'-6'0'56'0,"1"0"12"0,0 0-55 0,1 0-13 0,3 4 0 0,0-4 0 15,-2 2 165-15,0 2 31 0,-1 2 5 0,-5 4 2 16,-2 0-143-16,-3 5-29 0,0 1-6 0,-5-3-1 16,-1 2-16-16,0 1-8 0,-2-1 8 0,-1-1-8 15,-1-1 8-15,2-1-8 0,1-3 8 0,-1 1-8 0,1-1 0 0,1 1 0 16,-1 0 8-16,0 0-8 0,-1-2 0 0,1 1 0 15,0 1 0-15,0 0 8 0,1 0 8 0,2-4 0 16,6 2 1-16,3 0 0 0,6 1-6 0,4-2-2 16,4 4 0-16,4-1 0 0,4 2-9 0,6-1 0 15,5 4-10-15,6-1 10 0,-3-3 0 0,5 1 0 16,6-2-8-16,1 3 8 0,1-3-12 0,4-3 1 16,7 4 0-16,12-5-954 15</inkml:trace>
  <inkml:trace contextRef="#ctx0" brushRef="#br0" timeOffset="159016.71">26428 5433 518 0,'-24'19'46'0,"8"-7"-37"0,2-2-9 0,7-2 0 0,6-3 85 0,0-4 15 16</inkml:trace>
  <inkml:trace contextRef="#ctx0" brushRef="#br0" timeOffset="159985.81">26544 5515 806 0,'-3'-12'36'0,"2"-1"7"0,0 0-35 16,2 0-8-16,2 2 0 0,-1 4 0 0,3-6 140 0,0-6 27 0,5-15 5 0,3-8 0 16,4-8-83-16,1-6-17 0,1 4-3 0,-3 1-1 15,-1 1-29-15,-3 3-7 0,-2 2 0 0,-4-1-1 16,-1 4-9-16,-4 4-2 0,-2 3 0 0,-3 1 0 15,2 1-2-15,-2 3-1 0,0 4 0 0,-1 1 0 16,0 3-9-16,3-1-8 0,1 5 9 0,-1-2-9 16,2 1 0-16,2 1 0 0,0-1 0 0,1 2 0 0,-1 0 0 15,1 3 0-15,-1 2 0 0,-1-1 0 0,3 4 0 0,0-4 0 16,-3 3 0-16,0 2 0 0,-1 0 0 0,0 2 11 16,0 2-11-16,-1 2 10 0,-3-1 10 0,2 2 1 15,-3 1 1-15,-1 1 0 0,-3 2-3 0,-1-1-1 16,0 3 0-16,-1 4 0 0,0 0-18 0,0 0 0 15,-2 4 0-15,2-1 0 0,1 2 0 0,1 2 0 16,0-1 0-16,1 2 0 0,2 4 0 0,1-2 0 16,2-2-10-16,1 0 10 0,4-3-13 0,-1-6 1 15,4 2 1-15,1-3 0 0,1-4-14 0,2 1-3 16,-2-2-1-16,2 1 0 0,-1-6 4 0,-2 3 1 16,-3-3 0-16,1 3 0 0,-1-5-4 0,-2 4-1 15,0-4 0-15,-1 0 0 0,-1 2-5 0,-2-3-1 16,0 0 0-16,0-3 0 0,0-1 21 0,1 0 4 0,2-6 1 15,3-2 0-15,2-5 9 0,3-2 0 0,3 0 0 16,4-4 8-16,4 1-8 0,1-1 0 0,2 10 0 0,-2-2 8 16,-2 7-8-16,-3 2 12 0,-1 5-4 0,-3 4 0 15,-1 3 20-15,-2 1 5 0,3 4 1 0,-3 2 0 16,-2 2 2-16,0 3 0 0,-1 6 0 0,0 3 0 16,1 1-2-16,1 3 0 0,-1-3 0 0,2 0 0 15,3 1-6-15,3-7-2 0,3-4 0 0,8-6-634 16,11-6-128-16</inkml:trace>
  <inkml:trace contextRef="#ctx0" brushRef="#br0" timeOffset="180020.34">28287 10785 1497 0,'0'-2'133'0,"0"1"-106"15,-1 1-27-15,1 0 0 0,1 0 136 0,-2 0 21 16,1 0 5-16,-1 0 1 0,-2 0-63 0,0 0-13 16,-1 0-3-16,4 0 0 0,0 0-52 0,0 0-10 15,0 0-2-15,-19-9-1 0,17 9-19 0,-1-4 0 16,1 4 0-16,0-3 0 0,0 3 8 0,1 0-8 15,-1-3 12-15,-1 3-12 0,-1 0 22 0,-1 3-2 16,1-3-1-16,-4 1 0 0,1 1-5 0,-4 2-1 16,-3 2 0-16,-3 0 0 0,-1 3-13 0,0 1 0 15,-4 4 0-15,0 2 0 0,3 1-11 0,-1-1-5 16,3 0 0-16,2 3-1 0,2-3-3 0,5-4 0 16,2-2 0-16,3-4 0 0,6-2 11 0,-1-4 9 0,3 0-13 0,4-4 5 15,2-2 8-15,2 0 0 0,5-4 0 0,0-1 0 16,2 0 0-16,1 2 0 0,0-1 9 0,1 0-9 15,2 4 13-15,-2 1-4 0,0 4-1 0,-1 1 0 16,-2 1 0-16,-2 4 0 0,1-1 0 0,-2-1 0 16,-3 2 3-16,2-1 0 0,0-3 0 0,2 2 0 15,-2-1-11-15,0-2 0 0,1-2 9 0,-2 2-9 16,0-4 0-16,-1 0 9 0,-2-1-9 0,-1-2 0 16,1-2 15-16,-2-1-4 0,-3 1-1 0,-1 0 0 15,-3-1 15-15,-2 0 3 0,1 4 1 0,-3-4 0 16,-1 1 8-16,-1 3 2 0,-3-2 0 0,-3 0 0 0,1 2-4 0,-4 0-1 15,-3 0 0-15,-2-2 0 0,-5 2-17 0,-3-3-3 16,-6-1-1-16,-2-2 0 16,-2 0-154-16,-4-2-31 0,1-4-7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13T16:45:47.8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7383 7220 1670 0,'-8'-7'148'0,"2"-2"-118"0,1 3-30 0,2 2 0 15,2 4 121-15,1-2 19 0,0 1 3 0,0-2 1 16,-1-1-88-16,-1 1-18 0,1-3-3 0,-1 3-1 15,-1-1-6-15,1 4-2 0,-1 0 0 0,0 4 0 16,-1 0-26-16,0 4 0 0,-1 2 0 0,0 5 0 16,2 1-20-16,-1 2-8 0,1 3-3 0,2-5 0 15,1 2 2-15,-1-2 0 0,2-3 0 0,0-3 0 16,-1-4 17-16,3 1 12 0,1 2-13 0,-1-3 5 16,1 0 8-16,0 0 0 0,-2 1 0 0,1-1 0 15,0 0 14-15,1 0 2 0,0-2 0 0,1 2 0 16,1 0-3-16,1 0 0 0,1 2 0 0,0 0 0 0,0-1-13 0,1-1 0 15,0 0 8-15,0-2-8 0,2 2 0 0,-1-2 0 16,1-2 0-16,0 2 0 0,0-2 0 0,1-1 0 16,-1 2 0-16,1-3 0 0,3 2 0 15,1-2 0-15,1 2 0 0,3-2 0 0,-1 0 0 0,3-2 0 16,1 0 0-16,2-2 0 0,2 2 0 0,1-4 0 16,-2-2 0-16,3 2 0 0,3 0 0 0,-1-3 0 15,-2 2 0-15,0 1 0 0,1-1 0 0,-3 2 0 16,2 2 0-16,-2 0 0 0,0 2 16 0,2 1-4 15,-1-2 0-15,2 2 0 0,-2-2-4 0,2 1 0 16,1 0-8-16,-2-3 12 0,2-1-12 0,3 1 0 16,0 1 8-16,2-3-8 0,1-1 0 0,2 4 0 15,0-4 0-15,1 3 0 0,2 0 0 0,-4 0 0 16,-3 0 0-16,-2 2 0 0,-1-2 0 0,-2 4 0 0,-2 0 0 16,1 0 0-16,-1 0 0 0,1 4 0 0,-1-2 0 0,-1 2 0 15,3 2 0-15,-3 0 0 0,-1 1 0 0,1-1 0 16,1 1 0-16,-4-1 0 15,2 1 0-15,-3-4 0 0,-2 1 0 0,0-1 0 0,-2-1 0 0,-1-1 0 16,0-1 16-16,1 0-4 0,-3-1 0 0,1 1 0 16,2-4-1-16,2 3-1 0,0 0 0 0,-1-3 0 15,-4 2-10-15,0-1 0 0,1 2 9 0,-1-2-9 16,-1 1 0-16,-3 1 0 0,1 1 0 0,-5 0 0 16,0 0 0-16,-2 0 0 0,-1 0 0 0,-1 0 0 15,-2 0 0-15,1 0 0 0,-1 0 0 0,0 0 8 16,1-3-8-16,-2 0 11 0,3-2-11 0,-2 0 12 15,3-4 6-15,0-3 2 0,1-1 0 0,2-3 0 0,1 0 9 16,0 0 3-16,0-5 0 0,0 4 0 0,-2-2-5 0,2-2-1 16,-1 4 0-16,0-2 0 0,-1 1-10 0,-1 2-1 15,-1 0-1-15,2 3 0 0,-4-2-14 0,0 2 0 16,0-1-9-16,0 2-821 16,-1-3-164-16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13T16:47:34.8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8998 5535 1209 0,'-1'6'108'0,"-1"0"-87"16,-1-2-21-16,1 1 0 0,0 0 138 0,-1 1 23 16,0 5 5-16,-2 5 1 0,-2 8-102 0,1 3-20 15,1 1-4-15,1-5-1 0,4-5-24 0,3-2-4 16,0-6-2-16,0-1 0 0,2-4-10 0,0 0 0 15,0-5 0-15,-2 1 0 0,1 1 8 0,-2-2 0 16,-2-2 0-16,2 2 0 0,-1-1 16 0,-1 1 2 16,0-3 1-16,-1 1 0 0,-1 0 14 0,2 2 3 15,0 0 1-15,0 0 0 0,-4-24-21 0,4 14-4 16,1-3 0-16,1-5-1 0,3-2-19 0,1-6 10 0,2-2-10 16,0-3 8-16,2-4-8 0,3 1 0 0,-3 1 0 0,-2 3-11 15,1 0 11-15,-3 5 0 0,-1 0-9 0,-1 3 9 16,-2 2 0-16,1 2 0 0,-3-1 0 0,1-1 0 15,3 2 0-15,-2-1 0 0,1 0 0 0,0-2 0 16,2-2 0-16,1 1 0 0,-1 0 0 0,3-7 0 16,2 1 0-16,-2-3 0 0,2-1 0 0,-1 6 0 15,-3 5-9-15,0 1 9 0,2-2-12 0,-2 3 12 16,-1 1 0-16,-1 2-8 0,-1 6 8 0,-2 0 0 16,2 4 0-16,-2-1 0 0,-1 4 0 0,0 3 0 15,1-3 0-15,1 3 0 0,-2 0 0 0,0 0 0 16,0-2 0-16,0 2 0 0,0 2 0 0,0-2 0 15,0 0 8-15,0 0-8 0,0 0 0 0,-2 0 0 0,2 3 12 16,-2-3-3-16,2 0-1 0,0 0 0 0,0 0 10 0,0 0 2 16,0 0 0-16,-25 11 0 0,15-6-6 0,0-4-1 15,-2 2 0-15,-3-1 0 0,0 2-13 0,-1-1 0 16,-8 4 0-16,-2-1 0 0,-2 0 0 0,-1 0 0 16,-2 7-12-16,0-6 12 0,0 3-12 0,1 1 4 15,2-4 8-15,1 2-13 0,2-3 13 0,3 0-12 16,1-2 12-16,2-1-12 0,1-3 12 0,0 0-9 15,1-3 9-15,-2-1-8 0,0 2 8 0,-1-2 0 16,0-2 0-16,-1 2-8 0,-1-2 8 0,-2 0 0 16,0 0 0-16,-2 0 0 0,1 2 0 0,0 1 0 15,3 0 0-15,-2-2 0 0,1 4 0 0,2-4 0 16,2 3 0-16,1-1-8 0,2 0 8 0,1-1-12 16,0 2 12-16,1-1-12 0,2 2-1 0,0 1-1 0,-1-2 0 15,0 2 0-15,3-3 3 0,-3 2 1 0,4 1 0 0,-1 0 0 16,0 0 10-16,0 0 0 0,1 0 0 0,1-2 0 15,1 2 0-15,1 0 16 0,0 0-4 0,0 0-1 16,1 0 7-16,0 0 2 0,1 0 0 0,-1 0 0 16,0 0-4-16,2 0 0 0,0 2 0 0,1-2 0 15,2 0-16-15,0 0 10 0,0 0-10 0,0-2 8 16,0 2-8-16,1 0 0 0,0 0 9 0,0-3-9 16,2 2 0-16,-3 1 0 0,0 0 0 0,0 0 0 15,0 0 0-15,0 0 0 0,0 0 0 0,0 0 0 16,0 0 0-16,0 0 9 0,0 0-9 0,0 0 0 15,0 0 11-15,-17-12-11 0,9 9 10 0,-1 3-10 0,1-1 0 0,-1 1 0 16,2 0 0-16,1 0 0 0,1 0 0 0,1 0 0 16,1 0 0-16,2 0 0 0,1 0 0 0,0 0-10 15,1 0 10-15,-2 0-8 0,2 1-4 0,1 2-1 16,-1-1 0-16,-1-2 0 0,0 0 13 0,0 0 0 16,1 22 0-16,-2-12-9 0,1 3 9 0,-3 3 0 15,2 0-9-15,0 6 9 0,0 3 0 0,-2 3 0 16,2 4 0-16,0 3 0 0,0 2 0 0,1-1 0 15,0 1 0-15,0-2 0 0,1-1 0 0,-1-2 0 16,1-3 0-16,-2-1 0 0,3 1 0 0,-2-3 0 16,0-2 0-16,0 1 0 0,0-3 0 0,0 1 0 15,-1-4 8-15,0 2-8 0,-2 2 0 0,2-1 0 16,-1-2 0-16,-1 1 0 0,-1-4 0 0,1 2 0 16,-1-1 0-16,0-2 0 0,1-1 0 0,-1 1 0 0,1-2 0 0,0-2 0 15,0-3-14-15,1 1-5 0,-1-4-1 0,0-2 0 16,0-2-24-16,1-1-6 0,-1-1-1 0,1-1 0 15,-2 1-16-15,0-2-3 0,-1-2-1 0,0-1 0 32,-1-1-5-32,-1-2-2 0,-1 0 0 0,0 0 0 0,0-2 22 0,0 2 4 0,-1-5 0 0,-1 1 1 15,3 2 37-15,-2-4 14 0,-1 3-11 0,0 0 11 16,2 3 22-16,1-2 10 0,1 3 3 0,2 1 0 16,2 3 20-16,1-2 4 0,-1 3 1 0,2 0 0 15,2-1-8-15,-1 2 0 0,1 1-1 0,2 0 0 16,1 1-17-16,1 4-3 0,2 2-1 0,-1-1 0 15,2 5 12-15,-2 4 2 0,-2 3 1 0,0 5 0 16,-2 0-1-16,-2 4 0 0,-1 3 0 0,-4 1 0 0,2 0-17 16,-3-2-4-16,0-1-1 0,0-6 0 0,2-6-13 0,3-6-9 15,3-4 12-15,7-10-12 0,4-6 0 0,14-14 0 16,10-15 0-16,11-18 0 0,13-14 0 0,8-21-11 16,10-19 2-16,5-7 0 15,4-4-106-15,7-5-21 0,7-9-4 0</inkml:trace>
  <inkml:trace contextRef="#ctx0" brushRef="#br0" timeOffset="29263.49">17016 8149 1728 0,'-12'0'76'0,"6"4"16"0,1 2-73 0,1-2-19 0,3-2 0 0,1-2 0 16,-3-4 80-16,1 4 13 0,-2 2 3 0,0-2 0 16,1 5-41-16,1-4-8 0,-3-1-2 0,3 5 0 0,1 5-16 0,2 6-3 15,3 6-1-15,-1 9 0 0,0 5-14 0,1 8-3 16,-3 12-8-16,0-5 12 0,-1-4-12 0,-2 5 0 16,-1 13 8-16,-1 6-8 0,1 3 0 0,0-4 0 15,2-3 0-15,1-4 0 0,2-7 0 0,3-6 0 16,3-11 0-16,1-10 0 0,4-1 0 0,1-15-12 15,1-7 1-15,-2 4 0 0,1 5-8 0,1-1-1 16,-2-8-1-16,-2-4 0 0,-1-2 21 0,1-6 0 16,-3-2 0-16,-1-2 8 0,1-3-19 0,-5-3-4 15,1 0-1-15,-3-6 0 0,0-7-32 0,-4-5-8 16,-1-2 0-16,-3-5-1 16,-2 0-46-16,-1 1-9 0,-2 1-1 0,-3 1-1 15,1 1-14-15,-1 2-4 0,2 3 0 0,-2 1 0 16,5 5-21-16,-1 0-5 0,0-4-1 0,0 2 0 0,5 2 110 0,-2-2 21 0,2-7 5 0,1 3 1 31,0-3-72-31,1 3-14 0,2 4-4 0,1 0 0 0,-1 9 321 0,2 0 64 0,2 6 13 0,0 3 2 16,1 3-128-16,-1 2-27 0,1 4-5 0,-1 2 0 15,0-1-24-15,1 0-5 0,-1 3-1 0,2-1 0 16,-1-2-28-16,2 2-6 0,2 3 0 0,0-2-1 16,3-1-30-16,3 0-5 0,-1 1-2 0,4-3 0 15,4 0-26-15,1 1 8 0,5 1-8 0,2 1 0 16,1 0 8-16,-1 0-8 0,4 1 8 0,0-3-8 15,3-1 0-15,2 2 0 0,2 2 0 0,-1 1-11 16,3 5 11-16,-1 0 0 0,4 5 10 0,-2-2-10 16,1 0 0-16,-5 3 0 0,1 2 0 0,-8 1-10 0,-4 3 10 0,-4-3 0 15,0 0 8-15,-5 1-8 0,-4 5-8 0,-3-5-7 16,-1-2-1-16,-4 3 0 0,0 1 40 0,-3 2 8 16,-2-1 2-16,-2 0 0 0,-2-1-14 0,-1 0-2 15,0-3-1-15,-4-3 0 0,1 0-3 0,-1-6-1 16,1 0 0-16,2-5 0 0,0-4-13 0,-1 5 9 15,-2 3-9-15,-3 1 8 0,-2-1-8 0,-3-2 0 16,-3-1 0-16,-2 0 8 0,-4 0-8 0,-3 0 0 16,-3 1 0-16,-4-1 0 0,-2 0 0 0,0-2 0 15,0 2 0-15,1-2 0 0,3-1 0 0,1 2 8 16,3 1-8-16,3-6 0 0,6 2 0 0,1-2-9 16,1 2 0-16,2 2 0 0,3-2-30 0,3-2-5 15,2 4-2-15,3-4 0 16,2 0-175-16,3 2-35 0,2-4-8 0,7 4 0 0</inkml:trace>
  <inkml:trace contextRef="#ctx0" brushRef="#br0" timeOffset="30046.89">18870 8338 1152 0,'-5'-2'102'0,"2"2"-82"0,1-3-20 0,-1 2 0 0,1 1 132 0,1-2 23 15,1 2 4-15,-2-2 1 0,0-3-55 0,-3 4-10 16,1-1-3-16,1-2 0 0,-1 1-33 0,-1 0-7 15,1 3-2-15,-1-3 0 0,-1 2-18 0,1 0-3 16,-1 3-1-16,-3 2 0 0,3 2-16 0,-4 3-3 16,0 1-1-16,0 2 0 0,-2-3-8 0,-1 4 0 15,-2 6 0-15,0 1 0 0,0 2-9 0,0 0 9 16,0 5 0-16,-2 2 0 0,0-1 0 0,-1 1 0 16,0-1 0-16,2 1 0 0,-2 0 0 0,4 2-8 15,0-5 8-15,0-1 0 0,1 1-8 0,-2-4 8 16,3 2-12-16,0-5 12 0,1 1-37 0,1-5-1 15,1-8 0-15,1-2 0 0,3-1-12 0,3-4-2 0,3-4-1 16,1-5 0 0,3-9-133-16,3 1-26 0,0-2-6 0</inkml:trace>
  <inkml:trace contextRef="#ctx0" brushRef="#br0" timeOffset="30414.65">18520 8373 1162 0,'4'-5'52'0,"-4"4"10"16,1 1-50-16,0-3-12 0,1 3 0 0,0 0 0 16,-1-2 112-16,0 0 19 0,2 2 4 0,-2-2 1 0,0 2-32 0,-1 2-7 15,-1 2-1-15,0 0 0 0,-4-2-28 0,1 2-7 16,4 5-1-16,1-3 0 0,0 1-38 0,3 0-8 15,0 1-2-15,2 2 0 0,0-1-12 0,3 3 0 16,3 2 0-16,1 1 0 0,1 4-8 0,1 1 8 16,4 5 0-16,-3-3 0 0,0 3-8 0,0 0 8 15,-2 3 0-15,-1-2 0 0,-3-4 0 0,0 3 0 16,-2 1 0-16,-1-1 0 0,-1-2 0 0,0-2 0 16,-1 1 0-16,1-3 0 0,-1-3-31 0,-1-4 1 15,1-2 0-15,-1-1 0 0,1-5-24 0,-4 2-5 16,4-2-1-16,-4-4 0 0,2 2-11 0,-5-4-2 15,4-2-1-15,-4-2 0 16,-1-4-114-16,-2-5-22 0</inkml:trace>
  <inkml:trace contextRef="#ctx0" brushRef="#br0" timeOffset="30664.52">18426 8474 172 0,'0'1'16'0,"0"2"-16"0,-1-1 0 0,-1-2 0 16,5 0 308-16,-2 4 58 0,-1-4 12 0,0 3 2 15,-1 0-213-15,0-3-43 0,1 3-9 0,2-2-2 16,-1 4-43-16,4-1-9 0,0-1-1 0,3 4-1 16,4-1-31-16,3 0-7 0,3 0-1 0,2 2 0 0,2 0-10 0,3 0-2 15,-1 0-8-15,0 2 12 0,1-1-3 0,-1 1-1 16,-2-2 0-16,0 0 0 0,-2-3-8 0,0 0 0 15,-2-3 0-15,3 1-11 16,0-8-78-16,0 0-16 0,0-4-3 0</inkml:trace>
  <inkml:trace contextRef="#ctx0" brushRef="#br0" timeOffset="34216.67">19927 8045 115 0,'1'-1'10'0,"-1"-2"-10"15,-1 1 0-15,1 1 0 0,0 1 264 0,1 0 50 16,-1 0 10-16,0-3 3 0,0 3-162 0,-1-2-32 0,2 2-6 0,-1 0-2 15,0 0-21-15,0 0-4 0,0 0 0 0,0 0-1 16,0 0-44-16,0 0-9 0,0 0-2 0,0 0 0 16,0 0-20-16,0 0-4 0,0 0 0 0,0 0-1 15,-20 5-5-15,17 1-1 0,-1 1 0 0,-2 6 0 16,2-1 0-16,-4 7 0 0,-1 7 0 0,-1 4 0 16,-4 5-13-16,0 7 9 0,-3 5-9 0,-2 8 8 15,-1 10-8-15,-5 6 0 0,-1 10 0 0,-5 5 0 16,-1 5-29-16,0-2 1 0,0-1 1 0,5-11 0 15,3-8-9-15,3-4-3 0,4-3 0 0,4-9 0 16,7-6 30-16,6-10 9 0,6-4 0 0,6-11 0 16,0-12 0-16,5-2 0 0,3 3 0 0,0-8 0 0,-2-9 0 15,6-4 0-15,3 0 8 0,1 5-8 0,0 8 19 16,-1-6-3-16,-5-8 0 0,0-4 0 0,1-1-16 0,-4-4 8 16,1 2-8-16,-2-7 0 0,-4 3 12 0,0-1-12 15,-4 4 12-15,-1-6-12 0,-3 0 12 0,-5-1-4 16,-1 4 0-16,-4-3-8 0,1 5 30 0,-5-2-1 15,-3 4 0-15,-6-7 0 0,-3 3-12 0,-1-1-2 16,-3 5-1-16,3 4 0 0,0-1-14 0,0 5 0 16,3 4 8-16,-2 4-8 0,0 4 0 0,-1 1 0 15,0 4 8-15,0 3-8 0,-2 7 0 0,-2 3 0 16,-1 6 0-16,0 5 0 16,1 0-101-16,-1 1-20 0,3 3-4 0</inkml:trace>
  <inkml:trace contextRef="#ctx0" brushRef="#br0" timeOffset="42930.18">15709 6802 1843 0,'-5'-19'81'0,"1"4"18"0,2 1-79 0,1 5-20 0,1 6 0 0,-1 0 0 15,1 0 104-15,-4-6 16 0,1-3 4 0,-2-5 1 16,0 1-61-16,-2 0-12 0,-2 1-2 0,-2 4-1 16,-2-1-29-16,-2 2-5 0,-2 1-2 0,-3 6 0 0,-3-2-13 15,-1 4 9-15,-1 1-9 0,-3 1 8 0,-1 5-8 0,-2 3 0 16,-1 1-12-16,1 2 12 0,0 3-10 0,2 1 10 15,1 1 0-15,1 4-9 0,-1-1 9 0,4 1 0 16,4-1 0-16,4-2-8 0,3 1 8 0,2-3-13 16,3-4 5-16,4 2 8 0,3 1-20 0,4-2 3 15,2 3 1-15,3-1 0 0,3 1-16 0,2 0-2 16,0-1-1-16,2 3 0 0,3 3 13 0,-2 1 2 16,0 3 1-16,-1-3 0 0,-1 4 19 0,-1 0 0 15,-1-2-8-15,-2 2 8 0,-3-1 0 0,1 1 0 16,-3 1 8-16,-1-2-8 0,-1 1 21 0,-3 2-1 15,-1 3-1-15,-1-1 0 0,-2 1 1 0,-2 1 1 16,-2 3 0-16,0-1 0 0,-2 1-13 0,-3-3-8 16,0-3 10-16,-5-1-10 0,-4-2-25 0,-3 1-11 0,-3-2-3 15,-2-2 0 1,-3-2-49-16,3-4-11 0,4-5-1 0,4-5-1 0,1-4 49 0,6-3 11 0,3-3 1 0,2 0 1 16,4-4 39-16,1 1 0 0,2-1 0 0,2 1 8 15,2-3-21-15,-1 3-5 0,2 0-1 0,0 2 0 16,0 0 3-16,2-1 1 0,-1 5 0 0,2 3 0 15,1 0 6-15,0 6 1 0,0 1 0 0,0 4 0 16,0 4 8-16,1 3 0 0,0 1 10 0,1 4-10 16,0 5 36-16,2 4 0 0,2 6 1 0,2 5 0 15,3 4-1-15,3 6 0 0,4-2 0 0,-1 6 0 16,1 0-8-16,-1 0-1 0,2 6-1 0,1 4 0 16,-4-1 4-16,0 4 1 0,2 0 0 0,-4-4 0 0,-2 1-4 15,-2 0-1-15,-1 3 0 0,-5-2 0 0,-4 0-5 0,-5-6-1 16,-2-6 0-16,-4-4 0 0,-1-3-12 0,-5-5-8 15,-3-6 10-15,-1-9-10 0,1-5-21 0,1-11-11 16,1-6-1-16,1-10-1 16,1-6-59-16,4-14-12 0,1-7-3 0,2-14-742 15</inkml:trace>
  <inkml:trace contextRef="#ctx0" brushRef="#br0" timeOffset="43280.11">13697 8019 230 0,'-2'6'20'0,"1"-2"-20"0,-1 0 0 0,2 1 0 16,2-2 440-16,1 1 83 0,1 1 17 0,3 2 3 16,7 6-417-16,6 0-83 0,7 5-17 0,11-2-3 15,7-4-15-15,4-8-8 0,7-2 8 0,5-4-8 16,4-7 0-16,1-1 0 0,-5-3-12 0,3-2 4 16,-3-1-12-16,1-3-1 0,-2 6-1 0,-4-2 0 15,-2 5 12-15,-7 0 10 0,-5 4-13 0,-9 3 5 16,-5 0 8-16,-8 3 0 0,-5-3 0 0,-6 3 0 0,-3 3-16 0,-2-6-2 15,-3 3 0-15,-1-1-609 16,-3-1-121-16</inkml:trace>
  <inkml:trace contextRef="#ctx0" brushRef="#br0" timeOffset="43497.08">14787 7804 1612 0,'-5'10'144'0,"0"0"-116"16,2 0-28-16,2-2 0 0,1-1 149 0,0 2 24 15,-1 12 5-15,0 9 1 0,-1 11-116 0,5 2-23 16,1 2-5-16,3-9-1 0,2-6-22 0,-1-4-12 16,2-3 12-16,0-2-12 0,1-5 0 0,-2-3 0 15,-2 0 0-15,-2-1 0 0,-2 1 0 0,-1-4 0 16,-2 6 8-16,-4-2-8 0,-2 3 0 0,-2 0 10 0,-7 2-10 0,-6 5 8 16,-5 3-8-16,-9-4 0 0,-6 4 0 0,-9-4 0 31,-12 2-127-31,-9-2-27 0</inkml:trace>
  <inkml:trace contextRef="#ctx0" brushRef="#br0" timeOffset="53063.24">17089 5740 1382 0,'1'-4'123'0,"-2"-1"-99"15,2 4-24-15,1 1 0 0,-4 0 145 0,4 0 24 0,-1-3 5 0,0 0 1 16,-1-1-75-16,1 2-16 0,1-2-2 0,-1 2-1 15,-2 2-25-15,-1 0-4 0,0 0-2 0,-2-3 0 16,-2 3-29-16,0 0-5 0,-3-1-2 0,0 1 0 16,0-3-5-16,0 3-1 0,0 0 0 0,1 0 0 15,-2-2-8-15,0 4 0 0,0 1 0 0,-1-2 0 16,-3 4 0-16,-1-1 0 0,-1 3-11 0,-2 2 11 16,0 0 0-16,4-2-8 0,0 2 8 0,4-3 0 15,3 0 0-15,2-6 0 0,5 1 0 0,0-1-8 16,1-1-5-16,1 1-1 0,3 0 0 0,0 0 0 15,3-2-6-15,0-2 0 0,2 4-1 0,0-3 0 16,1 0 11-16,0 3 10 0,3-3-13 0,-3 3 5 16,3-1 8-16,-1 1 0 0,2-1 0 0,1 1 8 15,2-2-8-15,0 2 8 0,4-3-8 0,4 0 8 0,5-5-8 0,1-2 8 16,-1 0-8-16,3-3 8 0,-2 0-8 0,3-4 0 16,2 0 0-16,0 4 8 0,-3-3-8 0,-2 3 0 15,-3 4 0-15,-3 0 0 0,-4 3 13 0,-2 2 2 16,-4 2 0-16,-2 0 0 0,-6 4 13 0,0 0 4 15,-3 2 0-15,-3-4 0 0,-1 3 1 0,-1 0 1 16,-1 1 0-16,-1-2 0 0,-1 1-2 0,-1-2 0 16,2 1 0-16,0-2 0 0,-1 0-16 0,-1-3-3 15,3 0-1-15,-1-1 0 0,-2 2-12 0,1-4 8 16,2 2-8-16,0 0 0 0,1 2 0 0,0-2 0 16,0-1 0-16,0 1 0 0,0 4-10 0,0-2 2 15,1 1 0-15,-1 1 0 0,0-3-2 0,0 3 0 0,0 0 0 16,0 3 0-16,0-3 10 0,0 0-12 0,0 0 12 15,0 0-12-15,0 0 12 0,0 0 0 0,0 0 0 0,0 0 0 16,-20-13 0-16,15 10 0 0,2-2 0 0,-2 1 0 16,-1-2 0-16,1 2 0 0,-2 0 0 0,1-2 0 15,-1 4 0-15,1-2-8 0,0 2 8 0,-2-1-12 16,1 2-2-16,-1 1-1 0,-2 1 0 0,0-1 0 16,1 3 0-16,-3-1 0 0,0 2 0 0,-2-2 0 15,0-1 4-15,-1 2 1 0,0-3 0 0,1 0 0 16,2 2 10-16,1-4 0 0,-1-1 0 0,0 2 0 15,1-1 0-15,1-2 0 0,0 2 0 0,1 2 0 16,-3-3 0-16,1 2 0 0,-1 2 0 0,-2 2 0 16,0-1 0-16,-3 2 0 0,1-1 0 0,-2 2-8 15,-2 0 8-15,-2 2 0 0,0-1 0 0,0 0 0 16,1 0 0-16,-1 0 0 0,1 0 0 0,1 1 0 0,4-1 0 16,-1-2 0-16,2 2 0 0,2-4 0 0,1 2 0 0,3-2 0 15,1 0 0-15,2 0 0 0,1 1 0 0,-1-2 0 16,2 1 0-16,2-2 0 0,-1 3 0 0,1-3-10 15,2 1 10-15,-3 1 0 0,2-2-11 0,1 2 11 16,-1 0-10-16,1 1 10 0,1-2 0 0,-1 1-9 16,0 1 9-16,1 1 0 0,0-2 0 0,2-2-10 15,-1 1 10-15,1-1 0 0,-1 3 0 0,3-3-8 16,0 0 8-16,0-4 0 0,1 2 0 0,-1-2 0 16,3-1 0-16,-1-1 0 0,1 1 0 0,-2 0 0 15,0 1 0-15,-1-2 0 0,0 2 0 0,-1 2 0 16,-2 2 8-16,0-3-8 0,0 3 0 0,-2 0 0 15,-2 3 0-15,1-1 0 0,-1 2-12 0,-2 0 0 16,0 1 1-16,-2 1 0 16,-2 1-71-16,-2 2-14 0,0-3-4 0,1-2-592 0,0-2-118 0</inkml:trace>
  <inkml:trace contextRef="#ctx0" brushRef="#br0" timeOffset="55947.43">20961 6653 230 0,'-1'0'20'0,"-1"-2"-20"0,2 2 0 0,0 0 0 0,-1 0 87 0,1 0 13 16,0 0 2-16,-1 0 1 0,0 2-68 0,-2-2-14 15,1 1-2-15,2-1-1 0,0 0-4 0,0 0-1 16,0 0 0-16,0 0 0 0,0 0 5 0,0 0 1 16,0 0 0-16,0 0 0 0,0 0 16 0,0 0 3 15,0 0 1-15,0 0 0 0,0 0-5 0,-14-14-1 16,14 8 0-16,-1 1 0 0,-2 2 24 0,1-1 5 15,-1 1 1-15,1 3 0 0,-1-1 13 0,2 1 2 16,0 0 1-16,0 0 0 0,0 0-45 0,-1 0-9 16,1-2-1-16,-1 2-1 0,-1-3 7 0,2 2 2 15,0-2 0-15,-2 0 0 0,3 0-11 0,-1 1-1 0,0 1-1 16,1 1 0-16,-2-3 1 0,2 2 0 0,0 1 0 16,0-1 0-16,2 1-7 0,-2 0-1 0,0 0 0 0,0 0 0 15,0 0-2-15,0 0-1 0,0 0 0 0,24-12 0 16,-16 8 0-16,-1 0 0 0,4-4 0 0,2 2 0 15,2 0-1-15,-1-3 0 0,1 3 0 0,0 2 0 16,4-2 8-16,-3 4 0 0,1 1 1 0,-1 1 0 16,-1 0 2-16,0 1 0 0,0 1 0 0,-1 1 0 15,1-2-3-15,0 1 0 0,0 0 0 0,0-2 0 16,2-2-8-16,2 2-8 0,-1-3 12 0,2 0-12 16,0 1 8-16,-3-2-8 0,-1 2 0 0,1 0 0 15,4 0 0-15,1-2 0 0,0 1 0 0,-1 1 0 16,1 1 0-16,-1 1 0 0,-1 0 0 0,1-2 0 15,1 0 0-15,2 2 0 0,2-2 0 0,1-2 0 0,2 2 0 0,2-5 0 16,2 4 0-16,-1-3 0 0,1-1 0 16,-2 1 0-16,-3 0 0 0,2 2 0 0,2 1 0 0,-1 0 0 15,0-1 0-15,-2 2 0 0,-1 2 15 0,-1 0-1 16,0 2 0-16,1 0 0 0,-1 0-14 0,-1-2 9 16,-2 0-9-16,2 0 8 0,-2 0-8 0,1-4 0 15,1 2 9-15,-2-4-9 0,1 2 0 0,-1 2 0 16,2-2 0-16,-2-2 0 0,2 2 8 0,-2 2-8 15,1-2 8-15,-2 4-8 0,0-3 0 0,0 3 0 16,-1 3 0-16,-1-2 0 0,-1 2 0 0,-2-1 14 16,1 2-3-16,-2-2-1 0,2-1 5 0,-2 3 1 15,-1-1 0-15,0 0 0 0,-1 0-16 0,1-1 0 16,-1-1 0-16,-1-1 0 0,-2 0 0 0,2-1 8 0,2 1-8 0,-2-2 0 16,1 2 0-16,0-4 0 0,1 2 0 0,2 2 0 15,-2 0 0-15,0 0 0 0,-1 0 0 0,-1 0 0 16,-1 0 0-16,3 2 0 0,-1-1 0 0,1 2 0 15,-1 0 0-15,2 2 0 0,1-1 0 0,1-1 0 16,2 2 0-16,0 0 0 0,2-2 0 0,1 1 0 16,1 1 0-16,-1-4 0 0,1 4 0 0,-3-4 0 15,1 2 0-15,-2-3 0 0,2 3 0 0,-3 0 0 16,0-2 0-16,-2 2 0 0,1-1 0 0,-4 2 0 16,-3-2 0-16,0 2 0 0,1-1 8 0,-2-2-8 15,-2 1 0-15,0-1 0 0,1 2 0 0,-1-3 0 16,-2-3-30-16,1 2 1 0,-3-1 0 0,0-1 0 15,-2 0-21-15,0-1-4 0,-1 0-1 0,-3-2 0 16,1-3 0-16,0 2 0 0,0-2 0 0,0-1 0 16,1-5-17-16,2-1-4 0,1 0-1 0,1-3 0 15,0-4-105-15,-1 2-21 0,1-1-4 0</inkml:trace>
  <inkml:trace contextRef="#ctx0" brushRef="#br0" timeOffset="56230.38">23605 6167 1148 0,'-3'0'51'0,"1"0"10"0,0 0-49 0,1 0-12 16,1 0 0-16,-1 0 0 0,0 0 144 0,-2 2 27 15,-1 2 5-15,0 0 0 0,-1 2-76 0,2 0-15 16,1 3-3-16,2-2-1 0,1 2-43 0,1 1-9 16,2-2-1-16,1 2-1 0,0 0-10 0,0 0-1 15,1 0-1-15,0 1 0 0,-1 3-7 0,0-5-8 16,-1 4 11-16,0-3-11 0,-1 2 29 0,0 0-1 16,-1 1 0-16,3-1 0 0,-2-2 4 0,0 2 1 0,0 1 0 0,1-3 0 15,-2 0-18-15,0 2-4 0,2-3-1 16,-3-2 0-16,3 2-10 0,-3 1 10 0,1-4-10 0,-2 1 10 15,0-1-10-15,-2 1 0 0,1-1 9 0,-3 0-9 16,1-2 8-16,-2 1-8 0,-3 1 10 0,-2-3-10 16,-3 4 12-16,-3-4-4 0,0 0-8 0,-8 1 12 15,-4-2-12-15,-6 2-18 0,0-2 4 0,-3-1 1 16,-4 2-59 0,-1-3-12-16,0 0-3 0,-3 0-610 0,3-4-123 0</inkml:trace>
  <inkml:trace contextRef="#ctx0" brushRef="#br0" timeOffset="58830.55">24714 6021 921 0,'-6'-3'82'0,"2"1"-66"0,1 1-16 0,2-2 0 0,1 3 155 0,-2 0 27 15,3 0 6-15,-1 0 0 0,0-2-78 0,1 2-16 16,0-2-3-16,-1 2-1 0,0 0-34 0,0 0-6 15,0 0-2-15,0 0 0 0,0 0-18 0,0 0-4 16,0 0-1-16,0 0 0 0,0 0-11 0,0 0-2 16,0 0-1-16,19 10 0 0,-17-10-11 0,0 0 0 15,0 3 9-15,-1-2-9 0,2 2 11 0,-2-1-3 16,0-2 0-16,-1 1 0 0,1 2 8 0,1-1 0 16,-1 2 1-16,-1-3 0 0,1 2 2 0,0-1 0 15,-1-1 0-15,0 2 0 0,2-1-6 0,-2-2-1 16,0 1 0-16,0 2 0 0,0-3-12 0,0 0 8 0,0 0-8 15,0 0 0-15,0 0 0 0,0 0 8 0,0 0-8 16,0 0 0-16,0 0 0 0,0 0 0 0,0 0 0 0,0 0 0 16,0 0 0-16,0 0 0 0,-7 19 0 0,6-16 0 15,0-3 0-15,0 3 0 0,0-3 0 0,-1 1 0 16,1-1 0-16,-1 2 14 0,2-2-4 0,-2 0-1 16,2 0 2-16,-1 3 0 0,1-3 0 0,0 0 0 15,0 0-11-15,0 0 0 0,0 0 0 0,0 0 8 16,0 0-8-16,0 0 0 0,0 0 0 0,0 0 0 15,0 0 0-15,0 0 0 0,0 0 0 0,0 0 0 16,0 0 0-16,0 0 0 0,0 0 0 0,0 0 0 16,0 0 0-16,0 0 0 0,0 0-9 0,5 20 9 15,-4-17 0-15,2 2 0 0,0 2-8 0,0 0 8 16,1-1 0-16,-1 3 0 0,2-3 0 0,-1 4 0 16,2 2-8-16,2-1 8 0,-2 4 0 0,2 1 0 0,0-1 0 0,-2 5 0 15,-1 2 0-15,1 0 0 0,0 9 0 0,-1 1 0 16,0 3 0-16,-2 6 0 0,-2 6 0 0,0 1 0 15,-1 3 0-15,0-4 0 0,-1-3 0 0,1 3 0 16,0-5 0-16,1-3 0 0,0-2 0 0,3 0-8 16,0 1 8-16,1 1 0 0,1-2 0 0,1-3-10 15,2 5 10-15,0-5-8 0,2 1 8 0,-1-3 0 16,1-4-9-16,0-2 9 0,0-1 0 0,-1-3 0 16,0-3 0-16,0-3 0 0,-2 0 0 0,-1-4 0 15,-2 2 0-15,-3-2 0 0,2 1 0 0,-3-3 0 16,-1 1 0-16,-2-4 8 0,0-1-8 0,0 1 8 15,-2-4-8-15,0 1 8 0,1-1-8 0,-1-1 0 0,-1-1-12 16,-1-1 12-16,1-1-47 0,1-3-1 0,-1-1-1 16,0-2 0-16,-1-2-13 0,1-7-2 0,0-2-1 15,2-5 0 1,1-8-57-16,1-2-11 0,1-8-3 0</inkml:trace>
  <inkml:trace contextRef="#ctx0" brushRef="#br0" timeOffset="59247.53">24874 6021 806 0,'-6'-15'36'0,"1"8"7"0,2-2-35 0,0 3-8 0,3 2 0 0,0 2 0 16,1-2 203-16,1-2 38 0,0-4 8 0,2-6 2 16,2-3-137-16,4-2-27 0,3-1-6 0,2 0-1 0,4 2-29 0,-1 1-7 15,2 3 0-15,1 1-1 0,-1 2-11 0,1 3-3 16,1 0 0-16,-1 4 0 0,-1-3-8 0,0 3-1 15,-4 3-1-15,1 2 0 0,1 2-3 0,-2 2-1 16,0 3 0-16,-1 0 0 0,1 0-7 0,-2 4 0 16,1 0-8-16,0 1 12 0,1 5-12 0,-1-4 8 15,2 2-8-15,-1-1 0 0,2 3 0 0,-2-1 8 16,0 1-8-16,0 0 0 0,-2-3 0 0,-1 2 0 16,1 1 0-16,-2-2 0 0,-2 1 0 0,-1-2 0 15,-4 2 0-15,-3-2 0 0,-1-1 12 0,-2-1-3 16,-1 0-1-16,-2 2 0 0,-3-2 12 0,-3 0 3 15,-1 2 0-15,-4 0 0 0,-3 0-7 0,-4 2 0 0,-1 1-1 16,-5-1 0-16,-1 1-15 0,-3 0 11 0,2 0-11 16,-2-3 10-16,-3 0-10 0,1-1 0 0,-2-1 0 0,2-3 0 15,2-1 0-15,1-5-17 0,5 2 4 0,3-8 1 16,2 2-27-16,3-5-5 0,5 1 0 0,2-4-1 31,2-2-40-31,3-4-8 0,1 1-2 0,2 1-559 0,2-2-112 0</inkml:trace>
  <inkml:trace contextRef="#ctx0" brushRef="#br0" timeOffset="59866.81">24522 7453 230 0,'-4'-3'20'0,"1"0"-20"0,0 0 0 0,3 3 0 0,0-2 290 0,1 2 54 0,1-2 10 0,0 2 2 0,2-2-204 0,2 1-40 16,4-1-9-16,5 2-2 0,3 3-41 0,3-1-9 16,4 5-2-16,3-1 0 0,3 1-17 0,0 3-4 15,0 1-1-15,1 0 0 0,-2 4-15 0,2-2-2 16,-1-1-1-16,1-2 0 0,2 2-9 0,0-2 0 16,1-1-10-16,0-4 10 15,2 0-136-15,3-2-20 0,6 0-5 0</inkml:trace>
  <inkml:trace contextRef="#ctx0" brushRef="#br0" timeOffset="60480.42">26581 5579 1094 0,'-9'0'48'0,"3"0"11"0,0 0-47 0,1 3-12 16,2-3 0-16,3 2 0 0,-2-2 232 0,-3 0 44 16,-1 4 8-16,-4 0 3 0,-1-1-183 0,-4 6-37 0,-1 3-7 0,-3 5-2 15,-2 5-36-15,-5 6-7 0,-7 13-2 0,-7 10 0 16,-5 9-13-16,-8 12 0 0,-8 11 0 0,-6 2 0 15,-3 9 0-15,-6 1 0 0,-2 3 0 0,2 1 0 16,-1-1 0-16,3-7 0 0,5-9 0 0,1-3 0 16,4-2 0-16,6-2 0 0,6 1 0 0,10-10 0 15,7-1 0-15,4-10 0 0,7-4 0 0,6-7 0 16,5-8-28-16,6-2 2 0,6-8 0 0,4-8 0 16,8-5-124-16,4-7-25 0,4-6-5 0</inkml:trace>
  <inkml:trace contextRef="#ctx0" brushRef="#br0" timeOffset="60880.5">26376 6435 1990 0,'-3'0'88'0,"2"-2"19"0,0 2-86 0,-1 0-21 15,2 0 0-15,0 0 0 0,0 0 68 0,0 0 10 16,0-3 2-16,0 2 0 0,0 1-16 0,0 0-2 16,0 0-1-16,0 0 0 0,0 0-21 0,0 0-5 0,0 0-1 15,-14 16 0-15,11-10-14 0,-2 2-4 16,0 4 0-16,-1 3 0 0,0 3-16 0,-3 5 0 0,1 3 0 0,-2 0 0 16,0 4 0-16,-3 1 0 0,0 4 0 0,-3 1 0 15,0 1 0-15,-3-5 0 0,2-1 0 0,0-1 0 16,2 1-10-16,2-7 1 0,3 2 0 0,3-1 0 15,2-3 9-15,3 1-10 0,2-5 10 0,2 2-10 16,4-5 10-16,3-2 0 0,3 0 0 0,6-7 0 16,6 1 0-16,6-2 0 0,6-5 0 0,5 0 0 15,4-5 0-15,5-2 0 0,4-3 0 0,4-1 0 16,2-2 0-16,-1 2 12 0,-2 0-4 0,-5 1 0 16,-6 3-8-16,-7 1 0 0,-8 1 0 0,-6 4 0 15,-5 1 0-15,-6 3 8 0,-4 1-8 0,-2 1 0 16,-3 2-68-16,-4 3-17 0,-2 3-4 0</inkml:trace>
  <inkml:trace contextRef="#ctx0" brushRef="#br0" timeOffset="63613.57">27257 6679 1587 0,'5'1'70'0,"-1"0"15"0,0 0-68 0,1 2-17 0,-2 1 0 0,0-2 0 15,1 2 0-15,0 2 0 0,5 6-8 0,1 1 8 16,2 3 21-16,-3 4 11 0,-3 1 1 0,-2 5 1 16,-4 2 5-16,-3 3 1 0,-3 4 0 0,-1 7 0 15,-4 2-14-15,0 6-2 0,-3 0-1 0,-2-2 0 16,0 3-15-16,-4-4-8 0,-1-5 10 0,0-2-10 16,-1-4-20-16,2-8-11 0,4-3-1 0,4-12-522 15,2-4-104-15</inkml:trace>
  <inkml:trace contextRef="#ctx0" brushRef="#br0" timeOffset="63779.8">26935 7182 1382 0,'0'31'123'0,"0"-9"-99"16,1 3-24-16,1-5 0 0,2-5 43 0,-2-6 3 15,5 7 1-15,1 9 0 0,6 15-28 0,7 6-6 16,6-1-1-16,5-8 0 0,7-14-12 0,4-15 0 15,8-13 0-15,3-8 0 0,2-14-37 0,2-9-4 0,-3-8-1 0</inkml:trace>
  <inkml:trace contextRef="#ctx0" brushRef="#br0" timeOffset="101096.58">26170 9010 979 0,'0'0'43'0,"2"0"9"0,-1-2-41 0,0 2-11 15,2 0 0-15,-1 0 0 0,1 0 137 0,1-2 26 16,4-1 5-16,2 2 0 0,3-1-80 0,0-2-17 16,0 2-3-16,2 0-1 0,-1 0-22 0,1 2-4 0,1 0-1 15,1 0 0-15,4 2-16 0,0 0-3 0,1 3-1 0,3-2 0 16,3 3-2-16,1 1-1 0,-2-1 0 0,3 0 0 15,2-2-1-15,1 2 0 0,2-5 0 0,1 2 0 16,1-3 2-16,-1-3 0 0,0-1 0 0,-4 1 0 16,-4-1-1-16,-1-2 0 0,-2 0 0 0,-4-1 0 15,-2 1-9-15,-4 3-8 0,-6-4 12 0,-2 5-12 16,-5-2 0-16,-1 2-17 0,-3 2 1 0,-4-3-660 16,-2 2-132-16</inkml:trace>
  <inkml:trace contextRef="#ctx0" brushRef="#br0" timeOffset="101513.6">26425 9091 576 0,'-7'6'25'0,"2"-3"6"0,1 1-31 0,2-2 0 15,0-1 0-15,2-1 0 0,0 0 254 0,0 0 45 16,-1 3 9-16,0-3 1 0,1 2-195 0,-1-2-39 15,1 4-8-15,0-4-2 0,0 0-21 0,0 0-4 16,0 0 0-16,0 0-1 0,0 0-21 0,5 22-4 16,-4-9-1-16,0-1 0 0,-1 5-4 0,-1 4-1 15,0 4 0-15,-2 1 0 0,1 5 1 0,-2 5 0 16,1 5 0-16,0 3 0 0,0 1-1 0,1 4-8 0,1 8 12 16,-1-3-4-16,2 1-8 0,2-4 0 15,-2-4 0-15,1 0 0 0,0-3 0 0,-2 1 0 0,0-1 0 0,-2-1 0 16,-1-1 0-16,1-2 0 0,0 0 0 0,-3-6 0 15,0 0 0-15,0-5 0 0,1-2 0 0,1-4 0 16,3-4 0-16,2-4 0 0,5-4 0 0,3-2 8 16,4-5 1-16,2-2 0 0,4-4 0 0,4-2 0 15,4-2 5-15,2-4 1 0,-1 1 0 0,2-1 0 16,2 1-4-16,0-1-1 0,-1-3 0 0,-1-2 0 16,0 2-10-16,-4-3 0 0,-4 1 0 0,-5 1 8 15,-3 2-33-15,-4-3-7 0,-4 5-2 0,-2-2 0 16,-3 4-142-16,-2-4-29 0</inkml:trace>
  <inkml:trace contextRef="#ctx0" brushRef="#br0" timeOffset="101746.81">26290 9579 1555 0,'-2'6'68'0,"1"-4"16"0,1 1-68 0,3-3-16 0,2 0 0 0,0 0 0 0,4 0 92 0,3 0 14 16,8-3 3-16,7-1 1 0,8 0-54 0,3-3-10 15,3 1-2-15,1 1-1 0,0-1-21 0,3 1-4 16,-1 4-1-16,-2-4 0 0,-1 4-17 0,-3-2 8 16,-2-1-8-16,-4 2 0 0,-2 1 0 0,-4-2-12 0,0 3 0 0,-1-2-627 15,-6 1-125 1</inkml:trace>
  <inkml:trace contextRef="#ctx0" brushRef="#br0" timeOffset="105635.35">27200 9839 1018 0,'-2'-6'45'0,"-1"1"10"0,1 2-44 0,1 0-11 15,0 2 0-15,-1-3 0 0,0 2 114 0,-1-2 21 16,0-2 4-16,-2-3 1 0,0-1-39 0,-1 0-7 16,-1 4-2-16,4 4 0 0,-2-2-22 0,1 2-5 15,3 4-1-15,0-2 0 0,1 4-22 0,1 2-5 16,0 0-1-16,1 6 0 0,1 2-16 0,-1 7-3 15,0 1-1-15,0 7 0 0,-2 3 10 0,0 3 2 16,0 2 0-16,-2 1 0 0,-2 0-20 0,0 1-8 16,-2-5 8-16,2-3-8 0,1-5 0 0,1-4 0 15,2-3 0-15,3-7 0 0,-1-2 0 0,3-4 0 0,0-6-12 0,3 0 12 16,2-3-18-16,-1-6 4 0,5-1 1 0,0-6 0 16,2 0 2-16,-1-6 1 0,-2-2 0 0,1 1 0 15,-3-2-10-15,-1 0-3 0,0-1 0 0,-2-2 0 16,0-1 9-16,-2 1 2 0,-1 0 0 0,-1 2 0 15,-1 1 12-15,0 3 0 0,0 6 0 0,1-1-9 16,0 6 9-16,2 4 0 0,-2-2 0 0,1 6-8 16,0-1 8-16,0 4 0 0,0 0-9 0,1 0 9 15,-1 4 0-15,1 2 0 0,1 4 0 0,1 4 0 16,0 6 0-16,1 2 18 0,-3 3-3 0,0 1-1 16,1 5 5-16,-2 1 1 0,-1 0 0 0,3-3 0 15,-2-4-12-15,0-7-8 0,1-2 9 0,1-6-9 0,1-4 0 16,0-2 0-16,1-2 0 0,0-5 0 0,-1-2-10 0,1-3-2 15,-2 0 0-15,1-2 0 0,-3-3 12 0,0 0-12 16,0-2 12-16,-3-1-12 0,0-3 4 0,0 0 0 16,-1 0 0-16,0-3 0 0,0 2-4 0,1-2 0 15,0-1 0-15,2 2 0 0,0 2 2 0,1 0 0 16,1 3 0-16,-1 4 0 0,1 6 10 0,-1-1 0 16,0 4-9-16,-2 3 9 0,2 0 0 0,0 3 0 15,0 4 0-15,-1 1 0 0,2 6 0 0,-1-1 10 16,-1 6 1-16,0 2 0 0,0 1 3 0,-1 0 1 15,1 3 0-15,1-3 0 0,1 1-15 0,0-4 11 16,3-4-11-16,3-4 10 0,2 1-10 0,3-6 0 16,1-5 0-16,3-2 0 0,2-2 13 0,1-5-2 15,2 0-1-15,3-4 0 0,-1-1-1 0,2-3 0 0,2-3 0 16,-2 0 0-16,-4 3-9 0,-1-1 0 0,-2-1 9 0,-2 2-9 16,-1 1 0-16,-5 2 0 0,-3 1 0 0,-3 0 8 15,-4 5-8-15,-4-2 0 0,-2 3 0 0,-4 0 8 16,-2 1-8-16,-1 0 11 0,-2 1-11 0,-2 1 12 15,0-4-12-15,-1 4 0 0,0-2 0 0,2 1 0 16,0 0 0-16,3-2 0 0,-1 1 0 0,3 2 0 16,0 0 0-16,2 2 0 0,0-2 0 0,2 2 0 15,0 1 0-15,2 0 0 0,-1 1 0 0,2 2 0 16,-1 3-9-16,2 0 9 0,0 4-12 0,1 4 12 16,0 1-9-16,1 3 9 0,1 2 0 0,0 1-9 15,2-4 9-15,1 0-8 0,0 0 8 0,2-4-8 16,3 0-12-16,3-7-3 0,1-3 0 0,3-3 0 15,2-3 4-15,4-3 1 0,5-7 0 0,1-3 0 0,-2 0 18 0,-1-5 0 16,1-1 0-16,-5-2 0 0,-3 2 0 0,-2 1 0 16,-6 1 8-16,-3 2-8 0,-3 2 0 0,-3 3 9 15,-1 5-9-15,-4 4 8 0,-1 1 4 0,-2 6 1 16,-2-1 0-16,-1 6 0 0,-1 3-13 0,-1 5 9 16,1 0-9-16,-1 4 8 0,1 1-8 0,2 1 0 15,0-2 0-15,3 1-11 0,2-1 11 0,2-2-10 16,3-4 10-16,1-2-10 0,7-2 2 0,-2-1 0 15,4-3 0-15,-1-2 0 0,0-2-3 0,1-2 0 16,1-5 0-16,-1 0 0 0,-2 0 11 0,1-2 11 16,1-4-3-16,0 0 0 0,-2-4 4 0,1 1 1 15,-1-2 0-15,-1-1 0 0,-1-1-5 0,-1 0 0 16,0-1-8-16,-6 0 12 0,1 0-12 0,-1 3 0 0,-1 0-12 16,-2 3 12-16,-2 1-44 0,1 6-3 0,-3 0 0 0,1 2 0 31,-2 2-29-31,1 2-5 0,1 0-2 0,1 0 0 15,0 2-106-15,2-1-22 0,2 2-4 0</inkml:trace>
  <inkml:trace contextRef="#ctx0" brushRef="#br0" timeOffset="106680.35">28768 9679 172 0,'36'-4'16'0,"-25"1"-16"0,-6 3 0 0,-3 0 0 15,-2 0 264-15,2 0 51 0,5-2 9 0,5 1 3 16,2-4-122-16,2 1-24 0,2-5-5 0,-3 2 0 16,-1-3-59-16,0-2-11 0,-2-1-2 0,0-3-1 15,-3 0-39-15,0-2-8 0,1-3-2 0,-3-2 0 16,-2 1-30-16,-2 2-7 0,-3 1-1 0,-3 4 0 0,-2-1 0 0,-1 3 0 15,-4 7 0-15,-3 2 0 0,-3 2 0 0,-5 4 0 16,-2 5 0-16,-4 5 0 0,-1 5-16 16,-3 8 0-16,-1 3 0 0,-2 10 0 0,2-3 0 0,2 3 0 15,4-4 0-15,1 4 0 0,0-2 0 0,6-1 0 16,6-4 0-16,5-6 0 0,6-7 0 0,5-4-11 16,5-2 11-16,4-6-10 0,4 1 10 0,2-6-12 15,3-2 12-15,3-2-12 0,5-4 12 0,-1-2 0 16,2-1-9-16,-3-2 9 0,-1 2 0 0,-2 4 0 15,-2-1 0-15,-4 2 0 0,0 5 0 0,-5 5 0 16,-3 2 0-16,0 6 0 0,-2 6 8 0,-4 6-8 16,1 3 0-16,-1 7 8 0,-3 9-8 0,-3 1 0 15,-1 5 0-15,-2-3-11 0,-1 0-11 0,0 2-2 16,-3-5-1-16,1-3 0 0,2 0 14 0,-3-7 11 0,0-4-13 0,2-2 5 16,2-3 8-16,-1-6 0 0,-2-3 0 0,1-6 0 15,0-4 8-15,-1-4-8 0,-2-2 10 0,3-6-10 16,-2-4 8-16,2-5-8 0,1-4 0 0,1-10 9 31,5-5-140-31,1-7-28 0,4 0-5 0,3-7-2 16,4-9-11-16,1 0-3 0,3-2 0 0,2 2 0 0,-1 2 100 0,3 6 19 0,-1 4 4 0,1 9 1 15,0 8 71-15,-3 6 14 0,1 4 3 0,-1 7 1 16,-1 3 92-16,-1 4 19 0,-2 1 3 0,0 3 1 16,-1 3-22-16,-1-2-4 0,0 4-1 0,2 0 0 15,-1 1-57-15,1 0-12 0,-1-1-3 0,1-1 0 16,0 0-20-16,0-2-4 0,2-2-1 0,1-3 0 15,2-4-7-15,1-1-1 0,2-5-1 0,-1 0 0 0,4-6-6 16,-2-1-1-16,2-1 0 0,-2-1 0 0,0-3 1 0,-2 2 0 16,-3 1 0-16,-2 1 0 0,-5-2-1 0,-3 7 0 15,-3-4 0-15,-4 6 0 0,-2 1 8 0,-2 3 2 16,-1 2 0-16,-1 4 0 0,-2 0-6 0,-3 4 0 16,0 4-1-16,-3 0 0 0,1 4-11 0,-2 5 0 15,-1 3 0-15,0 2 0 0,0 6-11 0,1-2 11 16,3 2-8-16,2-5 8 0,5 0 0 0,3-3 0 15,6-4 0-15,4 1 0 0,3-6 0 0,4-1 0 16,1 1 0-16,3-5 0 0,4-2 0 0,3-2 0 16,1-1 0-16,3-1 8 0,-2 1-8 0,2-1 0 15,2-2 0-15,-1 3 0 0,2 3 0 0,-3 0 0 16,-1 4 0-16,-1 1 0 0,-4 5 8 0,-3 0-8 16,-2 2 10-16,-4 4-10 0,-3 3 0 0,-2 1 8 0,-1 2-8 0,-2-1 0 15,-3 1 0-15,0 0 8 0,-1-3-8 0,2-3 0 16,1-6 8-16,5-3-8 0,2-4 0 0,2-7 0 15,6-6 8-15,3-7-8 0,5-7 0 0,3-4 0 16,8-7 8-16,2-3-8 0,3-7 0 0,2-2 0 16,3-2 0-16,-3-3 0 0,-1-1 0 0,-3 0 0 15,0-2 0-15,-2 2 0 0,0 2 0 0,-2 3 0 16,2-3 0-16,-4 8 8 0,-1 1-8 0,-5 5 0 16,-4 2 0-16,-5 7 9 0,-4 6-9 0,-5 6 8 15,-3 3 19-15,-2 5 3 0,-6 4 1 0,-2 3 0 16,0 2-7-16,-2 1 0 0,-3 0-1 0,-1 3 0 15,-2 2-10-15,-3 4-1 0,-3 5-1 0,-3 6 0 16,-3 11-11-16,-2 4 0 0,0 5 0 0,-3 5 0 0,0 1 0 0,3 5 0 16,1 4 0-16,4 0 0 0,4-4 0 0,2 5-9 15,5 2 9-15,4-6 0 0,4-5-18 0,3-4 3 16,4-7 1-16,3-7 0 0,5-5-19 0,4-4-4 16,4-3-1-16,2-5 0 0,5-3 20 0,2-4 4 15,5-2 1-15,0-5 0 0,-1-2 13 0,-3-5-9 16,-2-2 9-16,-2-4-8 0,-6 1 8 0,-4-2 0 15,-6 2 0-15,-5-4 0 0,-6 1-16 0,-5-5-4 16,-4-5 0-16,-5-1-1 16,-3-2-189-16,-6-7-38 0,-2 1-7 0</inkml:trace>
  <inkml:trace contextRef="#ctx0" brushRef="#br0" timeOffset="106863.05">30398 9191 1760 0,'-12'7'78'0,"4"-4"16"0,3 1-75 0,4-1-19 0,4 0 0 0,0 0 0 0,2-2 117 0,4 4 20 0,5-1 4 0,7 5 1 15,7 0-54-15,9-1-12 0,6 0-1 0,6-4-1 16,3 0-40-16,4-2-8 0,4-2-2 0,2-4 0 16,1-2-24-16,-1 0 8 0,2 0-8 0,-4-3 0 15,-3 2 0-15,-5 1-16 0,-5 2 3 0,-6-1 0 16,-5 4-31-16,-10 1-7 0,-9 1-1 0,-9 4 0 16,-8 1-158-1,-13 5-32-15</inkml:trace>
  <inkml:trace contextRef="#ctx0" brushRef="#br0" timeOffset="107547.65">26663 11048 864 0,'9'-9'76'0,"0"2"-60"0,-2 4-16 0,-3-1 0 16,-1 2 95-16,2-2 16 0,5-2 3 0,3-9 1 16,4-1 18-16,1 0 4 0,-3 4 1 0,-3 2 0 15,-3 2-58-15,-2 3-12 0,-1 2-3 0,2 0 0 16,-1 2-29-16,4 1-5 0,2 0-2 0,1 0 0 16,4 0-17-16,3 0-4 0,2 1-8 0,3 2 12 15,5-1-12-15,-1 2 11 0,-1-2-11 0,6 2 10 16,7 0 3-16,4 2 1 0,6-2 0 0,0 1 0 15,0-4 8-15,2 1 2 0,3-2 0 0,1 0 0 16,0 0-5-16,3 0-1 0,1 1 0 0,1 4 0 16,-3-1-4-16,0 0-1 0,-1-2 0 0,2 2 0 0,2 1-1 15,0-1-1-15,0-2 0 0,1-1 0 0,3 2-2 0,0-3 0 16,-1-4 0-16,1 2 0 0,4-4-9 0,0-1 10 16,6 4-10-16,-3-6 10 0,-3 2-10 0,-2-2 8 15,3 0-8-15,-3 2 8 0,-1 1-8 0,1-3 0 16,-1 5 9-16,-2-3-9 0,-1 1 0 0,-2-3 9 15,2 0-9-15,0 2 0 0,-1 3 16 0,0-2-4 16,0 1-1-16,-5 1 0 0,-1 1-3 0,-2-1 0 16,2 1 0-16,-2 6 0 0,-4-2-8 0,-2 5 0 15,0 1 0-15,-3 1 8 0,-3 3-8 0,-4-2 10 16,-4 0-10-16,-2-2 10 0,-2 2-2 0,-1-2 0 16,-3 2 0-16,-2-3 0 0,0 4-8 0,-3-6 0 15,-1 1 0-15,-2-2 0 0,-3 1 0 0,-2-2 0 0,-1-2 0 16,-2 0 0-16,-3 0 0 0,-2-2 0 0,-3-2 9 0,-3 1-9 15,-3-2-12-15,-3-2-6 0,-5 0-2 0,-5-5-757 16,-1-1-152-16</inkml:trace>
  <inkml:trace contextRef="#ctx0" brushRef="#br0" timeOffset="108047.38">28713 11803 633 0,'-8'10'56'0,"1"-4"-44"0,-1-2-12 0,4-2 0 0,2 1 352 0,2-6 68 15,0 3 13-15,-1 0 3 0,-1-3-296 0,-2-3-60 16,3-6-12-16,1-5-3 0,2-5-41 0,6-9-8 15,0-7-1-15,5-7-1 0,1-6-24 0,5-6-5 16,1-2-1-16,-1-1 0 0,1-2-13 0,-1 4-3 16,-1 1-1-16,-3 6 0 0,-4 10 13 0,-2 3 4 15,-3 7 0-15,-2 9 0 0,-2 3 16 0,0 9 0 16,-2 7 0-16,-2 3 9 0,-1 3 13 0,-2 3 2 16,-4 7 1-16,-1 0 0 0,-3 6 7 0,-4 2 2 15,-4 6 0-15,-1 4 0 0,-1 1-6 0,-3 2-2 0,-1-2 0 0,-1-1 0 16,4 1-16-16,0-4-10 0,3-3 12 0,3-3-12 15,1-6 0-15,5-3 0 0,2-6 0 0,5-3 0 16,2-3 0-16,3-3 0 0,4-7 0 0,1-1 0 16,4-6-30-16,2-6 0 0,5-6 0 0,4 1 0 15,5-4 6-15,3-1 0 0,7-5 1 0,0 5 0 16,0-1 23-16,-1 7-11 0,-3 3 11 0,-2 7-8 16,0 4 8-16,-3 2 11 0,1 6-3 0,-2 4 0 15,-2 2 44-15,-1 4 9 0,-1 2 2 0,0 5 0 16,1 3 7-16,-3 1 2 0,-1 2 0 0,-4 2 0 15,0-5-20-15,-4 0-4 0,-1-4-1 0,0-2 0 16,1-1-85-16,4-6-17 0,2-3-3 0</inkml:trace>
  <inkml:trace contextRef="#ctx0" brushRef="#br0" timeOffset="126263.31">31544 10816 979 0,'2'4'87'0,"-1"2"-70"0,0 0-17 0,-1-4 0 16,1 0 168-16,1 4 29 0,0 0 7 0,2 2 0 15,2 3-90-15,0 1-18 0,2-2-4 0,-1-4-1 16,0-2-41-16,1-1-8 0,-1-3-2 0,1-3 0 16,-2-1-12-16,0-2-2 0,0 0-1 0,0-3 0 15,-2 0-4-15,1-5-1 0,0 2 0 0,-1-4 0 16,1-3 4-16,-2-2 1 0,1-3 0 0,1-4 0 0,-1-3-8 0,2-6-1 16,3-5-1-16,2-8 0 0,2-5-7 0,6-8-8 15,3-6 11-15,4-1-11 0,3-3 0 0,0 0 0 16,2 2 0-16,2-2 0 0,0 0 0 0,-2 1 0 15,-2 5 0-15,-4 7-9 0,-3 3 9 0,-4 4 0 16,-5 4 0-16,-3-1 0 0,-3 0 0 0,-2 2 0 16,-2 3 0-16,-3-2 0 0,0 3 0 0,-1-3 0 15,1-1 0-15,0-3 0 0,3-6 0 0,4-2 0 16,0-1 0-16,3 0 0 0,3-3-17 0,4 2 1 16,0 1 1-16,3-2 0 0,1 1 0 0,0 1 0 15,1 3 0-15,-2 6 0 0,-3 6 15 0,-2 2 0 16,-3 5 0-16,-3 3 0 0,-3 4 8 0,-3 2 7 0,-2 1 1 15,-2 2 1-15,-3 2 12 0,-2 0 3 0,1 3 0 0,-1 1 0 16,-2-1-16-16,1 2-2 0,0 0-1 0,1 3 0 16,3 0-5-16,-2 0 0 0,2 3-8 0,1 1 12 15,0 2-12-15,2 2 0 0,-1 0 0 0,1 3 0 16,0 1 13-16,0 1-3 0,0-2-1 0,-1 4 0 16,0 1 12-16,0 0 3 0,-1 1 0 0,0 1 0 15,-2 1-2-15,-2 3 0 0,1 4 0 0,-4 0 0 16,-3 5-22-16,-4 1 8 0,-1 3-8 0,-3 4 0 15,-1 4 0-15,-3 1 0 0,-2 1 0 0,-1 0 0 16,0 2 0-16,1-6 0 0,2-1 0 0,1-3 0 16,3-2 0-16,0-3 0 0,2 1 0 0,0-5 0 15,4 0 0-15,-1-2 0 0,1-1 0 0,1-3-8 16,1 0-3-16,1 0 0 0,4-2 0 0,0-4 0 0,2-2-24 16,2-2-5-16,3-2 0 0,4-7-1 15,4-5-111-15,7-8-23 0,6-6-4 0,7-9-1 16,4-2-78-16,1-3-16 0,3 3-3 0,2-2-1 15,2 3 152-15,1 7 30 0,-4 4 7 0,-1 9 1 0,-4 2 160 0,-5 8 32 16,-2 2 6-16,-6 4 2 0,-5 4 80 0,-5 2 16 16,-4 2 3-16,-3 2 1 0,-1 2-60 0,2 1-11 15,2 2-2-15,0 1-1 0,1 2-66 0,-1-2-14 16,0 2-2-16,0 1-1 0,0-1-24 0,0 1-5 16,1-2-1-16,1 0 0 0,2 1-12 0,0 2-2 15,-1-2-1-15,2 1 0 0,0 0-10 0,0 2-9 16,1-3 9-16,1 2-13 15,0-2-157-15,1 1-31 0</inkml:trace>
  <inkml:trace contextRef="#ctx0" brushRef="#br0" timeOffset="129247.46">25074 10168 172 0,'0'0'16'0,"-3"0"-16"0,1 2 0 0,-1 0 0 0,2 1 335 0,0-3 64 0,-1 3 13 0,0 0 2 16,-1 4-238-16,0 2-47 0,-1 1-9 0,0 3-3 15,4 2-69-15,2-2-13 0,3 0-3 0,1-1-1 16,1 1-22-16,1-3-9 0,0-2 8 0,1 2-8 15,1-4 10-15,0 2-10 0,-2-2 12 0,1 0-12 16,0 3 24-16,-2-3-3 0,0-2 0 0,-2 2 0 0,0 0 8 0,-1 0 2 16,0 1 0-16,-3-1 0 0,-1 0-7 0,-1 4 0 15,-3-4-1-15,-2 4 0 0,-2-1-6 0,-3 0-1 16,-4 1 0-16,-3 3 0 0,-6-3-16 0,-3 2 0 16,-2-2 0-16,-5-2 0 15,0-1-126-15,-6-7-19 0,-3 0-4 0</inkml:trace>
  <inkml:trace contextRef="#ctx0" brushRef="#br0" timeOffset="131664.57">19482 12865 1443 0,'-6'-3'64'0,"1"0"13"0,1 3-61 0,2-2-16 0,2 2 0 0,0 0 0 15,0 0 58-15,0-2 9 0,-2 2 1 0,2 0 1 16,2-2 3-16,-2 0 1 0,1 0 0 0,0 2 0 16,2 2-9-16,0-2-3 0,2 2 0 0,3 0 0 15,-1 2-25-15,4 2-6 0,1 1-1 0,6 0 0 16,3 4-29-16,5 0 8 0,7 4-8 0,4-1 0 15,5 1 0-15,2-2 0 0,0-1 0 0,6-2 0 16,6 2 0-16,8-6 0 0,1 0 0 0,9-1-10 16,10 1-4-16,5 0-1 0,0-1 0 0,4 1 0 15,5 4 4-15,6 4 1 0,7 4 0 0,-2 1 0 0,-4 3 10 16,2 0 0-16,8 3 0 0,-3-1 0 0,0 3 0 16,7-5 0-16,8 3 0 0,1-9 0 0,-2-4 0 0,9-4 0 15,8-2 0-15,-1-9 0 0,-3-3 0 0,8-4 0 16,3 3 0-16,-3-2 0 0,-4 2 0 0,-1-2 0 15,2 1 0-15,-1 1 0 0,-2 6 9 0,-4-1-9 16,-4 4 12-16,0 2-12 0,2 2 19 0,-3 3-3 16,-1-3-1-16,-1 5 0 0,-1 4-15 0,-5-3 11 15,-3 1-11-15,0 0 10 0,0 6-10 0,-5-6 0 16,-6 2 0-16,-2-2 0 0,-2 0 0 0,-2-1 0 16,-1 1 0-16,-7-4 0 0,-3-2 0 0,-5-5 0 15,-3 2 0-15,-7-10 0 0,-4-3 0 0,-6-2 8 16,-6-5-8-16,-5-2 0 0,-5-4-18 0,-5 0-9 15,-4 0-1-15,-4-3-1 16,-5-3-139-16,-5-2-27 0,-5-1-5 0,-4 2-326 0,-3 1-65 0</inkml:trace>
  <inkml:trace contextRef="#ctx0" brushRef="#br0" timeOffset="131997.21">26880 13004 1177 0,'3'-15'52'0,"-2"9"11"0,-1 3-51 0,1 2-12 0,-1 2 0 0,0-2 0 16,0-5 114-16,1 0 20 0,-1-3 4 0,0 2 1 15,0 1-34-15,0 2-6 0,0 1-2 0,-1 3 0 16,4 0-39-16,-2 4-8 0,4 1-2 0,2 1 0 15,4 4-39-15,8 0-9 0,6-3 0 0,4 0 0 16,7-2 0-16,6-8 0 0,6-1 0 0,6-2 0 16,4-4 0-16,1 2 12 0,2-5-3 0,-3 3-1 15,1 4 9-15,-1 0 2 0,0 5 0 0,2 4 0 16,0 4 10-16,0 5 3 0,-3 2 0 0,-3 0 0 16,0 6 1-16,-1 2 1 0,1 4 0 0,-4 2 0 15,-1-4-18-15,-6 2-3 0,-1-1-1 0,-4 1 0 0,-1-4-12 0,-5 1 0 16,-2-5 0-16,-5 1 0 0,-4-8 11 0,-3 0-11 15,-3-1 12-15,-4-3-12 0,1-1 15 0,-5-1-4 16,-2 2-1-16,-4-4 0 0,-1 3-10 0,-4 1 8 16,0-1-8-16,-10 6 8 0,-7 5-8 0,-11 5 0 15,-10 3 0-15,-13 4 0 0,-11 6 0 0,-11-1-12 16,-7 7 4-16,-7 0 8 0,-4 1-19 0,-9-4 4 16,-3 2 1-16,-2-2 0 0,1 0-1 0,-2-5 0 15,-2-1 0-15,1-5 0 16,3-5-139-16,-2-8-28 0</inkml:trace>
  <inkml:trace contextRef="#ctx0" brushRef="#br0" timeOffset="132547.73">20293 8177 2433 0,'-22'-18'108'0,"8"6"22"0,3 2-104 0,5 3-26 16,3 6 0-16,3 1 0 0,0 0 24 0,-1-2 0 16,0 4 0-16,0 3 0 0,2 12-24 0,3 22-11 15,2 15 1-15,1 24 0 0,1 19 1 0,0 21 0 16,2 18 0-16,1 16 0 0,2 10 9 0,0 8 0 15,2 8 0-15,0 11 0 0,1 10 0 0,-2 14 0 16,-2 13 0-16,-1 8 0 0,0 5 0 0,-2 7 0 0,0 6 0 16,-3-2-8-16,0 6-2 0,-4 0 0 0,0 3 0 0,-2 0 0 15,1-3 10-15,1 1 0 0,0 1 0 0,3-8 0 16,2-6 0-16,2-20 0 0,1-15 0 0,1-16 0 16,0-17 0-16,-1-32 0 0,-2-25-10 0,0-27 10 15,-2-16-9-15,-2-17 9 0,-2-11 0 0,-1-17-9 16,-2-13 9-16,-3-10 0 0,1-5 8 0,-6-12-8 15,-3-11 0-15,-8-23 0 0,-2-20 0 0,-7-29-12 16,-3-23-161 0,-4-33-33-16</inkml:trace>
  <inkml:trace contextRef="#ctx0" brushRef="#br0" timeOffset="132864.22">19933 8149 2516 0,'-20'-67'112'0,"9"14"22"0,5 0-107 0,5 11-27 16,3 11 0-16,3 1 0 0,4-14-50 0,6-32-15 16,8-34-3-16,6-23-1 15,3 7-17-15,-2 25-3 0,-6 27-1 0,-6 21 0 0,-4 22 30 0,-5 17 5 16,-3 14 2-16,-3 13 0 0,-3 7 70 0,-3 8 15 15,0 9 2-15,-6 11 1 0,-3 6 73 0,-6 9 16 16,-2 3 2-16,-6 15 1 0,-6 10-24 0,-4 1-5 16,2-2-1-16,-4-1 0 0,-2 4-29 0,-1-2-5 0,3 0-2 15,-2-6 0-15,1-6-25 0,0-2-6 0,5-5-1 0,-5 0 0 16,-1 8-21-16,0-6-8 0,2-2 0 0,-1-3 9 31,3 1-118-31,2 6-24 0,2-1-5 0</inkml:trace>
  <inkml:trace contextRef="#ctx0" brushRef="#br0" timeOffset="133697.49">20296 7355 1324 0,'-44'-6'59'0,"12"-3"12"0,2 2-57 0,12 1-14 0,12-1 0 0,2 1 0 0,1 0 245 0,-4-7 47 15,-2-12 8-15,0-10 3 0,7-6-236 0,8-3-47 0,8-4-10 16,5 4-2-16,3 6-8 0,0 11 0 0,2 9 0 16,-3 12 0-16,1 12 0 0,-2 14 0 0,1 17-8 0,-4 14 8 15,-1 12 0-15,-4 10 18 0,-2 12-3 0,-2 11-1 16,-2 7 16-16,0 3 3 0,2 1 1 0,0 4 0 15,5 2-12-15,0-3-2 0,3-5-1 0,3-11 0 16,3-11-19-16,4-8 0 0,2-4-11 0,5-8 11 31,1-9-119-31,3-7-17 0,5-6-3 0,-6-4-898 0</inkml:trace>
  <inkml:trace contextRef="#ctx0" brushRef="#br0" timeOffset="133831.29">20383 8111 1036 0,'-31'10'46'0</inkml:trace>
  <inkml:trace contextRef="#ctx0" brushRef="#br0" timeOffset="134346.64">20378 8490 2131 0,'-31'-3'94'0,"9"-4"20"0,4 5-91 0,5-2-23 0,10 4 0 0,1 0 0 16,0 0 123-16,-3 0 20 0,-6 0 4 0,0 0 1 0,0 0-88 15,-1 6-16-15,4 1-4 0,-3 5-1 0,1 4-12 16,-6 10-3-16,-5 9 0 0,-9 9 0 0,-5 11-24 0,-4 6 0 16,2-4 0-16,-7 6 0 0,-1 8-12 0,-1-4-8 15,5-6-2-15,8-10 0 16,5-11-107-16,10-16-22 0,9-9-4 0,7-11-1 16,8-10-13-16,9-14-3 0,6-8-1 0,5-13 0 15,5-16-33-15,2-10-6 0,-1-1-2 0,0 1 0 0,-1 7 206 0,-3 3 40 16,-3 6 9-16,-5 7 2 0,0 5 145 0,-3 11 30 15,-2 7 6-15,-1 5 0 0,-2 3-45 0,1 7-10 16,0 5-1-16,0 2-1 0,-2 2-67 0,2 0-14 16,1 4-2-16,3 2-1 0,5 10-36 0,6 3-7 15,5 7-2-15,7 5 0 0,7 3-30 0,6 3-8 0,7 3 0 16,7-1 0 0,5-1-177-16,0-4-40 0</inkml:trace>
  <inkml:trace contextRef="#ctx0" brushRef="#br0" timeOffset="135647.54">21282 11433 979 0,'-7'-3'87'0,"2"0"-70"15,1 3-17-15,2-2 0 0,3 2 170 0,0-1 30 0,0 1 7 0,2-3 1 16,-1-1-127-16,3-1-25 0,2 2-4 0,1-1-2 15,1 0-15-15,1-1-3 0,1 2-1 0,0 3 0 16,1-3-6-16,1 2-1 0,0 2 0 0,1-1 0 0,2 3-5 0,0-1-2 16,1 2 0-16,3-2 0 0,1 2-9 0,3 0-8 15,3-1 9-15,1 0-9 0,2-1 0 0,0-2 0 16,3 0 0-16,0 0 0 0,0 0 8 0,0-2-8 16,-1 2 0-16,-1-1 9 0,-1-1 4 0,-3 1 1 15,1 1 0-15,0 1 0 0,-1 1-4 0,0 1-1 16,1-1 0-16,1 3 0 0,-2-2-9 0,0 1 0 15,2 1 0-15,-2 0 0 0,3 1 0 0,-2 0 8 16,-1 0-8-16,2-1 0 0,-3 0 0 0,-2 0 0 16,2-1 0-16,0-2 0 0,2-2 0 0,-3 2 0 15,0-2 0-15,0 2 0 0,1-2 0 0,-1 0 0 16,-1 3 0-16,0-2 0 0,-1 1 0 0,-2 2 0 16,-1-2 0-16,0 2 0 0,-1 2 0 0,-1-2 0 0,2 2 8 15,-3 3-8-15,-1-3 0 0,0 2 0 0,-2 0 0 16,1-2 0-16,0 1 0 0,-2-1 0 0,1 0 0 0,1-2 0 15,-2-2 0-15,2 2 0 0,1-4 0 0,0 0 0 16,0 0 0-16,2-3 0 0,-2 2 0 0,1-1 8 16,-1-1-8-16,0 2 0 0,1 1 0 0,-2 0 0 15,0 0 0-15,-1 1 0 0,-3 2 0 0,0-1 0 16,0-2 8-16,-2 4-8 0,-1-3 12 0,-1 4-4 16,0-1 10-16,0-2 2 0,1 2 0 0,-1-4 0 15,3 2-12-15,3-2-8 0,-1 2 12 0,3-4-12 16,-2 2 0-16,2-2 0 0,1-2 0 0,-1 2 0 15,-1-2 0-15,-2 2 0 0,-1-1 0 0,0 2 0 16,0-2 8-16,-1 3-8 0,0 0 0 0,-2 0 0 16,-2 0 0-16,1 0 0 0,-2 3 0 0,0-3 0 0,1 0 8 15,-1 0-8-15,1 0 12 0,1 1-12 0,3 2 10 16,-2-3-10-16,2 0 8 0,2-3-8 0,2 2 0 0,1-2 0 16,-1 2 0-16,0-4 0 0,2 1 0 0,0 1 0 15,1 0 0-15,-3 0 0 0,1 0 0 0,-1 3 0 16,-1-2 0-16,0 0 0 0,-1 2 0 0,-1 0 0 15,0 4 0-15,-1-4 0 0,1 3 0 0,-1 0 8 16,0 0-8-16,1 0 0 0,-1 0 0 0,1 1 0 16,1-2 0-16,0 2 0 0,-1-3 0 0,0 2 0 15,2-3 0-15,0 0 0 0,-1 0 9 0,3 0-9 16,0 0 10-16,1-3-10 0,-2 6 12 0,-1-6-4 16,1 3-8-16,0-1 12 0,0 1 1 0,-1 0 0 0,-2 0 0 15,0 0 0-15,0 0 0 0,-2 1 0 0,0-1 0 16,-2 0 0-16,-1 3-1 0,2-3 0 0,-2 0 0 0,0 0 0 15,1 2-12-15,0-2 11 0,-1-2-11 0,1 2 10 16,1 0-10-16,-1 2 0 0,0-2 9 0,1 0-9 16,-1 0 0-16,-1 0 0 0,2 1 0 0,-2 2 0 15,1-3 0-15,0 2 0 0,-1-1 0 0,0 2 0 16,0-1 0-16,0 2 0 0,1 0 0 0,-1-1 0 16,2 2 0-16,1-5 0 0,0 4 0 0,2-1 0 15,2-2 0-15,1-1 0 0,1 2 0 0,0-4 0 16,1 2 0-16,1 0 0 0,3 0 0 0,1-1 0 15,4 1-16-15,3-3 3 0,4-3 0 0</inkml:trace>
  <inkml:trace contextRef="#ctx0" brushRef="#br0" timeOffset="137797.26">25316 9837 1504 0,'-14'-6'67'0,"3"0"13"0,0-2-64 0,2 3-16 0,4 4 0 0,2-1 0 0,-2-2 47 0,-6-2 5 15,-2-3 2-15,-2-3 0 0,3-1-54 0,3 2-10 16,6 0-2-16,4 0-1 0,6-2-1 0,3 1 0 15,5-4 0-15,1 4 0 0,-1-4 14 0,1 0 0 0,-1 3 0 0,-1-3 0 16,-2 5 36-16,-2 1 3 0,-3 0 1 0,-1 4 0 16,-3 0 40-16,-1 0 8 0,0-1 1 0,-1 4 1 15,1-3-12-15,1 2-2 0,-1-2-1 0,1 1 0 16,0 1-42-16,4-2-8 0,-1-2-1 0,4 0-1 16,1-2-3-16,5 0-1 0,0-2 0 0,4-1 0 15,1 0-10-15,2-2-1 0,1 0-8 0,2-2 12 16,1-2 1-16,1-1 0 0,2 2 0 0,1-7 0 15,4 0-4-15,2-4-1 0,1-5 0 0,2-2 0 16,2-2-8-16,2-5 0 0,6-8 0 0,-1-2 8 16,1 2-8-16,1-1 0 0,4-1 0 0,-1 2 0 15,1 4 0-15,-3 0 0 0,-3 3 0 0,2-1 0 16,-1 1 0-16,2-6 0 0,3 0 0 0,5-2 0 16,7 1 10-16,2 0 3 0,1-1 1 0,3 0 0 15,3-3 3-15,8-10 1 0,9-4 0 0,0-4 0 0,-3 4-18 0,2-1 10 16,0 4-10-16,0-3 8 0,-1-2-8 0,-4-2 0 15,-7 4 0-15,-2-3 0 0,0 2 0 0,-4 3 0 16,-1 5 0-16,-5-2 0 0,-2-2 0 0,-1 0 0 16,1-4 0-16,-1 1 0 0,-1 9 0 0,4-7 0 15,4 0 0-15,4-7 0 0,-3 3 0 0,5-4 0 16,5-2-9-16,6-2 9 0,3 4-20 0,0-5 2 16,-1 1 1-16,-3 0 0 0,1 4 1 0,3 2 1 15,0 1 0-15,-1 2 0 0,-6 0 1 0,-2 0 0 16,0 1 0-16,-3 6 0 0,-2 6 0 0,-6 3 0 15,-5 6 0-15,-6 4 0 0,-5 0-18 0,0 2-3 16,-1-1-1-16,3-1-1038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13T16:50:25.3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11128 10340 997 0,'-5'-7'44'0,"1"1"9"0,2-1-42 0,-1 4-11 0,2 0 0 0,0 3 0 16,-2-2 124-16,1-2 22 0,-4 0 5 0,-1 2 1 16,-1-2-47-16,2-1-9 0,1 4-1 0,1 1-1 0,4 0-53 15,0 0-10-15,1 2-3 0,5 2 0 0,3-3-28 0,3 4 0 16,3-3 0-16,2 0-10 0,4 1 10 0,-1 0 0 16,2 0 0-16,3-3 0 0,0 3 0 0,1 1 0 15,2 0 0-15,2 1 0 0,0 1 10 0,4-2-2 16,2 2-8-16,5 0 12 0,4 0 6 0,2-2 1 15,3-4 0-15,5 0 0 0,-2-4 4 0,0-4 1 16,-1 0 0-16,0 0 0 0,-1-2-1 0,-2 3 0 16,-1 1 0-16,-1 0 0 0,-2 2-4 0,-4 2-1 15,-3-1 0-15,-4 2 0 0,-3 1-6 0,-2 0-2 16,-3 1 0-16,-3 2 0 0,0 1-10 0,-2 2 12 16,-2 0-12-16,-3 0 12 0,-1 0-12 0,-4 1 0 15,-1-4 0-15,-1 2 0 0,-2-4 0 0,-2 2 0 16,-1-3-10-16,-1 0 10 0,-3 1-33 0,0-2-1 0,-2-2 0 0,0 0 0 31,-1-1-104-31,-3-2-21 0,0-7-4 0</inkml:trace>
  <inkml:trace contextRef="#ctx0" brushRef="#br0" timeOffset="468.13">12416 10197 403 0,'-2'-3'36'0,"1"3"-36"0,-1 0 0 0,2 0 0 16,0 0 252-16,-2 0 43 0,-2 0 9 0,-2 0 1 15,-2-2-165-15,2 1-34 0,0 1-6 0,2 0-2 16,1 0-41-16,0-3-8 0,2 3-1 0,1 0-1 15,0 0-31-15,-1 0-7 0,2 0-1 0,-1 0 0 16,2-2-8-16,1 2 0 0,1 0 0 0,1 0 0 16,-5 0 0-16,0 0 0 0,0 0 9 0,26 8-9 15,-19-5 0-15,2 3 0 0,1 0 0 0,-2 2 0 16,1 0 0-16,-2-2 9 0,1 2-9 0,-1 1 0 16,-1-3 17-16,0 0-3 0,1-1-1 0,0 1 0 0,0-1 1 0,0 1 0 15,-1 0 0-15,-1-2 0 0,0 2 1 0,0-2 0 16,1 0 0-16,-1 1 0 0,0 1 4 0,-2-3 1 15,1 4 0-15,-1 3 0 0,0-2-8 0,0 2-2 16,-1 0 0-16,1 2 0 0,-2-2-2 0,0 3-8 16,-1-3 12-16,1 2-4 0,1-3-8 0,-2-2 12 15,0-1-12-15,0-2 12 0,1 1-4 0,-1-2-8 16,0 0 12-16,0-2-4 0,0 2 9 0,0-3 2 16,0 1 0-16,0-1 0 0,-1 2 5 0,-1-2 2 15,1 0 0-15,0 3 0 0,0-3-10 0,-2 0-1 16,2 1-1-16,-1 2 0 0,-1-3-5 0,2 2-1 15,-2-1 0-15,1 2 0 0,1-3-8 0,-1 0 0 0,1 0 0 0,0 0 0 16,-1 0 8-16,0 0-8 0,1-3 8 16,-1 2-8-16,-2-1 25 0,0-2 0 0,0 1 0 0,-2 0 0 15,0-1-5-15,0 1 0 0,-2 1-1 0,0 1 0 16,-1 1-19-16,-1 0 0 0,-2 0 0 0,-3 3 0 16,-3 1-12-16,-3 5-8 0,-3-2-3 0,-4 6 0 31,-6 5-134-31,-5 1-27 0,-5 3-6 0</inkml:trace>
  <inkml:trace contextRef="#ctx0" brushRef="#br0" timeOffset="2300.39">11295 6817 1324 0,'-11'-2'118'0,"3"-1"-94"0,2 2-24 0,2-1 0 15,4 2 120-15,0-3 20 0,1 3 4 0,-1-1 1 16,2-2-96-16,0 0-19 0,3-4-4 0,1 1-1 0,2 3-25 0,2-4 8 15,1 1-8-15,2 1 0 0,3 0 0 0,4-1 0 16,4 1 0-16,-1 1 0 0,3 1 0 0,3-2 0 16,3 0 0-16,1 2 0 0,2 3 0 0,1-2 0 15,-3 4 0-15,2-2 0 0,-2 3 0 0,0-3 0 16,-2 1 0-16,0-1 0 0,0-1 0 0,3 1 0 16,0-3 0-16,1 1 0 0,2-2 0 0,1 0 0 15,3 2 0-15,-1-4 0 0,0 2 0 0,-1-2 10 16,-2 2-2-16,-3-2-8 0,-3 4 21 0,-2-1-2 15,-1 2-1-15,-3-2 0 0,-2 3-7 0,-3-1-2 16,-1 2 0-16,-3 2 0 0,-3-2-9 0,-1 2 8 16,-3-1-8-16,-1 2 8 0,-2-2-8 0,-1-2 0 15,-1 1 0-15,-2 2 0 0,-1-3-14 0,-1 0-5 0,-1 0-1 0,-1-3 0 32,-1 2-140-32,-3-1-28 0</inkml:trace>
  <inkml:trace contextRef="#ctx0" brushRef="#br0" timeOffset="2551.73">12274 6508 1627 0,'-9'-6'72'0,"3"3"15"0,1 2-70 0,2-1-17 0,1 2 0 0,2 2 0 15,2-2 72-15,-1 4 10 0,0 0 2 0,3 5 1 16,3 6-69-16,4 4-16 0,4 3 0 0,2 0 0 16,4 1 0-16,2-1 0 0,1-2 0 0,4 1-8 15,3-3 8-15,-1-2 12 0,4 0-2 0,-1-3-1 16,-1-3 10-16,-2 0 1 0,-2-2 1 0,-2-2 0 0,-5 1 10 0,-3-1 1 15,-2-3 1-15,-5 1 0 0,-2 0-1 0,-4 1-1 16,-2-1 0-16,-3-1 0 0,0 2-15 0,-3-1-2 16,-2 0-1-16,-4 4 0 0,-3 0 0 0,-9 4 0 15,-4 3 0-15,-9 5 0 0,-6-2-57 0,-10 7-12 16,-4 5-3-16,-12 7-927 16</inkml:trace>
  <inkml:trace contextRef="#ctx0" brushRef="#br0" timeOffset="6700.26">10036 9079 576 0,'1'0'51'0,"0"0"-41"16,1 2-10-16,-1-2 0 0,-1 0 163 0,0 0 30 15,1 0 7-15,2 0 0 0,-2 0-72 0,1 0-16 16,-2 0-2-16,0 0-1 0,0 0-5 0,0 0-2 15,0 0 0-15,0 0 0 0,-22-12-32 0,16 8-6 0,-2-1-2 16,1 0 0-16,-2 3-27 0,-1-2-6 0,-1-1-1 0,-2 2 0 16,-2 3-5-16,-2-3-2 0,-2 3 0 0,-2 3 0 15,2-1-12-15,-3 2-9 0,-1-1 12 0,-3 2-12 16,0 0 0-16,-3 0 0 0,2-1 0 0,-1-1 0 16,-2-2 8-16,-2 1-8 0,-2 1 0 0,0-2 0 15,2 1 0-15,-3 1 0 0,2 1 0 0,0-3 0 16,4 4 0-16,0-4 0 0,3 4 0 0,0 1 0 15,4 0 0-15,2 2 0 0,3 0 0 0,2 0 0 16,2 0 0-16,0 2 0 0,2-1-9 0,1-2 9 16,2 2-19-16,0-1 2 0,2 0 0 0,0-2 0 15,0 2-10-15,1 0-1 0,0-1-1 0,1-1 0 16,3-3-20-16,1 0-4 0,0-2-1 0,3-1 0 16,4-1-107-16,0-4-22 0,4 0-4 0</inkml:trace>
  <inkml:trace contextRef="#ctx0" brushRef="#br0" timeOffset="7017.72">9508 8917 691 0,'2'0'61'0,"1"-3"-49"16,-2 3-12-16,-1 0 0 0,1 0 264 0,0 0 49 15,1 0 11-15,0 0 1 0,3 3-179 0,-2-3-36 16,-1 2-7-16,-2 0-2 0,-2 1-24 0,-2 2-5 16,-1 1 0-16,-1 1-1 0,-3 3-40 0,-2-3-8 15,-1 4-2-15,-3-1 0 0,0 0-21 0,-2 2 9 16,-2 1-9-16,-2-1 0 0,-1 2 8 0,0 0-8 15,-2 0 0-15,1-2 0 0,-1 2 0 0,2 1 0 16,2-2 0-16,0 0-9 0,2-1 9 0,-1 1 0 16,3-1 0-16,1 0 0 0,3-2 0 0,2 0 0 0,0-1 8 0,3 1-8 15,0-1 10-15,4 0-2 0,0-1-8 0,2 0 12 16,2 0-12-16,2 0 0 0,0 1 0 0,4 2 0 16,0 0 0-16,3 3 0 0,1-2 0 0,4 1-10 15,2 3 10-15,1-3-8 0,-1 2 8 0,1-6-8 16,3 1 8-16,0-3-12 0,-1-2 12 0,1-1-12 15,5-2 12-15,1-3-13 0,4-4 5 0,0-1 8 16,4-3-36-16,0-4 1 0,3-2 0 0,3-1 0 31,-1-3-138-31,-1 1-28 0,-2-2-6 0</inkml:trace>
  <inkml:trace contextRef="#ctx0" brushRef="#br0" timeOffset="8266.94">10242 7304 1760 0,'-10'0'78'0,"3"0"16"0,0 2-75 0,2 0-19 16,2-2 0-16,2 0 0 0,-2 0 91 0,0 3 14 0,-5-2 3 0,-2 1 1 15,-1 1-58-15,1-3-12 0,3 1-3 0,0 1 0 16,0-2-27-16,1-3-9 0,1 0 0 0,-2 1 0 16,1 1 0-16,0-2 0 0,-1 3 0 0,1-4 0 15,-3 4 0-15,1-2 0 0,-2 2 0 0,-1 0 0 16,0-3 0-16,-4 3 0 0,1 0 0 0,1 3 0 15,-2-3 17-15,0 2-3 0,-2 2-1 0,1-1 0 16,-3 0 11-16,2 0 1 0,-2 2 1 0,1 0 0 16,0-2-2-16,2 4 0 0,-1 1 0 0,0-2 0 15,2 2-15-15,-1 0-9 0,-2-1 10 0,1 0-10 16,0 5 0-16,-2-2 0 0,1 0 0 0,-1 1 0 16,-2-1 0-16,0 0 0 0,0 0 0 0,0 0 0 15,0-1 0-15,0-1 0 0,2 0 0 0,0-2 0 16,-1 2 0-16,0 0 0 0,0 2 0 0,1-2 0 0,-1 1 0 15,2 1 0-15,2-3-12 0,3 2 12 0,2-3-27 0,-1-2 2 16,4 0 0-16,-1-2 0 0,3 1-21 0,2-3-4 16,3 0-1-16,0-3 0 15,2 1-30-15,2-2-7 0,0 0 0 0,2-2-1 16,5 0-104-16,0-4-21 0,-1 0-4 0,3-2-1 16,2 2 43-16,2-3 8 0,0 1 1 0,1 0 1 0,-1-2 76 0,1 2 15 15,2-1 3-15,-2-1 1 0,1 1 107 0,-1 2 22 16,0-1 4-16,-1-1 1 0,-1 1 113 0,-1-2 24 15,-1 6 4-15,-2-5 0 0,2 3-86 0,-3 2-18 16,0 0-3-16,-3 0-1 0,-1 4-47 0,-2-2-9 16,0 3-3-16,-3 2 0 0,0 2-5 0,-2-1 0 15,0 3-1-15,-2-3 0 0,-1 2 13 0,1 0 2 0,-2 0 1 0,-1 1 0 16,-2 0-7-16,1-2 0 0,-2 4-1 0,0-1 0 16,1 2-5-16,-1-2-1 0,-1 2 0 0,2 0 0 15,-1 1-8-15,0-1-1 0,1 0-1 0,0 4 0 16,2-4-12-16,0 3-3 0,0 1 0 0,-1-3 0 15,3 2-8-15,-3-1 8 0,1 2-8 0,1-4 8 16,0 1 3-16,-1 0 0 0,1 2 0 0,0-3 0 16,0 0-1-16,-1 0 0 0,0 2 0 0,1-2 0 15,-1 0-10-15,1 1 12 0,-1 0-12 0,1 1 12 16,1-2-12-16,-2 1 10 0,2 2-10 0,0 0 10 16,1-1-10-16,1 0 0 0,1-2 9 0,2 2-9 0,2-2 0 15,1 0 0-15,2 3 0 0,0-5 0 16,5 2 0-16,3 0 0 0,2-2 0 0,2-1 0 15,5 0 0-15,3-3 8 0,3 4-8 0,5-4 0 0,0 2 0 0,3-2 0 16,3 0-12-16,-1 2 4 16,1-2-129-16,3 2-26 0</inkml:trace>
  <inkml:trace contextRef="#ctx0" brushRef="#br0" timeOffset="11783.88">18655 3496 1382 0,'-3'-14'61'0,"2"2"13"0,1 2-59 0,-1 4-15 16,1 1 0-16,0 1 0 0,1 0 104 0,-1-4 17 15,0-6 4-15,-1-2 1 0,-2-5-34 0,-2 2-8 16,0 2 0-16,2 5-1 0,-1-1-32 0,-1 7-7 16,-1 0 0-16,-3 0-1 0,-1 3-30 0,-2 2-5 15,-3 1-8-15,-1 0 11 0,0 0-11 0,0 4 0 16,2-2-10-16,1 2 10 0,3 2-30 0,0-5 0 16,1 1 0-16,2-1 0 0,-1 1-4 0,2-2-1 15,0-2 0-15,0 2 0 0,0-1 22 0,-1-2 4 16,0-1 1-16,-2 2 0 0,2-2 8 0,-2 4 0 0,2-2 8 15,-1-1-8-15,2 2 0 0,0 1 0 16,4-2 0-16,-2 2-12 16,1-3-51-16,2 3-10 0,2 0-3 0,2 3 0 15,1-3-42-15,0-3-9 0,4 3-1 0,-1-1-1 0,2-2 65 0,0 1 14 0,-1 1 2 0,1-3 1 16,-2-1 64-16,-3 4 13 0,-1-2 2 0,-2 1 1 16,0 1 65-16,-1 1 13 0,0 0 2 0,-1-3 1 15,0 3-13-15,1 0-2 0,0-2-1 0,0 0 0 16,0 0-31-16,0 1-7 0,0 1 0 0,0 0-1 15,0 0-23-15,0 0-5 0,0 0-1 0,0 0 0 16,0 0-13-16,0 0-2 0,0 0-1 0,-3-19 0 16,3 14 2-16,0 2 0 0,0-1 0 0,-1-2 0 15,-2 2 4-15,1-2 2 0,-1 1 0 0,1 1 0 0,1 0-10 16,-1 1-1-16,1 0-1 0,1-1 0 0,0 2-10 16,0-2 0-16,1 2 0 0,1-2 0 0,-1 0 0 0,1-1 0 15,0 2-12-15,-1-3 12 0,1-1-8 0,0 0 8 16,-1 1 0-16,0 0 0 0,0-1 0 0,1 2 0 15,-1 1 0-15,0 1 0 0,-1-1 0 0,0 2 0 16,-1-2 0-16,1 4 0 0,0-2-10 0,0 2 10 16,0 0 0-16,0 0-9 15,1 2-146-15,0-1-29 0</inkml:trace>
  <inkml:trace contextRef="#ctx0" brushRef="#br0" timeOffset="15451.44">16648 3609 1094 0,'-11'-8'97'0,"2"3"-77"15,3 0-20-15,3 4 0 0,2-2 161 0,-4-1 29 16,-4-2 6-16,-5-6 0 0,-6-3-136 0,-4-1-27 15,0-3-5-15,-2 3-2 0,2 3-14 0,1 0-4 16,0 4 0-16,-1-1 0 0,-1 1-8 0,-2 3 0 16,-1 2 0-16,-1-2 0 0,-3 6 0 0,-3-4 0 0,-3 2 0 0,-3-2 8 15,0 2 7-15,-1-2 1 0,2-1 0 0,-2 0 0 16,-1 2 11-16,-1 0 2 0,-1 0 1 0,-1 1 0 16,2 2-5-16,-2-1-1 0,-1-2 0 0,0-1 0 15,5 2-12-15,-4-1-2 0,-3 3-1 0,-2 3 0 16,0-1-9-16,0 2 0 0,-1 2 9 0,-2 0-9 15,1 1 0-15,0-1 8 0,-1 0-8 0,-1 0 0 16,0-1 0-16,0 4 0 0,2-1 0 0,2 0 8 16,1 1-8-16,-1-3 0 0,-1 0 0 0,0 0 0 15,1-2 0-15,3 0 0 0,0-1 0 0,1 3 8 16,0 1-8-16,2-1 0 0,5 0 0 0,-5 0 0 16,-7 0 0-16,-2 0 0 0,3 1 0 0,0-1 0 15,-1 0 0-15,2 1 0 0,0 2 0 0,2-3 0 0,1 0 0 16,1-2 0-16,1 2 0 0,-1-2 0 0,1 2 0 0,2-3 8 15,1 0-8-15,1 0 0 0,3 1 0 0,-1-2 0 16,4-1 0-16,-2 2 0 0,-1-1 8 0,0-2-8 16,2 0 8-16,-1 2-8 0,1-2 13 0,3-2-1 15,0 2-1-15,2-5 0 0,3 4-3 0,2-4 0 16,4 1 0-16,0 1 0 0,2-3 3 0,0 2 0 16,1-1 0-16,0 1 0 0,0-2-11 0,0 2 0 15,-1-1 0-15,0 2 0 0,-1 1 0 0,0 2 10 16,-2 0-10-16,-3 2 10 0,1 0-2 0,0 2-8 15,-1 2 12-15,1 3-4 0,1-2-8 0,0 2 0 16,2 1 9-16,3 0-9 0,3-2 0 0,3 2 0 16,0-1 0-16,3 1 0 0,2 0 0 0,-1-2 0 15,4 2 0-15,-1 0 0 0,-1 0 0 0,2 2-8 16,-2 1 8-16,3-1 0 0,-1 0 0 0,0 4-10 0,0 4 10 0,-1 5 0 16,-2 1-8-16,-1 5 8 0,1 7 0 0,-1 3 0 15,2 3 0-15,-1 5 0 0,1 0 0 0,1 4 0 16,1-1 0-16,4-2 0 0,1-5 0 0,1 1 0 15,0-7 0-15,3 5 0 0,3 9 0 0,3 2 0 16,1 4 0-16,3-2 0 0,-1 0 0 0,0-3 0 16,-1-3 0-16,-1 6 0 0,0 2 0 0,-1 4 0 15,-1 4 0-15,-2 0-8 0,1 0 8 0,-3 2 0 16,0-4 0-16,-3 3 0 0,1 4 0 0,-2-3 0 16,0 1 0-16,-1 0 0 0,1-1 0 0,-1 1 0 15,1-6 0-15,-1 5 0 0,-1 7 0 0,0-1 0 0,-1-2 0 0,-2-3 0 16,-1 2 0-16,-1-5 0 0,-2 2 0 0,0 4 0 15,-2 9 0-15,0-6 0 0,-1 0 8 0,0-3-8 16,3-1 0-16,-2 0 9 0,0 5-9 0,0 2 0 16,1-1 0-16,-1 1 0 0,-1-2 0 0,-1 5 0 15,1 3 0-15,-1 0 0 0,-3-2 0 0,0-1 0 16,-2-2 8-16,0 2-8 0,1-3 0 0,-2 5 0 16,3-1 0-16,1-2 8 0,0-1-8 0,2-1 0 15,-1-3 0-15,2 0 0 0,1-1 0 0,2-2 0 16,-1-4 0-16,0 2 0 0,1 1 0 0,-2-2 0 15,1-1 0-15,-1 1 0 0,-1-6 0 0,0 1 0 16,-3-1 0-16,1-4 0 0,0 3 0 0,-3 3 0 16,1 4 0-16,-2-3 0 0,2-1 0 0,0-3 0 0,4 0 0 15,-1-3 0-15,1 3 0 0,0-2 0 0,2-2 0 0,2 4 0 16,2-2 0-16,1-4 0 0,-1-3 0 0,1 2 0 16,1-2 8-16,-2-1-8 0,1 2 0 0,1-4 8 15,2-3-8-15,0 1 0 0,1-4 0 0,-1-1 8 16,0 3-8-16,-1 0 0 0,1 0 0 0,-1 2 8 15,0-2-8-15,2 1 0 0,-1 1 0 0,-1-1 0 16,-1-3 0-16,1-2 0 0,-1-1 0 0,1 2 0 16,0-2 0-16,0 1 0 0,1-1 0 0,0-1 8 15,2 1-8-15,-1-3 0 0,1 0 0 0,1-7 0 16,0-4 0-16,0-2 0 0,1 1 0 0,-1-4 0 16,1-1 0-16,-1 0 0 0,2 0 0 0,1 1 0 15,-2-1 0-15,1-1 0 0,1-1 0 0,1-2 0 16,2 1 0-16,-3-3 0 0,2 3 0 0,-1-3 0 0,3 0 0 0,-2 0 0 15,2 0 0-15,-2-1 0 0,0 1 0 16,-1-4 0-16,-1 2 0 0,1-4 0 0,-2 1 0 0,2-1 8 16,0-3-8-16,-1-1 0 0,0-1 0 0,1-1 0 15,3 0 0-15,1-2 0 0,1-1 0 0,0 2 0 16,4-1 0-16,1 2 0 0,1-2 0 0,2 0 0 16,0 1-9-16,1 2 9 0,4 2 0 0,-2 0 0 15,3 2 0-15,-2 0 0 0,1 4 0 0,-1-3 0 16,4 2 0-16,1 0 0 0,1 1 8 0,3 0-8 15,2 2 0-15,3-2 0 0,1-3 0 0,4 3 0 16,4 0 0-16,1-1 0 0,2-3 0 0,0-2 0 16,-1 2 0-16,-2-3 0 0,2 4 0 0,1 0 0 15,2-2 0-15,2 3 0 0,0 4 9 0,2-2-9 0,-2 0 8 0,0 2-8 16,4 1 11-16,1 0-3 16,-1 0-8-16,1 0 12 0,3 0-12 0,-1-1 9 0,3 0-9 0,-2-1 8 15,-3 2-8-15,-1-1 10 0,-1-4-10 0,1 0 10 16,3-1-10-16,2-4 8 0,1-2-8 0,1-1 8 15,-1 0-8-15,-2-1 0 0,0-2 0 0,0 0 8 16,5-2-8-16,-1-2 8 0,5-1-8 0,-5 0 8 16,0-1-8-16,-5 1 0 0,-1 1 0 0,3 2 8 15,1-3-8-15,3 2 10 0,1 1-10 0,-3 1 10 16,-1 1-10-16,-2 3 12 0,-3 0-12 0,1 1 12 16,2 2-12-16,2-2 0 0,1 2 0 0,-1-4 8 15,-4 3-8-15,-3 0 0 0,0-1 9 0,2-2-9 16,1 0 0-16,2-4 0 0,-1 0 0 0,2-4 0 15,1 2 0-15,-2-2 0 0,-5 0 0 0,0 2 0 0,0 1 0 16,-2 0 0-16,3-1 0 0,1 3 0 0,2 1 0 0,-6 1 0 16,-3 3 0-16,-2 2 0 0,0 1 0 0,0 2 0 15,1 1 0-15,-3 0 0 0,0 0 0 0,0 1 9 16,2 1-9-16,-1-2 10 0,-2 2-10 0,-3-4 8 16,1 0-8-16,0-1 8 0,-2-1-8 0,1 1 0 15,2 2 0-15,-2 1 0 0,2-2 0 0,0 4 0 16,2 0 0-16,-2 0 0 0,-4-2 0 0,-4-1 0 15,-1-3 0-15,2 0 0 0,-1 0 0 0,0 1 0 16,0-1 0-16,0-1 0 0,1 1 0 0,-1 0 0 16,0 0 8-16,-1 0-8 0,2 1 0 0,-3-1 8 15,-3-3-8-15,0 2 8 0,-1-1-8 0,0-1 0 16,0 0 9-16,-1 1-9 0,1-1 0 0,-1 0 0 0,2 0 0 16,-2-3 0-16,2 0 0 0,-4 0 0 0,2-3 0 0,-4 1 8 15,0 1-8-15,-2-4 0 0,-3 1 0 0,-3 0 0 16,1-2 0-16,-4 0 9 0,-3 0-9 0,-1-2 0 15,0 2 11-15,-1 0-11 0,-3 0 10 0,1-1-10 16,-1 1 13-16,0-2-3 0,0 0-1 0,-1-2 0 16,2-2-1-16,-1-7-8 0,2-3 12 0,-1-6-4 15,1-4 0-15,0-6 0 0,0-4 0 0,-1-5 0 16,-2-3-8-16,-1-6 0 0,0-1 9 0,-3-1-9 16,1-1 9-16,-3 2-9 0,-1 6 12 0,-2 3-12 15,-1-2 0-15,1 2 0 0,-2-3 0 0,-1-5 0 16,-3-4 14-16,0-4-1 0,-1 1 0 0,2 0 0 15,0 0 3-15,0-10 1 0,-1-6 0 0,3-9 0 0,-3-7-17 16,2-1 8-16,-2 6-8 0,2-13 0 0,1-9 0 0,1-2 0 16,1 3 0-16,0-3 0 0,2-2 0 0,0-2 0 15,2 1 0-15,2-7 0 0,-1-2-12 0,3 0 12 16,2 2-13-16,0 2 5 0,-1 1 0 0,0 1 0 16,2 4 0-16,-2-2 0 0,0 4 8 0,-1-2-12 15,-2 1 12-15,-2 6-12 0,-1 7 12 0,-1-8 0 16,-1-4-9-16,-2 6 9 0,0 19 0 0,0-12 0 15,-1-12 0-15,1 2 0 0,3 1 0 0,-1-1 0 16,5-7 0-16,-1 2 0 0,4 0 0 0,1-2 0 16,3 1 0-16,0-3 0 0,0 2 0 0,2 8 0 15,-2 6 0-15,2-6 0 0,1-5 0 0,-2 8 0 16,0 9 0-16,-2-1 0 0,-3-5 0 0,-4 3 0 16,1 9 0-16,-2 2 0 0,-1 7 0 0,-1-2 0 0,-2-2 0 15,0 7 0-15,-1 7-10 0,1 2 10 0,0 2-13 0,-1-4 5 16,0-2 8-16,0 2-10 0,2 1 10 0,2 2-10 15,0 0-4-15,2 0-1 0,1-8 0 0,2-1 0 16,1 2-14-16,-1 4-3 0,1 10-1 0,-3 4 0 16,1 4 21-16,-2-4 4 0,1-2 8 0,0 5-13 15,-2 2 24-15,1 4 5 0,-1 5 0 0,1 4 1 16,0 6 3-16,1 1 0 0,-1 4 0 0,3 0 0 16,-2-3-11-16,2-1-1 0,2 0-8 0,-1 1 12 15,1 2-12-15,0 0 0 0,0 5 0 0,1 0 0 16,-2 4 0-16,-1 3 0 0,1 3 0 0,-2 1 0 15,-1 2 0-15,0 2 0 0,-1 3 0 0,-4-2 0 16,2 4 0-16,-1 1 0 0,0 2 0 0,-1-1 0 16,-1-1 0-16,0 4 11 0,2-3-3 0,-2-1-8 0,-1 4 8 0,1-2-8 15,1 0 0-15,-3 0 0 0,1 1 0 0,-3 0 0 16,1 0 0-16,-2 1 0 0,-1-2 8 0,-1 3-8 16,-2-2 0-16,-2 2 0 0,-1-1 15 0,-3 2-4 15,-3 1-1-15,-3 2 0 0,-1 2-10 0,-2-2 0 16,-2 2 0-16,-2 0 0 0,-3 3 0 0,-1-3 0 15,-2 4 0-15,-3-4 0 0,0 2 0 0,-1 3 0 16,0-1 0-16,-2 2 0 0,-2 4 0 0,-1-2 0 16,-2 0 0-16,-2 3 0 0,1-8 0 0,-2 4 0 15,-1-3 8-15,-1 2-8 0,-2 0 0 0,2 1 10 16,1-1-10-16,0 1 10 0,-1-6-10 0,1 2 12 16,0-6-12-16,-1-3 12 0,4 3-12 0,-1-6 8 15,1 0-8-15,0-4 8 0,2 1-8 0,-1-2 0 0,-3 0 0 0,0 0 0 16,0 0 0-16,-4 2 0 0,2 3 0 0,-3 0 0 15,2 4 0-15,-1 4 0 0,-4 1 0 0,-2 2 0 16,-1 1 0-16,-1 3 0 0,-5 4 8 0,1-3-8 16,3 2 0-16,2 1 10 0,4-2-10 0,0-2 10 15,2-2-10-15,0-1 0 0,1-3 9 0,3-4-9 16,6 0 0-16,0 0-12 0,3-2 2 0,-5 0 0 16,0 0-19-16,-4 0-4 0,-7 4-1 0,-1-2-814 15,-5 2-162-15</inkml:trace>
  <inkml:trace contextRef="#ctx0" brushRef="#br0" timeOffset="23418.01">13964 5976 1260 0,'-3'-2'56'0,"0"-2"11"0,1 4-54 0,-1-2-13 16,2 2 0-16,1 0 0 0,-2 0 101 0,0 0 18 16,0 0 3-16,-2 0 1 0,0 2-63 0,-1-1-12 15,-1 4-2-15,1 0-1 0,-1 1-34 0,-1 3-11 16,-1 3 0-16,-2 2 0 0,1 2 0 0,-3 5 0 15,-1 1 0-15,-2 1 0 0,1 1 0 0,0 0 0 16,-1-1 0-16,1 3 0 0,2-3-14 0,-2-1 3 0,3 3 1 0,-1-3 0 16,3 0-19-16,0-2-4 0,3 2-1 0,0-1 0 15,3-2-25-15,0-2-5 0,3-1 0 0,0 1-400 16,1-3-80-16</inkml:trace>
  <inkml:trace contextRef="#ctx0" brushRef="#br0" timeOffset="23684.06">13856 6603 1209 0,'-10'6'53'0,"2"-3"12"0,2 1-52 15,1-2-13-15,4 2 0 0,1-2 0 0,-1 3 93 0,-2 4 16 16,1 3 3-16,-6 4 1 0,0 7-90 0,-4 1-23 15,1 2 0-15,-1-1 0 0,1 0 0 0,-3-3 0 16,2 0 0-16,-2 1 0 0,-1-1 0 0,-1-2 0 16,-2 4 0-16,-2 1 0 0,-2-1 0 0,1 0 0 15,2-1 0-15,-1 1 0 0,-1-1 0 0,3 1 0 16,2-2 0-16,5-2-8 16,2-1-90-16,3-3-18 0,2-1-3 0</inkml:trace>
  <inkml:trace contextRef="#ctx0" brushRef="#br0" timeOffset="23939.16">13966 6931 748 0,'0'0'67'0,"-2"0"-54"0,1 0-13 0,1 0 0 15,-1 1 133-15,0-1 24 0,-1 3 5 0,-1 0 1 16,-2 1-68-16,-4 5-14 0,-4 3-2 0,-5 7-1 15,-2 3-30-15,-1 4-7 0,0 2-1 0,-2 1 0 16,-1 3-30-16,2 3-10 0,0 2 0 0,0-5 0 16,-1 0 0-16,2-1-16 0,3-3 2 0,-1 1 0 15,1-5 2-15,-1 2 0 0,2-3 0 0,1-4 0 16,2 3-7-16,3-6-1 0,2 2 0 0,4-6 0 16,3-2-116-1,1-2-24-15</inkml:trace>
  <inkml:trace contextRef="#ctx0" brushRef="#br0" timeOffset="24151.4">13917 7393 864 0,'0'0'76'0,"-1"0"-60"16,1 0-16-16,-1 0 0 0,1 0 163 0,0 0 29 15,-1 3 7-15,1-2 1 0,-2 5-144 0,-1 3-28 16,-2 5-5-16,-3 4-2 0,0 4-21 0,-5 4 0 15,-1 5 0-15,-4 1-12 0,-2 3-8 0,-1 2-3 16,-2-2 0-16,-1 1 0 0,2-2-9 0,1 1-1 16,1-7-1-16,3 0 0 15,3-2-94-15,1-7-18 0</inkml:trace>
  <inkml:trace contextRef="#ctx0" brushRef="#br0" timeOffset="24384.71">13904 7851 1152 0,'-4'4'102'15,"2"-3"-82"-15,0 1-20 0,1 1 0 16,0-2 128-16,-2 4 22 0,0 1 4 0,-3 2 1 16,-3 6-113-16,-3 6-22 0,-5 1-5 0,0 5-1 15,-1 3-14-15,-1-1 0 0,-2 1 0 0,-1 2 0 16,-2 2-23-16,0 0-1 0,-1-1 0 0,1-1 0 0,0-1-5 0,0-3-2 15,2-1 0-15,1-7 0 0,5-1-5 0,3-2-2 16,3-3 0-16,4-8-615 16</inkml:trace>
  <inkml:trace contextRef="#ctx0" brushRef="#br0" timeOffset="24601.44">14057 7982 57 0,'14'-6'0'0,"-4"5"0"0,-3-2 0 0,-1 1 0 16,0 2 0-16,-4 2 0 0,0-2 211 0,2 3 37 15,2-2 7-15,1 4 1 0,0 2-144 0,-5 3-30 0,-2 5-6 0,-4-1 0 16,-6 7-14-16,-3 1-2 0,-4 3-1 0,-3 4 0 16,-2 2-24-16,-3 0-5 0,0 1-1 0,2-6 0 15,-1 1-12-15,4-4-2 0,3-6-1 0,2-2-487 16,4-3-98-16</inkml:trace>
  <inkml:trace contextRef="#ctx0" brushRef="#br0" timeOffset="24801.4">14144 8224 1209 0,'-3'2'53'0,"1"0"12"0,-1 2-52 0,0-2-13 15,0 1 0-15,1 1 0 0,-1-2 104 0,-3 5 19 16,-5 6 3-16,-4 0 1 0,-5 8-51 0,-5 2-9 16,-2 1-3-16,-4 2 0 0,0 0-36 0,-1 3-7 15,1-1-1-15,2-1-1 0,3 2-40 0,2-7-8 16,3-2-2-16,4-5-812 16</inkml:trace>
  <inkml:trace contextRef="#ctx0" brushRef="#br0" timeOffset="26500.62">13298 6789 748 0,'-8'5'33'0,"4"-3"7"16,-1 1-32-16,1-2-8 0,3-1 0 0,-1-1 0 0,0 1 156 0,-2 0 30 16,-2-3 6-16,-3 1 0 0,1-2-61 0,-2 0-13 15,1 1-2-15,-2-4-1 0,1 1-33 0,0 0-6 16,0 0-2-16,-1 2 0 0,-1-2-37 0,-1 3-7 16,1-3-2-16,-1 3 0 0,-1-1-28 0,0 1 0 15,1 1 0-15,-2-2 0 0,-1 2-12 0,1-2 0 16,0 0 1-16,-1-1 0 0,1 2 11 0,0-1 0 15,1 0 0-15,-1 2-8 0,-1 2 8 0,0-3 0 16,-1 2 0-16,-1 1 0 0,-1 1 0 0,-3 2 0 16,0-1 0-16,0-1 0 0,-1 2 0 0,0 1 0 15,-1-2 0-15,0-1 0 0,-1 2 0 0,0-1 0 16,2-2 0-16,-2-2 0 0,0-2 0 0,0 0 0 0,2-2 0 16,1 1 0-16,-1-1 0 0,-1-1 0 0,-1 3 0 0,-1-2 8 15,0 1-8-15,-2 1 0 0,-1 0 0 0,0 1 0 16,-2 3 0-16,-3 0 0 0,2 3 0 0,-3 1 0 15,0 2 0-15,-3 1 0 0,1-1 0 0,2-3 0 16,0 4 0-16,2-1 0 0,0 0 0 0,4 0 0 16,0 0 0-16,1 0 0 0,2-2 0 0,-1 2 0 15,2-3 0-15,0 1 0 0,0-1 0 0,-1 1 0 16,2-2 0-16,-2 1 0 0,-1 1 0 0,-1-4 0 16,1 2 0-16,-1-1 0 0,-1 4 0 0,2-1 0 15,1 2 0-15,-1 0 0 0,1 1 0 0,2 2 0 16,2-1 0-16,1 1 0 0,1 0 0 0,2 1-8 0,-1 1 8 15,2-1 0-15,1 0 0 0,0-1 0 16,1 1-9-16,0 0 9 0,-1-2-10 0,1 2 10 0,-1-2-8 0,-1 3 8 16,-2-1 0-16,-2 2-9 0,1-2 9 0,-1 2 0 15,0 1 0-15,2-2-8 0,1 0 8 0,2-1 0 16,0 0 0-16,1-4 0 0,3 3 0 0,0-5 0 16,0 3 0-16,1-2 8 0,1-2 1 0,1 4 1 15,-3-5 0-15,1 2 0 0,-1 2-10 0,-2-2 0 16,0 2 0-16,-4 0 0 0,1 3 0 0,0 0 8 15,-2 1-8-15,-1 0 0 0,-1 0 0 0,0 1 0 16,1-1 0-16,1 0 0 0,-1-1 0 0,0 1 0 16,3-4 0-16,-1 1 0 0,2-1 0 0,2 1 0 15,-1-1 0-15,1-4 0 0,-1 4 0 0,-2-2 0 16,1 2 8-16,-3-2-8 0,1 2 0 0,-1 0 0 16,-1 1 0-16,-1-1 0 0,0 4 0 0,0-2-12 0,3 2 2 15,-1-2 1-15,1 0-22 0,0 0-4 0,2 0-1 0,0-1 0 16,1-5-11-16,1 2-2 0,1-2-1 0,2-2 0 15,2-2-18-15,3-2-3 0,1-2-1 0,3 0-432 16,1-4-86-16</inkml:trace>
  <inkml:trace contextRef="#ctx0" brushRef="#br0" timeOffset="26784.29">10197 7160 288 0,'0'0'25'0,"0"0"-25"0,0 0 0 0,0 0 0 16,0 0 252-16,1 0 44 0,-1 0 10 0,0 0 2 15,0 0-166-15,-1 0-33 0,1 2-6 0,0-2-2 16,0 0-35-16,0 0-7 0,0 0-2 0,-16 13 0 15,9-10-14-15,1 3-3 0,-1 1-1 0,-1 0 0 0,1 2-25 16,1-3-5-16,0 1-1 0,-2 2 0 0,2-3-8 0,-1 2 0 16,-2 0 0-16,-1 1 0 0,0 1 0 0,-2-3 0 15,-2 4 0-15,-1-1 0 0,-1 0 0 0,-1 2 0 16,0 2 0-16,-2 1 0 0,0 1 0 0,0 3 0 16,-2-1 0-16,2 2 0 0,2 0 0 0,-1-3 0 15,1 3 0-15,2-2 0 0,2 1 9 0,4-6-9 16,3 0 10-16,3-3-10 0,3-2 8 0,2 0-8 15,4 0 0-15,1-1 0 0,3 0 0 0,4 2 0 16,2-3 0-16,6 0-10 0,4 0 10 0,9-2 0 16,5-2 0-16,7 0 0 0,5-2 0 0,5-2 0 15,6 0 0-15,5 2-636 16,3-2-128-16</inkml:trace>
  <inkml:trace contextRef="#ctx0" brushRef="#br0" timeOffset="33284.6">16567 8939 435 0,'-1'-6'19'0,"0"0"5"0,1 2-24 0,0-2 0 0,1 3 0 0,-1 2 0 15,1-4 109-15,1-1 18 0,-2-4 3 0,1-2 1 16,1-1-5-16,-1 0-1 0,-1 3 0 0,-1 0 0 16,1 4-24-16,-2 0-5 0,1 1 0 0,-2 1-1 15,1 0-27-15,-1 1-6 0,1-4-1 0,0 3 0 16,2-3-35-16,3 1-7 0,1-1-2 0,-1-3 0 15,2-3-17-15,0 4 0 0,0-4 0 0,1 1 0 16,1 2 0-16,-3-2 0 0,0 2 9 0,0-3-9 16,-3 5 27-16,0 0-1 0,-1 0 0 0,0-2 0 0,-1 4 14 0,0-4 2 15,0 3 1-15,1-1 0 0,0 0-12 0,1 0-3 16,0 0 0-16,0 2 0 0,1-3-13 0,0 1-3 16,1 2-1-16,0 1 0 0,0-2-11 0,-1 1 0 15,1 1 0-15,-2 2 8 0,1 0-8 0,-2 2 12 16,2 1-12-16,-1 0 12 0,-1 0-12 0,0-3 0 15,1 6 0-15,-2-3 8 0,1 0-8 0,-1 1 0 16,1 2 0-16,0-3 0 0,0 0 0 0,0 0 0 16,0 0 0-16,0 0 0 0,0 0 0 0,0 0 0 15,0 0 0-15,0 0 0 0,0 0 0 0,0 0 0 16,0 0 0-16,0 0 0 0,0 0 10 0,0 0-10 16,0 0 12-16,0 0-12 0,0 0 9 0,0 0-9 15,0 0 0-15,0 0 9 0,-10 21-9 0,7-16 0 16,0 0 0-16,-2 1 0 0,0 0 0 0,0 0 0 0,0-2 8 0,0 0-8 15,0-1 0-15,0 0 0 0,2-1 9 0,0-2-9 16,-1 1 16-16,2-1-2 0,-1-1 0 0,-1 1 0 16,2 0 1-16,-2 0 0 0,2 0 0 0,-2 0 0 15,-1 0-15-15,-1 4 8 0,-2-2-8 0,0 0 0 16,-1 4 0-16,-2 0-10 0,1 3 0 0,0 1 0 16,2-3-10-16,-2 2-3 0,2-1 0 0,1-4 0 15,2 2 11-15,1-5 1 0,3 1 1 0,0-1 0 16,1 1 10-16,1-4 0 0,0 1 0 0,2-2 0 15,-2 1 0-15,1-2 0 0,1 0 0 0,-2-1 8 16,-1 5-8-16,0 0 0 0,0 0 0 0,0 0 0 16,14-19 0-16,-11 16-15 0,2 2 4 0,0-2 1 0,1 0-5 15,1 0-1-15,-1 1 0 0,1-2 0 0,2 1 16 0,0 0 0 16,0-1-10-16,3-2 10 0,-4 2 0 0,2 2 18 16,-1-2-3-16,-1 4-1 0,1-2 9 0,0 0 1 15,-2 4 1-15,1 0 0 0,-1-2-5 0,-1 4 0 16,2-2-1-16,-2 4 0 0,0-2 5 0,0 2 0 15,2-2 1-15,-3 2 0 0,1 0-10 0,0 1-3 16,0-1 0-16,1-4 0 0,2 3-12 0,0 0-18 16,2-1 4-16,0-2 1 0,1-1-38 0,1 2-7 15,0-1-2-15,2-2-684 16,-2 2-136-16</inkml:trace>
  <inkml:trace contextRef="#ctx0" brushRef="#br0" timeOffset="56984.59">15046 6869 1036 0,'-7'-4'46'0,"2"2"10"0,3 1-45 0,0 1-11 0,2 0 0 0,2 0 0 16,-1 0 132-16,-1-3 24 0,1 3 4 0,0-2 2 16,0 2-97-16,-1 0-19 0,0 0-4 0,0 0-1 15,0 0 11-15,0 0 1 0,0 0 1 0,0 0 0 16,0 0-18-16,0 0-3 0,-17 11-1 0,11-7 0 15,-1 3 0-15,-1 4-1 0,2 3 0 0,-1 2 0 16,0 5-15-16,0 5-2 0,1 11-1 0,-2 2 0 16,2 5-13-16,1-3 8 0,1-1-8 0,3-4 0 15,1-2 0-15,3-8 8 0,2-4-8 0,0-4 0 16,0-4 0-16,1-2 0 0,0 1 0 0,0-6 0 0,0-1 0 16,-1-1 0-16,1-3-12 0,-2-2 12 0,0 0-20 0,-3-2 2 15,2 0 1-15,-2-2 0 0,0 0-27 0,-1-1-6 16,1-1-1-16,-1-1 0 15,0-3-123-15,-1-2-25 0,0-4-5 0</inkml:trace>
  <inkml:trace contextRef="#ctx0" brushRef="#br0" timeOffset="57322.56">15064 7008 230 0,'-4'-4'20'0,"0"1"-20"16,1 1 0-16,-1 1 0 0,3 1 268 0,-1-3 50 15,0 3 10-15,-2-2 1 0,-1-2-154 0,-2 0-31 16,-2-2-7-16,0 0-1 0,2 0-66 0,1 2-14 15,0-2-2-15,0 2-1 0,1-1-41 0,0 2-12 16,0-1 0-16,0 1 8 0,2 1-30 0,0 1-6 0,0-2 0 16,1 2-1-16,-1 1-6 0,2-1-1 0,1 1 0 0,-1-2 0 15,1 4 8-15,1-2 2 0,-1 0 0 0,2-2 0 16,1 2-2-16,-3 0 0 0,0 0 0 0,0 0 0 16,0 0 12-16,0 0 1 0,20-6 1 0,-15 4 0 15,-3 1 14-15,2 1-11 0,-2 0 11 0,1-3-10 16,-1 3-1-16,1-2 0 0,-1 2 0 0,1 0 0 15,0-2 11-15,0 2 9 0,0-2-1 0,2-1-8 16,0 2 45-16,0 1 3 0,2-2 0 0,-1 2 0 16,0-1 5-16,1 1 2 0,1 0 0 0,0 0 0 15,1 0-3-15,0 3 0 0,1-2 0 0,-1 2 0 16,1 1-28-16,3 1-5 0,-1 1-2 0,3-1 0 16,-1 1-35-16,-1-1-7 0,3 2-2 0,0-2-613 15,3 0-122-15</inkml:trace>
  <inkml:trace contextRef="#ctx0" brushRef="#br0" timeOffset="57884.09">15778 7067 1328 0,'-3'-2'59'0,"1"-1"12"0,1 3-57 0,0 0-14 0,1 0 0 0,0 0 0 0,0 0 80 0,-1 0 12 0,0 0 4 0,-2 0 0 0,1 0-31 0,2 0-5 16,0 0-2-16,0 0 0 0,0 0-26 0,0 0-6 15,-20 3-1-15,17-3 0 0,1 0-17 0,1 2-8 16,-1-2 0-16,1 0 8 0,0 1 6 0,0 2 1 16,-2-1 0-16,2 3 0 0,-2 1 7 0,1 3 2 15,0 1 0-15,-1 2 0 0,1 1-11 0,-1 3-1 16,-1 2-1-16,1 1 0 0,-1 1-11 0,-1-1 8 16,1 6-8-16,-1-4 8 0,0-1-8 0,0 2 0 15,1-3 0-15,-1-1 8 0,-2 0-16 0,1-2-4 16,1-2-1-16,0-4 0 0,2 0-18 0,0-1-3 15,1-5-1-15,2-2 0 0,0-2-5 0,0-4 0 16,2 2-1-16,1-4 0 0,2-2-26 0,2-4-5 16,-1-4 0-16</inkml:trace>
  <inkml:trace contextRef="#ctx0" brushRef="#br0" timeOffset="58217.71">15746 7083 518 0,'1'-11'23'0,"-1"4"5"0,0 0-28 0,0 4 0 0,0 0 0 0,0 3 0 16,-1-4 281-16,0 2 51 0,-1-2 11 0,-2-2 1 15,1 2-192-15,-3-1-38 0,-1 4-8 0,-2 1-2 16,0 4-48-16,-2-2-9 0,0 5-3 0,-1 0 0 16,1 2-30-16,-3 1-6 0,2-2-8 0,-2 2 11 15,2 0-11-15,-2-4 0 0,3 4 0 0,0-6-11 16,2 4-19-16,2-4-4 0,1 0-1 0,-1 1 0 16,3-4-42-16,0 1-9 0,3-4-2 0,-1 2 0 15,2-1-44-15,0 1-8 0,5-3-3 0,0 0 0 16,4-1 21-16,2-5 4 0,3 3 1 0,3-4 0 0,1 0 98 0,2 2 19 15,0-5 0-15,0 1 11 0,-2 1 68 0,-2 0 13 16,1 1 4-16,-4 1 0 0,-2 4 11 0,-1 0 2 16,-1 1 1-16,-3 4 0 0,0-2-16 0,-1 4-3 15,-1-2-1-15,0 4 0 0,-2 1-30 0,2 1-7 16,-1 2-1-16,2 2 0 0,0-1-29 0,1 4-7 16,3-1 0-16,0 3-1 0,1-3-31 0,1 0-5 15,1-1-2-15,2-1-629 16,-1-3-127-16</inkml:trace>
  <inkml:trace contextRef="#ctx0" brushRef="#br0" timeOffset="58801.31">16876 7008 1324 0,'-3'-4'59'0,"0"4"12"0,3-3-57 0,-1 3-14 15,1 0 0-15,0 0 0 0,0 0 178 0,0 0 33 16,0 0 6-16,-1 0 2 0,1 3-148 0,0-3-30 16,0 0-5-16,0 0-2 0,0 0-10 0,-14 20-1 0,10-10-1 0,2 4 0 15,-2 3-22-15,2 1 9 0,-1 4-9 0,0 2 0 16,-1 3 0-16,-1 1 0 0,3 5 0 0,-5-2 0 15,1-2 0-15,-1 2 0 0,-2 1 0 0,0 3 0 16,0 0 0-16,-1-1-14 0,-1 1 2 0,1-7 1 16,1 1-29-16,0-10-5 0,3-1-2 0,1-5 0 15,1-6-31-15,3-5-6 16,1-2-2-16,1-2 0 0,3-7-72 0,2-2-14 0,3-8-4 16</inkml:trace>
  <inkml:trace contextRef="#ctx0" brushRef="#br0" timeOffset="59002.16">16823 7118 691 0,'-3'0'61'0,"0"-3"-49"16,2 3-12-16,0 0 0 0,1 0 248 0,0 0 46 15,-3 0 10-15,-1-2 1 0,1 0-192 0,-3 0-38 16,1 2-8-16,-2 0-2 0,2 0-45 0,1 0-10 16,-1 0-2-16,-2 0 0 0,1 2-8 0,-1 2-11 15,-1 0 3-15,0 1 0 0,-2 0-16 0,-3 3-4 16,1 1 0-16,-3-1 0 0,2 0-32 0,-2 0-8 15,1 0 0-15,1-4-1 16,0 0-36-16,5-2-7 0,0-6-2 0</inkml:trace>
  <inkml:trace contextRef="#ctx0" brushRef="#br0" timeOffset="59117.71">16703 7077 1288 0,'18'-4'57'0,"-11"4"12"0,-2 0-55 0,-3 0-14 0,1 0 0 0,-1 0 0 16,3 0 116-16,5 1 20 0,6 2 4 0,4-2 0 15,0 4-54-15,0-1-11 0,-5 2-3 0,-1 0 0 16,0 0-41-16,-2-2-9 0,2 2-2 0,-2-2 0 31,2 1-82-31,1-1-17 0,0-1-3 0</inkml:trace>
  <inkml:trace contextRef="#ctx0" brushRef="#br0" timeOffset="59633.83">17723 7109 1440 0,'-7'-4'64'0,"2"1"12"0,1 1-60 0,3 1-16 0,2 1 0 0,-1 0 0 0,2 0 97 0,-1 0 17 0,1 0 3 0,1 1 1 15,1 2-45-15,-4-3-9 0,0 0-1 0,7 21-1 16,-5-10-10-16,0 6-1 0,-1 1-1 0,-2 3 0 16,-2-2-27-16,-1 4-6 0,0-1-1 0,-3-1 0 15,1-1-16-15,-2-2 8 0,0-2-8 0,-1-1 0 16,2-1 0-16,-2 1 0 0,2-5-10 0,-2-1 10 16,2 0-32-16,-1-3 0 0,1 2 1 0,1-5 0 15,0 2-11-15,-1-1-2 0,3-1-1 0,-1 0 0 16,-2 0-4-16,2 0-1 0,1 1 0 0,-1-1 0 15,0-3-1-15,-2 0 0 0,1 0 0 0,0 0 0 16,-1-3-14-16,-1-3-3 0,2-1-1 0</inkml:trace>
  <inkml:trace contextRef="#ctx0" brushRef="#br0" timeOffset="59817.6">17702 6982 1036 0,'2'-9'92'0,"-2"5"-73"15,0-1-19-15,0 4 0 0,0 1 166 0,0 0 30 16,0 0 5-16,-2 0 2 0,4 0-72 0,-5 1-15 15,1 2-2-15,-2-1-1 0,-2 2-35 0,-2 2-7 16,0 0-2-16,-5 1 0 0,0 5-26 0,-6-2-6 16,2 2-1-16,-3 2 0 0,-1 1-36 0,-1 1 0 15,-2 0 0-15,2-4 0 0,2 2-19 0,1-2-8 16,-1 0-1-16,4 1-1 16,3-6-69-16,5-1-14 0,5-1-2 0,3-7-858 0</inkml:trace>
  <inkml:trace contextRef="#ctx0" brushRef="#br0" timeOffset="59916.82">17952 6987 979 0,'1'1'87'0,"1"3"-70"0,0-1-17 0,2 0 0 15,1 0 286-15,1 0 54 0,6 3 10 0,9-2-853 16,12 2-170-16</inkml:trace>
  <inkml:trace contextRef="#ctx0" brushRef="#br0" timeOffset="63767.61">17649 7956 748 0,'-3'-2'67'0,"0"0"-54"16,2 2-13-16,1 0 0 0,0 0 182 0,-1-2 34 16,-3-1 6-16,-1 2 2 0,-2-1-107 0,-2-2-21 15,0-2-4-15,-1 2 0 0,0 2-42 0,1-2-8 16,-1 4-2-16,1-3 0 0,2 0-40 0,-2 0 0 15,0 3 0-15,1-2 0 0,0 1-28 0,1-2 1 16,-1 2 1-16,0 1 0 0,0-3 14 0,1 3 2 16,-1 0 1-16,1-2 0 0,0 1 19 0,-2 1 4 0,2 0 1 0,-2 0 0 15,0 1 13-15,-2 1 2 0,-1 1 1 0,-3 1 0 16,-1 2-14-16,-4 0-2 0,-2 6-1 0,-3-1 0 16,-3 7-14-16,-3-2 0 0,-1 4-12 0,-1-2 12 15,2 1-36-15,3-6-1 0,3 2 0 0,6-5 0 16,2-6 8-16,5-1 1 0,2 0 1 0,-1-1 0 15,4-2-7-15,-1-2-2 0,2-2 0 0,0 4 0 32,1-3-32-32,0 0-6 0,0 1-2 0,1 0-387 0,2-3-77 0</inkml:trace>
  <inkml:trace contextRef="#ctx0" brushRef="#br0" timeOffset="64069.13">17047 7905 990 0,'4'-10'44'0,"-2"6"8"0,1 0-41 0,-3 1-11 0,1 2 0 0,-1 1 0 0,-1 0 119 0,1 0 21 15,-1 0 5-15,-1 0 1 0,0 0-27 0,-3 0-6 16,0 1-1-16,-1 2 0 0,0 1-67 0,-2 0-13 16,-1 3-4-16,1-1 0 0,0-1-16 0,1 0-3 15,0 1-1-15,-1 0 0 0,2 0 17 0,1-2 3 16,0 2 1-16,1-2 0 0,2 2 0 0,-2-2 0 16,2 1 0-16,0 2 0 0,0-1-13 0,1 1-4 15,0 1 0-15,-1 2 0 0,1 0-12 0,-1 2 0 16,0 1 0-16,-1 0 0 0,1 3 0 0,1 0 0 15,1 2 0-15,1-2 0 0,2 0-11 0,2-6 2 16,1 0 0-16,3-2 0 0,2-4 0 0,4-1 0 16,3-6 0-16,3-1 0 0,3-2 9 0,4-2 0 0,4-2-9 15,3 0 9-15,-4 1 0 0,2-2 0 0,1 2 0 16,-1-1 0-16,-1 1-12 0,-2 0 3 0,-3-1 0 0,0 4 0 31,-2-4-137-31,0 1-27 0</inkml:trace>
  <inkml:trace contextRef="#ctx0" brushRef="#br0" timeOffset="67801.17">16384 8839 781 0,'-2'2'34'0,"-1"-2"8"0,2 3-34 0,1-3-8 15,0 0 0-15,0-3 0 0,0 3 0 0,-1 0-16 16,1 0 4-16</inkml:trace>
  <inkml:trace contextRef="#ctx0" brushRef="#br0" timeOffset="68417.12">16436 9164 921 0,'1'3'40'0,"-1"-3"10"0,0 0-40 0,0 0-10 0,0 0 0 0,0 0 0 16,0 0 179-16,0 0 33 0,2 0 8 0,-4 0 0 16,2-4-112-16,0 4-24 0,0 0-4 0,-2-19 0 15,1 7-48-15,0-4-8 0,-1 0-3 0,1-5 0 16,1-3-21-16,-2-4-8 0,0 0 0 0,1-1 0 15,-1 2-3-15,-2 1 0 0,-1 0 0 0,1 1 0 16,1 3 11-16,-4 0 0 0,0 1 0 0,0 2-8 16,0 3 8-16,1 2 0 0,0-2 0 0,1 0 8 15,1 4 1-15,1-4 1 0,0 1 0 0,2 1 0 0,1-3-2 16,0 4 0-16,1-2 0 0,0 1 0 0,1 4 0 16,0 2 0-16,-1 0 0 0,1 2 0 0,0 1 7 15,-1 1 1-15,1 1 0 0,-1 3 0 0,-1-3-2 0,1 2 0 16,0 1 0-16,-1 1 0 0,1-1-2 0,1 3 0 15,-1-3 0-15,-1 1 0 0,1 4 0 0,0-2 0 16,-1-3 0-16,0 0 0 0,0 0-12 0,0 0 8 16,2 20-8-16,-2-15 0 0,-2 1 0 0,1 1 8 15,-1 0-8-15,-1 2 0 0,1 1 0 0,-3-2 0 16,1 2 0-16,-1 2 0 0,-2 0 0 0,-1 0 9 16,1 0-9-16,-2 1 8 0,-1-1-8 0,2 0 0 15,-1-2 0-15,2 0 0 0,-1-1 0 0,2-3 0 16,1-2-9-16,0-2 9 0,0-1-11 0,3 2 2 15,-1-2 0-15,1 2 0 0,-2-3-5 0,2 0-1 16,-1 0 0-16,3 0 0 0,0 0 5 0,1-3 1 0,2 2 0 16,1-5 0-16,3-4-13 0,3-3-2 0,2-5-1 0,4-4 0 15,4-7-2-15,0 3 0 0,1-1 0 0,0 1 0 16,1 1 16-16,0 1 11 0,2 0-13 0,-2 2 5 16,-1 6 8-16,-2 1 0 0,-1 5 10 0,-2 0-10 15,0 4 31-15,0 1 0 0,1 4 0 0,-3-2 0 16,1 3-2-16,-2 3 0 0,-1-2 0 0,-1 4 0 15,-1 1-1-15,1 0-1 0,-1 1 0 0,-1-3 0 16,-1 3-3-16,2-1-1 0,0 2 0 0,-1-1 0 16,-1-1-15-16,2 4-8 0,-1-2 10 0,0 2-10 15,1 3-8-15,1 0-8 0,-1 3-2 0</inkml:trace>
  <inkml:trace contextRef="#ctx0" brushRef="#br0" timeOffset="71600.45">16191 7431 230 0,'-3'-3'20'0,"0"-1"-20"16,2 4 0-16,1 0 0 0,0-2 213 0,-1 2 39 15,-2-4 7-15,0 2 1 0,-2-4-140 0,-3 2-29 16,1-2-6-16,-2 2-1 0,0 1-25 0,0 1-6 15,-1 1-1-15,0 1 0 0,0 0-15 0,0 0-3 16,-1 1-1-16,2 1 0 0,2-2-21 0,1 0-4 16,-1 3 0-16,1-3-8 0,1 0 0 0,-1 0 0 15,2 0 0-15,-1 0 0 0,2 0 0 0,-2 0 0 16,2-3 0-16,-2 3 0 0,0 0 8 0,-1-3-8 16,-1 3 0-16,1 0 0 0,-2 1 13 0,0 1-4 0,-1 1-1 0,-1 1 0 15,0-2 11-15,-1 2 1 0,0 0 1 0,0-1 0 16,0 2-4-16,0 1-1 0,1-2 0 0,2-1 0 15,1 0-8-15,-1 1-8 0,3-2 9 0,-1 2-9 16,1-4 0-16,2 3 0 0,-2-2 0 0,2 1 0 16,-1-2 0-16,-1 3 0 0,2-2 0 0,-2 2 0 15,1-3 0-15,-1 0 0 0,-1 2-8 0,1-2 8 16,-1 0 0-16,0 1 0 0,0-1 0 0,-1 3 0 16,4-3 0-16,-1 0 0 0,3 0 0 0,-2 0 0 15,2 0 0-15,0-3 0 0,-1 3 0 0,1 0 0 16,0-1 0-16,0 1 0 0,0 0 0 0,-1 0 0 15,0 0 0-15,1 1 11 0,-2-1-11 0,-1 3 10 0,1-3-10 16,-2 1 0-16,-1 1 0 0,-1 1 0 0,0 1 0 0,-2-2 0 16,2 2 0-16,-2-4 0 0,2 2 0 0,-1-1 0 15,1 2 0-15,1-6 0 0,0 3 0 0,-1-1 0 16,2-1 0-16,-1-2 0 0,1 2-10 0,-1-2 10 16,-1 0-13-16,-1 2 5 0,0-2 8 0,-2-1 0 15,0 1 0-15,-2 1 0 0,-1-2 0 0,0 3 0 16,-2-1 0-16,0 1 0 0,-1 2 0 0,-2-1 0 15,1 1 0-15,-1 0 0 0,2-2 0 0,3-2 0 16,5 4 10-16,0-6-10 0,1 2 12 0,1 2-3 16,-1-4-1-16,2-1 0 0,0 4-8 0,0-6 0 15,1 3 0-15,-1-2 8 0,-3 0-8 0,0 0 0 16,1-2 0-16,-3 2 8 0,1-1-8 0,-1 2 0 16,0-3 0-16,-1 1 0 0,0-1 0 0,1 2 0 0,-2-2 0 15,3 0 0-15,-1 0 0 0,-1 1 0 0,-1-1 0 0,0-2 0 16,-2 2 0-16,1-2 0 0,-2 2 0 0,-4-3 0 15,3 5 0-15,-1 0-9 0,0 0 9 0,-1 0 0 16,4 3 0-16,-1 2 0 0,4-1 0 0,-2-1 0 16,3 4 0-16,2-4 0 0,0 4 0 0,2-3 0 15,2 1 0-15,0 0 0 0,0 0 0 0,1-1 0 16,1 2 0-16,-1-2 0 0,1-1 0 0,-2 0 0 16,2 0 0-16,0-1 0 0,0 3 0 0,1-5 9 15,-2 2-9-15,1 0 0 0,-1 0 9 0,-3-4-9 16,2 4 0-16,1-1 9 0,-2 1-9 0,1 0 0 15,-1 2 0-15,0-1 0 0,1 2 0 0,2-1 0 0,0-2 0 0,0 3 0 16,2-3 0-16,2 2-12 16,-2 1-12-16,2-4-1 0,0 3-1 0,1 0 0 0,1 1-1 0,-2 2 0 15,1-1 0-15,-2-1 0 0,0 3 15 0,0-1 2 16,1 2 1-16,-2-1 0 0,-2 0 9 0,1 1 0 16,0-1 0-16,-2 0 0 0,3 0 16 0,0 0 0 15,0 0-1-15,0 0 0 0,0 0-4 0,0 0-1 16,-19 10 0-16,17-8-569 15,2 2-113-15</inkml:trace>
  <inkml:trace contextRef="#ctx0" brushRef="#br0" timeOffset="73118.16">14825 6963 712 0,'0'-6'32'0,"0"2"6"0,0-2-30 0,0 4-8 0,0-1 0 0,1 2 0 16,-2 1 96-16,1-3 19 0,-1 0 3 0,1-4 1 16,-1 1-32-16,-2 3-7 0,2-2 0 0,1 1-1 0,-1 1-19 0,-1 2-3 15,0-1-1-15,1 1 0 0,-2-2-5 16,1 1-2-16,0 0 0 0,0 0 0 0,1-1-6 0,0 2-2 16,-1-1 0-16,1-2 0 0,0 1-9 0,1 1-3 15,-1 1 0-15,-1-2 0 0,2 2-4 0,0 1-1 16,-1-2 0-16,0 2 0 0,0 0 5 0,-2 0 1 15,1 0 0-15,-1 0 0 0,1 0-6 0,-2 2-2 16,0-2 0-16,-1 4 0 0,2-1-8 0,-1 0-2 16,1 1 0-16,1 2 0 0,0 0-12 0,-1 4 0 15,-1-1 0-15,1 4 0 0,-1 3 0 0,0 3 0 16,1 2 0-16,0-1 0 0,2-4-12 0,0 0 4 16,2-4 8-16,0 1-13 0,3-7-3 0,-1-3 0 15,0 1 0-15,1-1 0 0,-1-1-5 0,2-2-2 16,1 0 0-16,1-2 0 0,-2-1 6 0,1-1 1 15,-1 1 0-15,1-3 0 0,-2 2 16 0,1-2-10 0,0-1 10 16,-3 1-8-16,0 0 8 0,1 0 0 0,-1 2 0 0,0-2 0 16,0 0 0-16,1-3 0 0,-1 2 8 0,2-4-8 15,1-1 10-15,0 1-2 0,0 0-8 0,1-1 12 16,-1-1-12-16,1 1 0 0,1-1 0 0,0 0 0 16,0 2 0-16,-1 1 9 0,-2 3-9 0,-2-2 8 15,1 5 12-15,-2-2 1 0,0 6 1 0,0-2 0 16,-1 2 5-16,0 0 1 0,0 0 0 0,0 0 0 15,2 2-7-15,0-2-1 0,1 0 0 0,-1 3 0 16,-2-3-7-16,0 0-1 0,0 0-1 0,26 3 0 16,-16-3-1-16,-1 0 0 0,2 0 0 0,2 0 0 15,1 0-2-15,0 2 0 0,0 0 0 0,1-2 0 0,-1 3 0 16,-1 0-8-16,1 1 12 0,-2 1-4 0,0 1-8 0,-3-1 8 16,3 1-8-16,-5 3 8 0,0-3-8 0,-2 0 0 15,-1 0 0-15,0 2 0 0,-2 0 0 0,1 2-11 16,-1 3 3-16,1-3 0 15,-1 4-144-15,3-1-28 0,1-2-5 0</inkml:trace>
  <inkml:trace contextRef="#ctx0" brushRef="#br0" timeOffset="73984.64">15257 5999 172 0,'0'-3'16'0,"1"1"-16"16,-1 0 0-16,1 2 0 0,-1 0 132 0,-1 0 24 15,1 0 5-15,0 2 1 0,-3-2-83 0,1 2-17 16,-3 2-3-16,5-4-1 0,0 0-58 0,-15 15 0 15,10-12 0-15</inkml:trace>
  <inkml:trace contextRef="#ctx0" brushRef="#br0" timeOffset="74717.72">15260 5999 774 0,'-6'1'34'0,"1"-1"7"0,0 0-33 0,3 0-8 0,0 0 0 0,1 0 0 16,0 0 112-16,0 0 20 0,-2-1 4 0,0 1 0 16,-1-3-44-16,0 3-10 0,0-4-2 0,1 4 0 0,0 0-20 0,0-2-4 15,-2 2 0-15,-2 2-1 0,1-2-10 0,-1 4-1 16,-2 0-1-16,-2 2 0 0,1 0-14 0,-3 3-2 15,-2 4-1-15,-4 3 0 0,1 3-13 0,-2 0-2 16,1 3-1-16,2-4 0 0,1 1-10 0,2 1 0 16,2-2 0-16,1-2 0 0,2 0 0 0,1-2 0 15,1 1 0-15,1-5 0 0,1 0 0 0,1-2-9 16,2-1 9-16,1-1 0 0,1-3-22 0,0 1 2 16,1-1 1-16,1-1 0 0,2 2-44 0,1-4-9 15,3 0-1-15,-1-3-720 0</inkml:trace>
  <inkml:trace contextRef="#ctx0" brushRef="#br0" timeOffset="74935.28">15012 6179 1036 0,'-6'-2'92'0,"1"0"-73"15,2 2-19-15,2-1 0 0,0 1 180 0,-3-1 32 0,-5-2 6 0,-4 0 2 16,-2 0-117-16,0 0-23 0,1 3-5 0,2-3-1 16,2 6-53-16,1-1-10 0,2 2-3 0,0 2 0 15,-1 1-8-15,2 2 0 0,1 1 0 0,0 0 0 16,1 1-16-16,2 0 5 0,1 0 1 0,1-3 0 15,2 3 2-15,-1-1 0 0,2-3 0 0,1-1 0 16,-1 0 8-16,1 1-12 0,2-1 12 0,0 0-12 16,-1 0 4-16,0 0 0 0,3 2 0 0,-2 0 0 15,3-1-16-15,0 2-2 0,0 0-1 0,1-1 0 16,4 0-36-16,0 0-7 0,7-2-2 0,4-4 0 16,5-4-130-16,5-6-26 0</inkml:trace>
  <inkml:trace contextRef="#ctx0" brushRef="#br0" timeOffset="75217.6">15865 5984 1504 0,'-9'3'67'0,"1"0"13"0,-1 1-64 0,2 1-16 15,2-4 0-15,2 1 0 0,1 2 78 0,-5 2 12 16,-1 3 2-16,-6 3 1 0,1 2-67 0,-2 4-14 16,1-2-2-16,1 3-1 0,0 0-9 0,2 0 0 0,0 0 0 15,-1-1 0-15,2 2 0 0,-1-1 0 0,1-3 0 0,-1 0 0 16,-1-1 0-16,0-2 0 0,1 0 0 0,0-3 0 16,0-2 0-16,1 0 0 0,1-2-10 0,2-2 10 15,3 0-52-15,-1-4-4 0,3 2 0 0,-1-2-712 16</inkml:trace>
  <inkml:trace contextRef="#ctx0" brushRef="#br0" timeOffset="75450.03">15597 6157 1209 0,'-4'-3'108'0,"3"0"-87"0,-1 3-21 0,2 0 0 15,2 0 121-15,-2 0 20 0,0 0 4 0,-2-3 1 0,1 2-114 0,-1 1-22 16,-1 4-10-16,3-4 8 0,0 0-8 0,-13 18 0 15,8-10 0-15,-1 4 0 0,1 2 0 0,1 0 0 16,0 3-9-16,3-1 9 0,2 2 0 0,0-5 0 16,3-4 0-16,2 1 0 0,2-1 0 0,0-3 0 15,5 0 0-15,-1 0 0 0,4-2 0 0,0-1 0 16,3-3 0-16,2 0 0 0,4-3-16 0,-2-3 0 16,2 0 0-16,1-2 0 15,0 0-90-15,0-1-18 0,0 2-3 0</inkml:trace>
  <inkml:trace contextRef="#ctx0" brushRef="#br0" timeOffset="81151.36">16994 5738 1054 0,'-3'-2'47'0,"1"0"9"0,0-1-44 0,0 2-12 0,2 1 0 0,0 0 0 16,0-2 32-16,-1-1 4 0,0 2 0 0,-2-5 1 16,1 2-12-16,-1-2-2 0,1 0-1 0,-1 0 0 15,2 2 13-15,-1-1 2 0,-1 4 1 0,2-2 0 16,-1 1 21-16,0 1 4 0,0 1 1 0,-1-3 0 16,0 3-7-16,0 3-1 0,-1-3 0 0,2 0 0 15,0 0-31-15,0 0-6 0,2 0-2 0,0 0 0 0,0-3-17 0,-1 1 0 16,2-2 0-16,-1 0-9 0,2-2-7 0,-1-3 0 15,0-1-1-15,-1 1 0 0,0-1 8 0,-1-3 9 16,0 1-13-16,-1 0 5 0,0 2 17 0,1-3 4 16,-3 3 1-16,1 0 0 0,1 2 23 0,1-2 5 15,-1 1 1-15,2 2 0 0,-1 2-7 0,0 0 0 16,1 0-1-16,0 1 0 0,1 2-26 0,-1-2-9 16,0 2 0-16,1 0 9 0,-1 0-9 0,0-1 0 15,2 2 0-15,-2 1 0 0,-2 0 0 0,2 0 0 16,0 0 0-16,-2 0 0 0,2 1 0 0,-1-1 0 15,-1 2 0-15,0-2 0 0,1 1 0 0,-2 1 18 16,3-2-2-16,0 0 0 0,0 0-3 0,0 0-1 16,0 0 0-16,0 0 0 0,0 0-12 0,0 0 0 15,0 0 0-15,0 0 0 0,0 0-16 0,0 0-2 0,0 0-1 0,0 0 0 16,0 0 7-16,-17 13 0 0,15-13 1 16,-1 1 0-16,2 2 11 0,-2-6-12 0,3 3 12 0,0-1-12 15,0-2 12-15,2 1 0 0,1-2-9 0,0 0 9 16,3-2-29-16,-1 0-2 0,1-4 0 0,1 2 0 15,1-2 21-15,2 0 10 0,-3 1-10 0,3 2 10 16,-2-2 0-16,0 0 10 0,0 3 0 0,-3 1 0 16,0 3 10-16,-2-1 3 0,0 2 0 0,0 1 0 15,0 0 11-15,-2-2 2 0,2 2 1 0,-1 0 0 16,2 0-3-16,-2 0-1 0,2 0 0 0,1 2 0 16,0-2-13-16,0 0-2 0,0 4-1 0,0-2 0 15,0-2-1-15,0 4-1 0,-2-3 0 0,0 0 0 16,0 3-1-16,0-3 0 0,-2 2 0 0,0-1 0 0,1 0-14 0,-1 0 11 15,0 0-11-15,0 2 10 16,2-1-10-16,-1-2 0 0,2 1-10 0,0 1 10 16,3-2-134-16,4-2-21 0</inkml:trace>
  <inkml:trace contextRef="#ctx0" brushRef="#br0" timeOffset="85633.95">16581 12391 1497 0,'-5'1'133'0,"0"1"-106"0,3-2-27 0,-1 0 0 15,3 0 92-15,0 0 14 0,0-2 2 0,1 2 1 16,1-1-83-16,-1-2-17 0,1 3-9 0,-2 0 10 0,0 0-10 0,0 0 10 16,0 0-10-16,0 0 10 0,0 0 6 0,0 0 2 15,0 0 0-15,0 0 0 0,0 0-8 0,0 0-2 16,0 0 0-16,0 0 0 0,0 0 9 0,0 0 2 15,0 0 0-15,0 0 0 0,0 0 5 0,0 19 0 16,0-12 1-16,-1 2 0 0,0-3-11 0,1 1-2 16,0 2-1-16,-1 1 0 0,1-4-11 0,0 3 0 15,-2 1 0-15,1-1 8 0,0-2-8 0,0 1 0 16,-1 0 0-16,-1 2 0 0,0 1 0 0,-2 0 0 16,0 1 0-16,-1 3 0 0,0-3 0 0,-1 2 0 15,-1-2 0-15,2 1 0 0,0-1 0 0,1-4 8 16,0 0-8-16,1 0 0 0,2-2 8 0,0-1-8 15,0-2 0-15,1 0 8 0,1 1-8 0,-2-1 0 0,2 0 0 0,0-3 0 16,2 4 0-16,-2-4 0 0,1 2 0 0,-2-2 0 16,2 0 0-16,0 1 0 0,2 2 0 0,-2-1 0 15,0-1 0-15,0 2 0 0,2-1 0 0,-2 2 0 16,2 0 0-16,-1-2 0 0,0 2 0 0,1-2 0 16,1 2 0-16,-1-1 0 0,2-3 0 0,0 0 0 15,1 0 0-15,1 1 0 0,-1-1 0 0,-1-1 0 16,2 1 0-16,-1-3 0 0,2 1 0 0,-2 0 0 15,3 0 0-15,-2 0 8 0,2 0-8 0,-1 2 8 16,1 0-8-16,0 2 10 0,-2 0-10 0,2 0 10 16,-1 2-10-16,1-1 12 0,0-2-12 0,-1 1 12 15,1 1-12-15,2 1 0 0,0-3 0 0,2-1 0 16,0 2 0-16,1-4 0 0,2 4 0 0,-2-5 0 16,0 3 0-16,0-5 0 0,1 1 0 0,0 0 0 0,-1-2 0 0,0 2 0 15,1-1 0-15,-3 2 0 0,1 0 0 0,-2 2 8 16,1-2-8-16,1 2 0 0,-1 2 0 0,-1-2 0 15,1 2 0-15,1-1 0 0,0 3 8 0,0-3-8 16,0 0 0-16,2 0 8 0,1 0-8 0,2-4 8 16,0 2-8-16,3-4 8 0,1-1 1 0,-1 1 0 15,2-1 0-15,-2 1 0 0,1-3-1 0,-2 2-8 16,-1 0 12-16,1-1-4 0,-1 1-8 0,-2 1 8 16,-1 3-8-16,0-1 8 0,0-1-8 0,0 1 0 15,3 2 9-15,-4 2-9 0,0-1 0 0,0 1 0 16,1 1 0-16,-3-1 8 0,4 0-8 0,1-1 0 15,2 1 0-15,-1 0 0 0,1-3 0 0,1 3 0 16,3-4 0-16,-2 2 0 0,4 1 0 0,-3-1 0 0,1 2 0 16,-3 0 0-16,0 3 0 0,-3-3 0 0,1 2 0 0,1 0 0 15,-3 0 0-15,0 1 0 0,1 0 8 0,-3 0-8 16,-2 0 0-16,0 0 9 0,-1 1-9 0,2-1 0 16,-1 0 8-16,1 0-8 0,1 0 0 0,-1-3 0 15,2 1 8-15,2-1-8 0,-1 3 0 0,2-3 0 16,0 0 0-16,2 0 0 0,2 2 0 0,0-2 0 15,2 0 0-15,-2 1 0 0,2 2 0 0,-3-1 0 16,2 2 0-16,-2-1 0 0,-1 0 0 0,-1 1 0 16,0-2 0-16,0 5 0 0,-2-6 0 0,-1 4 0 15,2-4 0-15,0 1 0 0,-1 0 10 0,2-1-10 16,-2 0 12-16,2 2-2 0,-1-3-1 0,1 1 0 16,1 1 0-16,-2-2 0 0,4 0 0 0,-1 3 0 0,1-3-9 0,-2 0 0 15,2 0 0-15,-4 0 0 0,4 0 0 0,-2 0 0 16,0 1 0-16,-2-1 0 0,2 0 0 0,1 0 0 15,-1-1 0-15,1 1 0 0,0 0 0 0,0 0 0 16,2 0 0-16,-1 1 0 0,0 2 0 0,0-1 0 16,1-1 0-16,-2 2 0 0,0 0 0 0,-1 1 0 15,3 1 0-15,-1-1 0 0,1 2 0 0,-2-4 0 16,0 2 0-16,0-1 0 0,1 0 0 0,-1-3 0 16,0 3 0-16,-1-3 0 0,1 1 0 0,2-2 0 15,1 1 0-15,-2-1 0 0,-2 2 0 0,-1-2 0 16,1 1 0-16,-3-2 0 0,2 2 0 0,-1-2 0 15,1 1 0-15,-2-2 0 0,-1 1 0 0,1 0 0 16,-1 0 0-16,0 0 0 0,-1 0 0 0,-1 0 0 0,-1 2 0 16,0-3 0-16,-2 2 0 0,-1-1 0 0,0 0 0 0,2 2 0 15,-1 0 0-15,-1 0 0 0,0 2 0 0,-2-4 0 16,-1 2 0-16,1 0 0 0,0 4 0 0,-1-3 0 16,0 2 0-16,-1-1 0 0,1 2-9 0,-3 0 9 15,0 1-12-15,-2 0 2 0,1 1 0 0,-2-1 0 16,1 2-1-16,-3 2 0 0,0-3 0 0,0 0 0 15,-3 0-1-15,0 1 0 0,-1-4 0 0,-2-2-704 16,-2-1-140-16</inkml:trace>
  <inkml:trace contextRef="#ctx0" brushRef="#br0" timeOffset="88933.52">15254 12163 230 0,'-4'1'20'0,"1"-1"-20"0,0 0 0 0,2 3 0 15,1-3 306-15,-1 0 57 0,-2 0 11 0,0 1 2 16,-2 1-229-16,0 1-47 0,1-3-8 0,0 0-3 15,4 0-44-15,0 0-9 0,0 0-1 0,0 0-1 16,1-4-15-16,-1 3-3 0,2 0-1 0,-2-2 0 16,0 3-3-16,0 0-1 0,0 0 0 0,0 0 0 0,0 0-2 0,0 0 0 15,0 0 0-15,0 0 0 0,22-1 3 0,-16 2 0 16,0 2 0-16,1 3 0 0,2-2 6 0,0-2 2 16,1 4 0-16,0-2 0 0,0 0-8 0,1-1 0 15,1 2-1-15,1-1 0 0,-2-1-11 0,2 0 0 16,1-5 0-16,0 4 0 0,-1-2 0 0,2 0 0 15,-3 0 0-15,1-2 0 0,-1 4 0 0,-1-2 8 16,-2 0-8-16,1 0 0 0,-2 3 0 0,2-2 0 16,0 1 0-16,1 1 0 0,-1-2 0 0,1 2-17 15,3-1 2-15,4-1-665 16,4-1-132-16</inkml:trace>
  <inkml:trace contextRef="#ctx0" brushRef="#br0" timeOffset="91800.26">19722 12237 1900 0,'0'3'84'0,"0"-6"18"0,0 3-82 0,1-1-20 0,0 1 0 0,0-3 0 0,2 3 48 0,-1-3 4 16,2-2 2-16,1 0 0 0,1-1 1 0,-1 3 0 15,-1 0 0-15,0 0 0 0,-2 3-17 0,-1-2-3 16,3 2-1-16,-3 0 0 0,2 2-18 0,-2-2-4 16,0 3-1-16,0-3 0 0,2 1 8 0,-2 1 1 15,2-2 1-15,-1 3 0 0,1-3-6 0,0 0-2 16,1 0 0-16,1 0 0 0,-1 0-13 0,1-3 0 16,-2 3 8-16,2 0-8 0,-1 0 11 0,0 0-1 15,1 0 0-15,0 3 0 0,-2-3 3 0,2 3 1 16,-1-3 0-16,1 3 0 0,-1 1-14 0,1-3 9 15,-2 1-9-15,2 2 8 0,-1 1-8 0,-2-4 0 16,2 2 0-16,-1-1 0 0,-1-2 0 0,1 1 0 16,-1-1 9-16,2-1-9 0,-1 1 0 0,2-2 0 0,0-1 0 15,0-1 0-15,0 1 0 0,1-3 0 0,1 2 0 0,-1-1 0 16,0 1 0-16,-1-2 8 16,-1 4-8-16,-3 0 0 0,3 0 0 0,-2 1 8 0,-1 1-8 0,2 1 0 15,-2-1 0-15,-1 0 0 0,1 2 0 0,0-2 0 16,1 4 0-16,-1-4 0 0,-1 3 0 0,1 0 0 15,-1-3 0-15,1 3 8 0,-1-2-8 0,2 1 0 16,-2-2 0-16,1 3 0 0,-1-3 0 0,1 0 0 16,-1-3 0-16,0 3-8 0,0 0 8 0,1-2-8 15,-1 1 0-15,0 1 0 0,0 0 0 0,0 0 0 16,0 0-92-16,2-29-19 0,-2 14-3 0</inkml:trace>
  <inkml:trace contextRef="#ctx0" brushRef="#br0" timeOffset="98634.9">17806 7987 1231 0,'-3'-2'54'0,"-1"-2"12"0,1 4-53 0,2-3-13 0,1 3 0 0,-1 0 0 16,1 0 50-16,-2 0 7 0,-1 0 2 0,-1 0 0 15,-1 0-16-15,-1 0-3 0,0 0-1 0,-1 3 0 16,-1-3-3-16,0 1-1 0,0-1 0 0,-1 3 0 16,2-3-9-16,0 0-2 0,-1 0 0 0,1 0 0 15,-1 0-10-15,1 0-2 0,-2 0-1 0,2 0 0 16,-3 0-11-16,0 0 0 0,1 0 0 0,0 2 0 16,-4-1 0-16,1 2 0 0,-1 3 0 0,1 0 0 15,-2 0 16-15,1 4 0 0,-1 0 1 0,1 5 0 16,-1-2 6-16,2 2 1 0,1 1 0 0,1-2 0 15,1 1-12-15,3-2-1 0,0 0-1 0,2-5 0 0,3 0-10 0,-1-2 0 16,4-2 0-16,0-2 0 0,2 1 0 0,0-2-11 16,-1 1 11-16,2-2-8 0,1 3 8 0,-1-3-8 15,0 1 8-15,1-1-8 0,-1 3 8 0,0-3 0 16,2 2 0-16,-2-1 0 0,1 2 0 0,-3-3 0 16,4 0 0-16,-1 1 0 0,0 0 0 0,0 3 8 15,2-3-8-15,-2 4 0 0,1-1 0 0,-1 0 0 16,2 1 0-16,-1-1 0 0,3 1 0 0,-1 2 0 15,2-4 0-15,-2 0 0 0,-1-3 21 0,1 1 0 16,-2 2 0-16,-2-3 0 0,0 2 6 0,1-2 1 16,-3 0 0-16,-1-2 0 0,1 2 10 0,-3-3 2 15,1 3 1-15,0-1 0 0,-1-2-5 0,1 0-2 16,1 0 0-16,-2 1 0 0,0-2-16 0,0 3-3 0,-2-2-1 16,1 0 0-16,0 0-6 0,-3-1 0 0,2-1-8 0,-3 2 12 15,-1-1 4-15,-2-2 0 0,1 2 0 0,-2-2 0 16,-1 0-4-16,0 0 0 0,2 1 0 0,-1 0 0 15,3-2-12-15,-2 1 0 0,2-2 0 0,0 0 0 32,0 2-83-32,0 0-9 0,2-4-3 0,0-1-970 0</inkml:trace>
  <inkml:trace contextRef="#ctx0" brushRef="#br0" timeOffset="101900.32">16266 7463 460 0,'-16'-3'20'0,"3"3"5"0,2 0-25 0,5 0 0 0,2 0 0 0,3-1 0 16,-3 1 66-16,-1 0 8 0,-5-2 2 0,-2-1 0 15,0-1-97-15,0 2-19 0,1-2-4 0,1-5-1 16,2 2 45-16,-1-3 0 0,2 0 0 0,-2-2 10 16,0 0 74-16,2-1 16 0,-3-2 2 0,1 2 1 15,1 0-12-15,-2 0-3 0,-1-2 0 0,0 1 0 0,0 2-46 0,-2 2-10 16,2-2-1-16,0 1-1 0,0-1-30 0,1 0 0 16,1 0 0-16,-1-1 0 0,0 0-12 0,1 0-3 15,0-3 0-15,0 1 0 0,3-1 15 0,-3 0-9 16,1-2 9-16,-2 2-8 0,0 0 8 0,0-3 0 15,-1 3 8-15,-3 1-8 0,2 2 21 0,-3 0 0 16,-1 3 0-16,1 2 0 0,-1 1-3 0,1 4-1 16,2-1 0-16,2 2 0 0,2-1-17 0,3 2 0 15,3 1 8-15,1-3-8 0,2 0 0 0,0 3 0 16,1-4 0-16,0 1 0 0,2 0 9 0,-2 0-1 16,-1 0-8-16,1 0 12 0,0-1 17 0,-1-1 3 15,0 2 1-15,0-1 0 0,0 0 7 0,0 2 2 16,0-1 0-16,-1 2 0 0,-1-1-10 0,0-1-3 15,1 2 0-15,-1 1 0 0,1 0-1 0,-2 0 0 0,3 0 0 0,-1 4 0 16,1-4-10-16,0 0-2 0,0 0-1 0,0 0 0 16,0 0-15-16,1 24 0 0,0-17 0 0,2-1 0 15,-1 0 0-15,-1 1 0 0,2 0 0 0,-3 1 0 16,0-2 0-16,0 4 0 0,0-2 0 0,-1 2 0 16,-3 1 0-16,2-4-10 0,-1 2 2 0,1-3 0 15,2 0-16-15,-2-2-2 0,2-2-1 0,3 0 0 16,1-2-34-16,0-2-7 0,3-3-2 0,0-1 0 15,2-1-3-15,-1-6-1 0,2 1 0 0,1-4 0 16,1 0 38-16,-1-3 8 0,0 0 2 0,-1 0 0 16,0-2 18-16,-3 4 8 0,-2 1-8 0,-1 3 8 15,-2 5 20-15,-2 0 10 0,0 3 2 0,-1 4 0 16,0-1 41-16,-1 2 9 0,0 2 2 0,1-2 0 0,-1 0-10 0,1 0-2 16,0 1 0-16,0 2 0 0,0-1-24 0,1-2-6 15,0 0-1-15,0 0 0 0,0 0-21 0,0 0-4 16,0 0 0-16,4 22-1 0,-1-18-7 0,-1 0-8 15,1 0 11-15,1 1-11 0,1-2 10 0,1 3-10 16,0 1 8-16,1-1-8 0,1 4 0 0,0 0 0 16,2 2 0-16,0 4 0 15,-1 3-83-15,0 5-18 0</inkml:trace>
  <inkml:trace contextRef="#ctx0" brushRef="#br0" timeOffset="103117.83">16120 7231 1152 0,'-26'-12'102'0,"6"0"-82"16,9 6-20-16,7-1 0 0,2-1 52 0,-5-3 5 15,-7-8 2-15,-11-16-436 16,-2-9-87-16</inkml:trace>
  <inkml:trace contextRef="#ctx0" brushRef="#br0" timeOffset="104668.31">20757 7340 838 0,'-1'5'37'0,"-1"-1"8"0,0-2-36 0,-1 2-9 16,2 0 0-16,0-2 0 0,0 0 48 0,-1 2 8 15,-1 3 2-15,-1-2-489 0</inkml:trace>
  <inkml:trace contextRef="#ctx0" brushRef="#br0" timeOffset="104817.48">20649 7465 1126 0,'-10'-2'50'0,"4"-2"10"0,1 2-48 0,3-2-12 0,2 4 0 0,1-3 0 15,1 0 0-15,1-2 9 0,1-3-9 0,1-2 8 16,1-2-78 0,-1-3-16-16,0 5-3 0,0 0-1 0,-2 2-18 15,0 2-3-15,-1 2-1 0</inkml:trace>
  <inkml:trace contextRef="#ctx0" brushRef="#br0" timeOffset="105817.04">20633 7349 115 0,'-1'0'10'0,"1"0"-10"0,-1 0 0 0,-1-3 0 0,0 2 264 16,-3 1 52-16,-4-5 9 0,-1 2 3 0,1-4-189 0,0 1-38 16,0 2-7-16,3-2-2 0,2 3-49 0,-1 0-11 15,3 1-1-15,-2 0-1 0,0 2-20 0,1-2-10 16,-1 2 10-16,-1-3-10 0,0 2 8 0,0-1-8 16,-1 1 0-16,0-2 0 0,0-1 32 0,-1 2 1 15,0-2 0-15,0-1 0 0,-1-1 19 0,1 1 4 16,-2-1 1-16,1 0 0 0,0-3-4 0,1 3-1 15,0 0 0-15,0-2 0 0,0 2-19 0,-1 0-4 16,2 2-1-16,0-2 0 0,1 4-20 0,0-2-8 16,1 1 0-16,-2 0 9 0,0 3-23 0,0 0-5 15,-3-3-1-15,0 3 0 0,0 3-12 0,-3-3-2 16,2 3-1-16,-2-3 0 0,1 3 21 0,-3-3 4 16,2 1 1-16,-2-1 0 0,1 3 9 0,-2-3 8 0,1-3-8 15,0 3 11-15,-1-1 5 0,0 1 0 0,0-3 1 0,1 0 0 16,1 0-1-16,2-1-1 0,-2 1 0 0,3-2 0 15,2 1-7-15,0 0 0 0,2-1-8 0,0-1 12 16,-1 1-12-16,-1-1 0 0,1 0 8 0,-1 0-8 16,1 0 0-16,1-1 0 0,0 1 8 0,-2 0-8 15,2 2 0-15,-1-2 0 0,0 2 8 0,1-2-8 16,0 1 0-16,0-1 9 0,1 0-9 0,1 1 8 16,2-4-8-16,0 3 0 0,1-3 9 0,1 2-9 15,0-2 0-15,1 2 0 0,1-3 0 0,-1 1 0 16,0 1 0-16,2 0 0 0,-2 2 0 0,1-2 0 15,0 4 0-15,-2-2 0 0,1 2 0 0,-1 0 0 0,-1 2 0 16,-1-2 0-16,0 2 0 0,-1-1 0 0,1 2 0 16,-1-2 0-16,0 3 0 0,-2-3 0 0,1 3 0 0,2-3 0 15,-1 2 0-15,-1 1 0 0,3-1 0 0,0-1 0 16,1 2 0-16,-1 0 0 0,2 0-8 0,-1-2-4 16,1 2 0-16,0-1 0 0,1 1-3 0,-2 0-1 15,0 0 0-15,0 0 0 16,0 0 16-16,0 0 0 0,0 0 0 0,0 0-9 0,0 0 9 0,0 0 0 15,0 0 0-15,0 0 8 0,0 0-8 0,-8-22 11 16,3 19-11-16,-1 3 12 0,0-4-4 0,1 2 0 16,-1-1 0-16,1 2 0 0,4 1-8 0,-3-2 8 15,3-2-8-15,-2 4 8 0,3-3-8 0,-1 1 0 16,1 1 0-16,0 1 0 0,-1-3 0 0,1 2 8 16,-2 1-8-16,2-2 0 0,-1-1 8 0,-1 2-8 0,1 1 8 15,-2-3-8-15,-1 3 13 0,3-2-2 0,-3 1-1 0,1 1 0 16,-1-3 2-16,-1 3 1 0,0-2 0 0,0 1 0 15,0 1-2-15,1 0-1 0,2 0 0 0,0-3 0 16,2 3-10-16,-2-2 0 0,2 0 0 0,0 2 0 16,2-3-12-16,-2 0-2 0,0 3 0 0,0-2 0 15,0 2 3-15,0 0 1 0,0 0 0 0,0 0 0 16,0 0 10-16,0 0 0 0,0 0 0 0,0 0 0 16,-17-14 0-16,12 14 0 0,1 0 0 0,-3 0 0 15,1 0 0-15,0 0 0 0,1 0 0 0,-1 0 0 16,1 0 0-16,1 0 0 0,1 0 0 0,0 0 0 15,-1 0 0-15,2 0 0 0,-2-2 0 0,2 2 0 16,-2 0 0-16,1 0 0 0,0 0 0 0,0 0 0 16,0 0-8-16,0 2-4 0,-1-2 0 0,-1 0 0 0,1 0-8 0,-1 0-3 15,-2 0 0-15,1-2 0 16,0 2 12-16,-1-4 3 0,-1 4 0 0,1-4 0 0,-2 2 8 16,0-1 0-16,0 0 0 0,0 0 0 0,1 2 0 0,1-2 0 15,0 3 0-15,0 0 0 0,1 0 0 0,0 0 0 16,1 0 0-16,0 3 0 0,3-2 0 0,-2 2 0 15,2-1-9-15,-1-2 9 0,2 0-12 0,-2 1 3 16,2-1 0-16,-1 3 0 0,-1-3 9 0,1 0 0 16,-1 0-9-16,0 2 9 0,0-2-9 0,1 0 9 15,0 1-12-15,1 2 12 0,1-3-55 0,-1 0-4 16,1 1-1-16,-1 2 0 16,1-1-51-16,0-2-10 0,0 0-3 0,0 0 0 15,0 0-126-15,0 0-26 0</inkml:trace>
  <inkml:trace contextRef="#ctx0" brushRef="#br0" timeOffset="106300.49">19594 6815 230 0,'5'-4'20'0,"-3"4"-20"0,-2 0 0 0,0 0 0 16,0 0 168-16,0 0 28 0,0 0 7 0,0-2 1 16,1 2-103-16,-1 0-20 0,0 0-4 0,0 0-1 15,0 0-28-15,0 0-7 0,0 0-1 0,0 0 0 16,0 0-15-16,0 0-3 0,0 0-1 0,0 0 0 16,18-7 15-16,-16 7 4 0,-2 0 0 0,1 0 0 15,-2-2 16-15,1 2 4 0,-2-1 1 0,0 1 0 16,-1 0-2-16,0 0-1 0,-1-3 0 0,0 3 0 15,1 0-26-15,-1 0-4 0,0-2-2 0,0 2 0 16,3 0-18-16,-1 0-8 0,0 0 0 0,1 0 8 16,0-2-8-16,0 2 0 0,0 0 0 0,-2 0 0 15,1 0 0-15,0 0 0 0,0 0 0 0,-1 0 0 0,2 0-10 0,-1 0 10 16,-1 0 0-16,2 0-9 0,0 0 1 0,0 0 0 16,-1 0 0-16,1 2 0 0,1-2-17 0,0 0-3 15,-1 0-1-15,0 0 0 0,1 2-4 0,0 1-1 16,0-2 0-16,0-1 0 0,0 0-4 0,0 0-1 15,0 0 0-15,0 0 0 0,0 0-9 0,0 0-1 16,0 0-1-16,0 0 0 0,0 0 21 0,0 0 4 16,0 0 1-16,0 0 0 0,0 0 24 0,0 0 0 15,0 0 0-15,0 0 8 0,0 0 4 0,0 0 0 16,0 0 1-16,0 0 0 0,0 0-13 0,0 0 8 16,0 0-8-16,-2 21 0 0,4-20 0 0,-2 2 0 15,1 0 0-15,-1 2 0 0,0-1-14 0,0-2 1 16,0 2 0-16,1-4 0 0,0 3 13 0,1-3 0 0,-1 0 0 0,0-3-9 15,0 3 20-15,2-2 4 0,-2 0 1 0,1 0 0 16,1-4 28-16,-1 0 5 0,0 2 2 0,-2-2 0 16,1 2-18-16,-1 2-3 0,1-2-1 0,-1 1 0 15,0 1-29-15,0 1-10 0,1-2 0 0,-1 3 0 32,0 0-178-32,2 0-36 0</inkml:trace>
  <inkml:trace contextRef="#ctx0" brushRef="#br0" timeOffset="106400.5">19606 6815 345 0,'3'2'15'0,"-2"-2"4"0,-1 0-19 0,0 0 0 0,0 0 0 0,2 0 0 16,-2 0 196-16,0 0 35 0,2-2 7 0,1 2 2 16,0 0-212-16,-3 0-43 0,0 0-8 0</inkml:trace>
  <inkml:trace contextRef="#ctx0" brushRef="#br0" timeOffset="107134.43">19538 6872 748 0,'2'-4'33'0,"-2"-1"7"0,1 4-32 0,-2-2-8 0,2 3 0 0,-1 0 0 0,1-2 220 0,1 1 41 16,-1 1 9-16,0-5 2 0,0 3-156 0,-1-1-30 15,0 0-6-15,-1 3-2 0,0 0-21 0,-2-2-4 16,1 0-1-16,-3 2 0 0,0 0-12 0,-1 2-2 16,-2 0-1-16,1 1 0 0,1 0-17 0,-2-1-4 15,2 0-1-15,-1 1 0 0,2-2-15 0,-1 1 0 16,1-2 0-16,-1 3 0 0,1-3 0 0,0 0-10 15,0 0 10-15,-1 0-12 0,1-3-12 0,0 3-4 0,1 0 0 0,-1-2 0 16,-1 1-11-16,0 1-2 0,1 0-1 0,-1 0 0 16,1 0 12-16,-2-3 2 0,4 6 1 0,-1-3 0 15,2 0 16-15,-1 0 11 0,2 0-13 0,0 0 5 16,2 0 8-16,-1 0-12 0,2 0 12 0,1 1-12 16,-1-1 2-16,-2 0 0 0,0 0 0 0,0 0 0 15,0 0 10-15,0 0 0 0,0 0 0 0,21 2 8 16,-18 1 7-16,-1-3 1 0,2 3 1 0,-2 1 0 15,1 1 4-15,-1 2 1 0,2 0 0 0,-1 3 0 16,0-1-9-16,2 4-1 0,3 3-1 0,3 1-946 16</inkml:trace>
  <inkml:trace contextRef="#ctx0" brushRef="#br0" timeOffset="111084.58">23079 8015 864 0,'-1'7'76'0,"0"-4"-60"15,-1 1-16-15,2-1 0 0,0-2 178 0,2 1 33 16,-1 1 6-16,1 0 2 0,2 4-134 0,1 0-26 15,2 2-6-15,2-1-1 0,2 0-5 0,3-2-2 16,1 0 0-16,1-3 0 0,1 0-11 0,1-3-2 16,5 3-1-16,0-3 0 0,2 0-3 0,0 0 0 15,2-3 0-15,0 3 0 0,-1-3-4 0,2 0-2 16,2 1 0-16,1-2 0 0,-1 1-6 0,1 0 0 16,-3 2-1-16,1-4 0 0,-1 1-2 0,3 0 0 15,1-2 0-15,-1 0 0 0,-1 2-5 0,-1-2 0 0,1-3-8 0,-2 3 12 16,2-1-4-16,1-2-8 0,1 3 11 0,-1 0-11 15,-1 2 9-15,-2 0-9 0,-2 2 0 0,0 2 9 16,1 0-9-16,-1 2 0 0,2 2 0 0,-4 0 0 16,-1-1 0-16,0 2 0 0,2-1 0 0,-1-2 8 15,1 2-8-15,-1-1 0 0,0-3 9 0,4 0-9 16,-1-3 8-16,3 1-8 0,3-2 8 0,0-5-8 16,2 2 0-16,0-3 9 0,-1-1-9 0,1 0 0 15,1 2 9-15,-4-3-9 0,-3-1 0 0,-1 3 9 16,-2 1-9-16,-5-1 0 0,-3 1 0 0,-2 0 0 15,-1 2 0-15,-5 3 0 0,-1-1 0 0,-3 4 0 0,0-1 0 16,-2 4 0-16,-1-2 0 0,0 0 0 0,-1 1 0 0,1 2 0 16,-2-1 0-16,2-1 0 0,-1 2-30 0,2-1 2 15,-3-2 0-15,0 4 0 0,2-3-37 0,-2-1-7 16,0-1-2-16,2-1 0 16,-2-2-5-16,0-2-1 0,2-3 0 0,-3-2 0 15,1-1-130-15,-1-4-26 0</inkml:trace>
  <inkml:trace contextRef="#ctx0" brushRef="#br0" timeOffset="111484.6">24789 7696 57 0,'-6'0'0'0,"2"-2"0"16,3 2 0-16,1 0 0 0,-1 0 225 0,-4-4 40 15,-3 1 8-15,-3-4 2 0,0 1-143 0,0 0-28 16,4 3-5-16,2 0-2 0,-2 0-10 0,5 2-3 16,2 1 0-16,0 0 0 0,1 0-12 0,0 0-4 15,2 0 0-15,1 0 0 0,-1 4-24 0,2-3-6 0,-5-1-1 0,0 0 0 16,20 9-5-16,-12-7 0 0,0-1-1 0,1 2 0 15,-1-1-5-15,4 2-1 0,-2-1 0 0,1-3 0 16,-1 3-7-16,1-2-2 0,0 4 0 0,-1-3 0 16,2 3-5-16,-1-2-2 0,2 0 0 0,-1 0 0 15,0 1-9-15,2-1 0 0,1 0 9 0,0 1-9 16,-1-1 8-16,2-3-8 0,2 2 8 0,-1-2-8 16,2 1 15-16,-1-1-2 0,1 3 0 0,-1-3 0 15,0 0 7-15,0 0 0 0,-1 0 1 0,2 2 0 16,-3-1-5-16,-2 2 0 0,-3-2-1 0,-1 0 0 15,-2 3-3-15,-1-3-1 0,-1 4 0 0,-3-1 0 16,2-2-11-16,-2 0 8 0,1 0-8 0,-3 1 8 16,-1 0-8-16,0-1 0 0,0 0 0 0,-1 1 8 0,-2 0-8 0,-1 0 0 15,1 3 0-15,-5-2 0 0,1 3 0 0,-6 2 0 16,-1-1 0-16,-5 2 0 0,-1 3 0 16,-3 0 0-16,1 2 0 0,-4-1 0 0,1 0-16 0,-1 3 2 15,0-1 0-15,1 0 0 0,2-1-31 0,2-2-7 16,1 0 0-16,4-1-1 15,2-5-104-15,2 2-21 0,1-3-4 0</inkml:trace>
  <inkml:trace contextRef="#ctx0" brushRef="#br0" timeOffset="112155.9">26413 7283 633 0,'0'-1'56'0,"-2"1"-44"0,1-2-12 0,0 2 0 0,0 0 194 0,0 0 37 15,-2 0 7-15,-1 0 2 0,-1 0-96 0,-2 0-18 16,-3 0-4-16,-1 0-1 0,0 0-41 0,0-3-8 16,1 2-1-16,1-2-1 0,2 0-44 0,-2-1-9 15,-1-1-1-15,2 1-1 0,-2 1-3 0,1-2-1 16,-1 1 0-16,-2 2 0 0,1 0 4 0,-1-1 1 16,1 3 0-16,0 0 0 0,0 3 2 0,-2-1 1 15,-2 0 0-15,0 2 0 0,-2 2-7 0,-1 3-2 16,-2 0 0-16,-1 4 0 0,-1 0-10 0,-1 5 0 0,-1 2 0 0,1 2 0 15,-2 3 0-15,0 4 0 0,3 2 0 0,0 4 0 16,1 2 0-16,0 1 0 0,1 3 0 0,1-5 0 16,3 1 0-16,0-1 0 0,3 1 0 0,4-6 0 15,4-3 0-15,5-2 0 0,4-6 0 0,3-1 0 16,4-3 0-16,4-4-9 0,1-2 9 0,1-1 0 16,4-2 0-16,0-1 0 0,3 3 0 0,-1-5 0 15,2-2 0-15,1-1-8 0,0 2 8 0,-1-6 0 16,1 2 0-16,-3-3 0 0,-2 2 0 0,-2-2 0 15,-3-2-27-15,-2 1 2 0,-3 1 0 0,-4 1 0 16,-1-4-20-16,-2 4-4 0,0-4-1 0,-3 1 0 16,0-2-25-16,-1 0-5 0,0-4 0 0,-4 0-1 15,2-1-121-15,-2 0-24 0,1-5-5 0</inkml:trace>
  <inkml:trace contextRef="#ctx0" brushRef="#br0" timeOffset="112385.02">26079 7520 345 0,'-9'-7'31'0,"3"4"-31"16,0 0 0-16,1 1 0 0,2 0 203 0,2 2 34 15,0 0 7-15,0 0 2 0,-3 0-109 0,0 0-21 16,2 0-5-16,1 2-1 0,1-2-41 0,3 2-8 16,2 1-1-16,5-3-1 0,3 3-3 0,1-3-1 15,6 3 0-15,5-3 0 0,3-3-16 0,4 1-3 16,4-2-1-16,3 0 0 0,-2-2-9 0,1-2-2 16,-2 0 0-16,1 2 0 0,-2-3-15 0,-3 3-9 15,-1 3 10-15,-4-1-10 0,-2 1 0 0,-4 0 8 16,-3 0-8-16,-3 3 0 0,-4-2 0 0,-2 2 0 0,-3 0 0 15,-4 0 0-15,-2 2-28 0,-1-2 2 0,0 3 0 0,-5-3 0 32,-3 0-109-32,-2 1-21 0,-1-1-5 0</inkml:trace>
  <inkml:trace contextRef="#ctx0" brushRef="#br0" timeOffset="112534.76">26437 7487 115 0,'-6'4'10'0,"1"-4"-10"0,2 1 0 0,-1 1 0 15,3-1 293-15,1 1 57 0,-2-2 11 0,1 4 3 16,-1 0-175-16,-1 1-34 0,0 2-7 0,0 3-2 15,3 2-82-15,0 3-17 0,1 1-3 0,2 3-1 16,-1 3-31-16,2 0-12 0,-2 4 11 0,3 2-11 16,-2 0 0-16,-1 0 0 0,2 5 0 0,0-4 0 15,-2 2-51-15,2-2-9 0,-2-1-3 0</inkml:trace>
  <inkml:trace contextRef="#ctx0" brushRef="#br0" timeOffset="112851.79">27057 7217 1612 0,'1'0'144'0,"0"0"-116"16,-1 0-28-16,0 0 0 0,2 0 100 0,-2 2 15 0,1-2 2 15,-1 1 1-15,1 2-40 0,-1-1-8 0,-1 4-2 0,-3 1 0 16,1 4-34-16,-4 0-7 0,1 2-2 0,-3 6 0 16,0 0-25-16,-1 3 8 0,-1 1-8 0,-1 5 0 15,1 0 0-15,0-3 0 0,3 1 0 0,-1 0 0 16,1-2-17-16,1 1-3 0,0-5 0 0,-1 2 0 16,2-6-23-16,1 0-5 0,-1-1 0 0,1-5-1 15,1-1-15-15,2-6-4 0,1 0 0 0,2-3-520 16,2-3-105-16</inkml:trace>
  <inkml:trace contextRef="#ctx0" brushRef="#br0" timeOffset="113051.49">27144 7201 1342 0,'0'-4'60'0,"0"4"12"0,0 0-58 0,-2 0-14 0,2 1 0 0,0 2 0 16,0-1 139-16,-1 4 25 0,0 2 4 0,1 4 2 0,1 7-101 0,0 3-20 15,2 6-4-15,0 1-1 0,2 0-34 0,2 5-10 16,3-2 0-16,-1 0 0 0,3-1 0 0,1 0 0 15,2 1 0-15,0-6 0 0,3-1 0 0,-3-3 0 16,0 0 0-16,-1-3-12 0,0-3-18 0,-1-4-4 16,-1-2-1-16,-2-4 0 15,-1-2-40-15,-3-2-8 0,-1 1-1 0,-1-3-450 16,-4-3-90-16</inkml:trace>
  <inkml:trace contextRef="#ctx0" brushRef="#br0" timeOffset="113200.1">26942 7573 1094 0,'-15'-3'97'0,"5"1"-77"0,3 1-20 16,2 1 0-16,4 1 65 0,2-1 10 0,0 2 1 0,-1-2 1 16,3 4-10-16,-1 2-3 0,4 0 0 0,5 3 0 15,3-3-18-15,5 4-4 0,2-4-1 0,5-2 0 16,2 0-25-16,5-4-4 0,3-2-2 0,5-4 0 16,4-2-27-16,0-6-6 0,0 2-1 0,-3-7-745 15</inkml:trace>
  <inkml:trace contextRef="#ctx0" brushRef="#br0" timeOffset="113434.64">27576 7254 921 0,'2'1'82'0,"-1"1"-66"0,1-2-16 0,1 3 0 0,2-2 201 0,-2 2 37 16,4-3 7-16,0 2 2 0,5 3-153 0,6 0-30 15,4 1-7-15,3 2-1 0,1-2-26 0,1 0-6 16,-1-2 0-16,2 1-1 0,1-5-23 0,-1 0 0 16,1-3 0-16,-1-3 0 0,0 2-31 0,1-4-10 15,-3 0-3-15,-1-1 0 16,-4 2-133-16,-4-2-27 0,-1 1-6 0,-6 0-440 16</inkml:trace>
  <inkml:trace contextRef="#ctx0" brushRef="#br0" timeOffset="113567.04">27905 7288 1112 0,'-17'8'49'0,"6"-2"11"0,2 0-48 0,3-3-12 0,4 0 0 0,0 0 0 16,2-2 82-16,-2 3 14 16,-2 4 4-16,0 5 0 0,2 3-33 0,-1 2-7 0,3 5 0 0,0 1-1 15,2 5-11-15,-1-1-3 0,3 4 0 0,-1-1 0 16,2 1-32-16,0 3-13 0,1 0 11 0,1-3-11 31,0 0-107-31,0-4-27 0</inkml:trace>
  <inkml:trace contextRef="#ctx0" brushRef="#br0" timeOffset="113967.75">28245 7150 1612 0,'-2'0'144'0,"1"0"-116"15,1 2-28-15,1-2 0 0,1 2 127 0,0 0 19 16,0 2 4-16,2-2 1 0,1 4-112 0,1 1-23 16,1 2-4-16,1-1 0 0,3 1-12 0,-1-1 0 0,2 0 9 0,2 0-9 15,2-2 0-15,1-2 0 0,2 2 0 0,-1-6 0 16,2 2 0-16,-2-4 0 0,0 2 0 0,-1-3 0 16,0 0 0-16,0-3 0 0,-5 0 0 0,-1 0 0 15,-1-2-32-15,-1 0 0 0,-2-1-1 0,-2-1-911 16</inkml:trace>
  <inkml:trace contextRef="#ctx0" brushRef="#br0" timeOffset="114167.27">28392 7276 633 0,'-4'4'56'16,"0"-1"-44"-16,3 0-12 0,1-1 0 16,1 2 322-16,-1-1 62 0,0 1 13 0,-1 8 3 0,1 4-311 15,-2 3-61-15,2 6-13 0,3 1-3 0,-2 3-12 16,0 5 11-16,2 5-11 0,0 1 10 0,2 1 1 0,3 2 0 15,0-1 0-15,2-3 0 0,3-1 1 0,2-7 0 16,-1-4 0-16,2-4 0 0,2-1-12 0,-1-9 0 16,2 0-12-16,-1-5 12 0,1-4-36 0,1-6 0 15,-1-2 0-15,0-6 0 16,-2-2-157-16,-2-4-31 0</inkml:trace>
  <inkml:trace contextRef="#ctx0" brushRef="#br0" timeOffset="114318.07">28677 7578 1537 0,'-13'-40'68'0,"7"22"14"0,4 5-66 0,1 9-16 15,-1 2 0-15,1-2 0 0,0-1 119 0,-4-6 20 16,0-5 4-16,-1 1 1 0,1 2-63 0,2 4-12 16,3 0-2-16,0 6-1 0,4 0-55 0,1 3-11 15,4 3 0-15,1-1 0 0,2 2-11 0,3-2 11 0,5 2-13 0,2-1 5 32,4-3-104-32,3-3-21 0,1-3-4 0</inkml:trace>
  <inkml:trace contextRef="#ctx0" brushRef="#br0" timeOffset="114566.96">29455 6758 1612 0,'-3'0'144'0,"1"0"-116"0,0 0-28 0,1 0 0 16,0 2 208-16,0 0 36 0,-2 1 8 0,-3 3 0 15,-3 6-180-15,-3 4-36 0,-2 6-7 0,-4 8-1 16,-2 4-20-16,-2 9-8 0,-2 8 8 0,-4 6-8 0,0 4 0 0,-1 5 0 15,2 4 0-15,-2 3 0 0,3 5 0 0,-1 2 0 16,0 5 0-16,1-1 0 0,1-5 0 0,1-3 0 16,1-3 0-16,2-3 0 0,4 0-16 0,3-5 0 15,2-10 1-15,3-8 0 16,6-12-50-16,3-7-11 0,5-6-1 0,3-10-1 16,5-8-105-16,3-7-21 0,4 0-4 0,1-10-344 15,1-3-70-15</inkml:trace>
  <inkml:trace contextRef="#ctx0" brushRef="#br0" timeOffset="115017.83">29638 6930 1267 0,'1'0'112'0,"-1"0"-89"0,1 0-23 0,-1 1 0 15,0 0 276-15,1 2 52 0,1-2 9 0,0 1 3 16,3 5-243-16,0 1-48 0,4 2-9 0,-1 2-3 15,1 1-37-15,2 3 0 0,0 0 0 0,2 3 0 16,-1 0 0-16,2 0-10 0,-1 3 10 0,1 0-13 16,-2 3 13-16,-2-3 0 0,1 1 0 0,-3-1 0 15,-4 0 0-15,-2-3 0 0,-1 0 0 0,-2-2 0 16,1 1 0-16,-5-3 0 0,0-1 0 0,0-1 0 16,-1 0 0-16,0-2 0 0,-1-1 0 0,-1-7 0 15,-1 3-36-15,-1-6 0 0,-1 0-1 0,0-2 0 16,-3-5-41-16,-1-3-8 0,1-8-2 0,-4-1 0 15,2-4-101-15,-2-3-21 0,-3-2-4 0,2 3-1 0,3-1 132 0,0 8 27 16,1 2 4-16,2 7 2 0,3 3 96 0,2 6 19 16,3 0 4-16,0 2 1 0,0 4 47 0,2 1 10 15,-1 0 1-15,3 3 1 0,-1 5-24 0,1 1-5 16,1 4 0-16,1 3-1 0,2 6-51 0,-1 3-11 16,2 2-1-16,0 2-1 0,0 1-25 0,-1-2-10 15,1-1 8-15,-2 5-8 0,1-1 0 0,-2 3 0 16,0-3 0-16,-2-3 0 0,1 0 0 0,-2-9-9 15,0-2 9-15,0-3-13 0,3-3-38 0,-2-4-7 16,0-4-2-16,-1-3 0 16,1-7-136-16,0 0-28 0,0-7-6 0</inkml:trace>
  <inkml:trace contextRef="#ctx0" brushRef="#br0" timeOffset="116267.29">29474 7640 288 0,'-13'-35'12'0,"7"20"4"0,2 8-16 0,3 4 0 0,1 3 0 0,0-2 0 15,-2 0 322-15,2-4 62 0,-1-2 12 0,4 1 2 16,2 1-309-16,1 1-61 0,2 3-13 0,4-1-3 15,1 2-12-15,2 1 0 0,4 0 0 0,-1 1-10 16,4 4-6-16,1-1 0 0,-2 2-1 0,3 0 0 16,-1 1 1-16,0 0 0 0,1 2 0 0,-2 1 0 15,0-2 16-15,-1 2 8 0,-2 0-8 0,-2-1 12 16,-2-4 30-16,0 0 6 0,0 1 0 0,-3-5 1 16,0 1-21-16,1 1-4 0,-2-3 0 0,0 0-1 15,0 1-23-15,-1 2 8 0,0-1-8 0,-3 2 0 16,2-1 0-16,0 0 0 0,0 1 0 0,0-1 0 15,0 2 11-15,-1-1-3 0,1 0 0 0,0 2 0 0,-2-4 15 0,-1 0 2 16,1 0 1-16,-3-2 0 0,1 3-1 0,0-6 0 16,-1 3 0-16,0-2 0 0,0 0-6 0,-2-3-2 15,0 2 0-15,1-1 0 0,-2-2-9 0,0-4-8 16,2 4 9-16,-3-4-9 0,-1-2 0 0,-2 2 0 16,1-3 0-16,-2 1-10 0,-1 0 10 0,0-3 0 15,-1 1-9-15,0 4 9 0,0 0 0 0,-1 2 0 16,1 1 0-16,-1 5 0 0,-1 1 19 0,1 4 1 15,-1 0 1-15,0 3 0 0,-1 0 11 0,-1 2 1 16,2 0 1-16,0 2 0 0,2 3-24 0,0-3-10 16,1-2 8-16,1 0-8 0,3 0 0 0,2-2-11 15,0-2 1-15,4-1 0 0,2-3-8 0,1-3-2 0,3-1 0 16,3-2 0-16,3-2 12 0,1 0 8 0,0-3-12 0,1 4 12 16,-2 0 0-16,0 1 19 0,-1 4-3 0,-1 1 0 15,-1 1 11-15,-1 0 1 0,2 0 1 0,-1 0 0 16,-1 0-11-16,1 1-2 0,0 1-1 0,-2-2 0 15,-1 3-15-15,-1-2 0 0,0 5 0 0,-1-2 0 16,-1 1 0-16,0 1 0 0,-1 0 0 0,1 2 0 16,-2-2 11-16,1-2-11 0,-1 0 12 0,2 0-12 15,-1-1 8-15,1-3-8 0,1 0 0 0,0-3 0 16,1-1 0-16,0 2 0 0,0-2 0 0,0-2 0 16,2-3 0-16,0 0 0 0,0 0 0 0,1-2 0 15,2-4 0-15,2-1 0 0,4-3 8 0,0-5-8 16,2-2 0-16,-1-3 10 0,1 1-10 0,2-8 8 0,2-1-8 15,0-7 0-15,1-1 0 0,0-2 0 0,-1-4 0 16,1-3 0-16,-5 0 8 0,-2 4-8 0,-2 5 0 16,-3 6 0-16,-1 4 9 0,-6 9-9 0,-2 4 28 0,-4 8 2 15,-1 3 0-15,-4 5 0 0,0 5 24 0,-1-2 5 16,0 3 1-16,-1 3 0 0,1 0-34 0,-1 4-6 16,0 1-2-16,-2 6 0 0,-1 4-18 0,0 5-9 15,0 5 1-15,-1 4 0 0,1 7 8 0,1 4 0 16,1-1-9-16,2 2 9 0,1 2 0 0,2-1-9 15,1-1 9-15,3-3 0 0,2-5 0 0,0 1 0 16,1-2 0-16,5-3 0 0,-1-4 0 0,1-2 0 16,2 1 0-16,-1-4 0 0,3 1 0 0,0-6 0 15,4 0 0-15,1-5 0 0,-1-1 0 0,2-6 0 16,0 0 0-16,0-6 0 0,-1 2 0 0,-2-4 0 0,1 0 0 0,-1-2 0 16,-1-2 0-16,0-3 0 15,-2-1 8-15,0-3-8 0,-3-2 0 0,0-1 11 0,-2-3-11 0,0-3 10 16,-1 0-2-16,-3-4-8 0,-1 1 12 0,-1-3-4 15,-2-5-8-15,-2 3 0 0,-3-3 9 0,-2 6-9 16,-1 7 0-16,0 8 8 0,0 2-8 0,-2 8 0 16,0 4 36-16,0 2 2 0,0 5 1 0,-2 3 0 15,-2 4-60-15,0 3-12 0,-2 3-3 0,2 1 0 16,1 4 27-16,0 2 9 0,3-6 0 0,3 2-9 16,3-4-4-16,2-1-1 0,3-6 0 0,1 0 0 15,2-6-14-15,2-2-2 0,2-1-1 0,1-5 0 16,2-3 7-16,2-3 0 0,0-4 1 0,2 0 0 0,-1-4 23 15,0 0 0-15,3-2 0 0,-4-3 0 16,0 3 14-16,-1-5-2 0,2 2-1 0,-1-4 0 0,0 2-2 0,0 3 0 16,1 0 0-16,-4 6 0 0,1 2-9 0,-3 5 0 15,-2 4 0-15,-2 1 0 0,-1 4 0 0,-1-2 0 16,1 6 0-16,-1 0 0 0,3 6 0 0,-2 2 0 16,2 5 0-16,0 1 8 0,2 3-8 0,-2-3 0 15,4 4 0-15,-3-1 0 0,3 1 0 0,-1-1 0 16,1 1 0-16,0-2 0 0,2-1 0 0,-2-5 0 15,1 1 0-15,-2-6 0 0,-1 0 0 0,0-4 0 16,0 0 0-16,-3-5 0 0,0 0 17 0,0-4-1 16,-2 0-1-16,0-4 0 0,-2-2 17 0,2-4 4 15,0 0 1-15,-1-5 0 0,0 1-19 0,-2-4-4 16,0-7-1-16,-2-1 0 0,2-5-13 0,-2-3 0 16,-2-1 0-16,2-3 0 0,-1-1-14 0,1 5-6 0,1 2 0 15,-1 4-1-15,2 9-7 0,-1 0-2 0,0 1 0 0,0 4 0 16,2 2 16-16,-1 2 3 0,3 0 1 0,-1 1 0 15,0 3-12-15,-2 0-2 0,-2 0-1 0,-2-2 0 32,-1 2-90-32,-3-3-17 0,-3-1-4 0,-5-2-952 0</inkml:trace>
  <inkml:trace contextRef="#ctx0" brushRef="#br0" timeOffset="116534.36">30474 7105 1036 0,'0'2'92'0,"0"-2"-73"0,0 0-19 0,0 2 0 0,1-2 235 0,0 0 43 16,2 0 9-16,0 0 1 0,3 0-136 0,3 0-28 15,5 2-6-15,3-2-1 0,5 0-42 0,4 0-9 16,4-2-2-16,2 2 0 0,5 0-36 0,3-4-7 15,4 4-1-15,1-3-1 0,2 0-19 0,0 1 8 16,0 0-8-16,1 0 0 0,-1 2 0 0,-4 0 0 16,-2 0 0-16,-6 0 0 0,-3 2-64 0,-5-2-8 15,-5 4 0-15,-2-4-1097 0</inkml:trace>
  <inkml:trace contextRef="#ctx0" brushRef="#br0" timeOffset="118833.77">25290 5850 57 0,'5'-6'0'0,"-1"0"0"15,-1 2 0-15,-1 4 0 0,-1-2 230 0,0-2 41 16,4-5 8-16,1-1 1 0,0-4-120 0,2 0-24 15,-3 4-4-15,-3-1-2 0,1 3-31 0,-5 2-7 0,1 0 0 16,-1 2-1-16,-2 2-33 0,-1-2-6 0,-2 1-2 0,-2 1 0 16,-1 2-24-16,-2-1-5 0,-1 1-1 0,-1 0 0 15,-1 0-20-15,-1 0 8 0,1 1-8 0,0-1 0 16,-1-1 0-16,2 2 0 0,2 1 0 0,-2-1 0 16,1 2 0-16,-3 2 0 0,-2-1-9 0,0 2 9 15,-3 0 0-15,-3 4 0 0,1-1-9 0,-3 2 9 16,-1 2 0-16,-3 1 0 0,-1 2 0 0,-4-1 0 15,-1 1 0-15,-2 0 0 0,0 3 0 0,-3-5 0 16,0-2 0-16,2-2 8 0,-1 2-8 0,3 1 0 16,2-4 8-16,1 1-8 0,-1 3 0 0,0-3 0 15,3 4 0-15,-1-1 0 0,-2 0 0 0,1 2 0 0,-2-2 0 16,1 0 0-16,3 0 0 0,1-4 0 16,3 1 11-16,0 0-11 0,1-1 12 0,4-3-12 0,-1 0 12 15,2 0-12-15,1 1 12 0,0-4-12 0,1 4 11 0,0-4-11 16,1 2 10-16,-1-1-10 0,0-2 12 0,0 2-3 15,-2 2-1-15,1-2 0 0,0 2-8 0,0 0 0 16,1-2 9-16,2 2-9 0,0-3 0 0,2 0 0 16,4 0 0-16,2 1-12 0,3-4-5 0,0 0-2 15,4 0 0-15,-1 0 0 0,3 0-1 0,-2 0 0 16,2 0 0-16,1-3 0 0,1 2-7 0,0 1-1 16,-1-3-1-16,2 3 0 15,0-2-108-15,-2 2-22 0,0 0-4 0</inkml:trace>
  <inkml:trace contextRef="#ctx0" brushRef="#br0" timeOffset="119084.24">23807 6075 1094 0,'-5'0'97'0,"0"0"-77"0,3 0-20 0,1 0 0 0,-1 0 221 0,0 0 41 0,-3 0 8 0,-2 0 2 16,-3-2-142-16,-3 2-28 0,2 2-6 0,0-2 0 16,1 3-57-16,0-2-11 0,2 4-3 0,-2-1 0 15,1-1-25-15,0 3 0 0,1 1 0 0,-1 1 0 16,-1 0 0-16,2 2 0 0,-1 1 0 0,-1-1 0 15,0 0 0-15,2-1 0 0,-1 4 0 0,0-5 0 16,3 0 0-16,0 1 0 0,2-3 0 0,0 0 0 16,2-2 0-16,1 2 0 0,1-4 0 0,2 2 0 15,2 0 0-15,2-1 0 0,5 6 0 0,5-3 0 16,4 0-23-16,5 1 3 0,6 0 1 0,3-1 0 16,6 3-28-16,1-8-5 0,1 2-2 0,4-6 0 15,1 2-93-15,4-3-18 0,5-2-4 0</inkml:trace>
  <inkml:trace contextRef="#ctx0" brushRef="#br0" timeOffset="121451.98">19933 6888 576 0,'-6'0'51'0,"1"-3"-41"16,3 3-10-16,2 0 0 0,0 0 250 0,0-1 48 15,-2 1 10-15,0 0 1 0,-1-3-228 0,3 3-45 16,3-2-10-16,2 2-2 0,1-1-55 0,3 1-11 16,1-3-2-16,1 2-702 15</inkml:trace>
  <inkml:trace contextRef="#ctx0" brushRef="#br0" timeOffset="121667.59">20707 6809 979 0,'-5'-4'43'0,"2"1"9"0,-2 1-41 0,2 1-11 0,2 1 0 0,1 0 0 15,0 0 160-15,1 0 29 0,0 1 7 0,2 1-605 16,3 2-121-16</inkml:trace>
  <inkml:trace contextRef="#ctx0" brushRef="#br0" timeOffset="124267.9">22478 6784 230 0,'7'-6'20'0,"-2"2"-20"15,-1 1 0-15,-3 2 0 0,1 1 136 0,0-2 24 0,3-2 4 0,2-5 0 16,1 2-124-16,0-2-24 0</inkml:trace>
  <inkml:trace contextRef="#ctx0" brushRef="#br0" timeOffset="124533.98">22604 6685 115 0,'3'6'0'0,"-2"-2"10"0,0-2-10 0,-1 2 0 0,0 2 0 0,0-5 0 16,0 4 306-16,1 1 59 0,1 4 12 0,-1 3 3 16,0-1-247-16,0 2-49 0,2 1-9 0,-1-6-3 15,1 1-28-15,-2-1-7 0,0-3-1 0,0 2 0 0,1-2-19 16,-2 2-4-16,-2-4-1 0,1 2 0 16,0 1-12-16,-3-1 0 0,-1 0 0 0,-1 0 0 0,0 1 8 15,-3 0-8-15,1 1 0 0,-1-4 0 0,-1 2 0 0,0 0 0 16,2-2 0-16,-1 0 0 0,1 1 0 0,1-5 0 15,2 1 0-15,0-2 0 0,0 1 0 0,1-3 0 16,1 3 0-16,-2-3 0 0,1 0 0 0,0-3 0 16,-1 2 0-16,1 1 0 15,-1-2-101-15,-3-3-17 0</inkml:trace>
  <inkml:trace contextRef="#ctx0" brushRef="#br0" timeOffset="125984.54">24594 6518 1155 0,'-13'0'51'0,"5"0"11"0,2 0-50 0,2 0-12 0,3 0 0 0,-1 0 0 15,1 0 10-15,-1-3-1 0,-1 3 0 0,-2-1 0 16,-1-2 34-16,0 0 6 0,0 3 2 0,1-4 0 15,0 2-7-15,-1-1-2 0,2 2 0 0,-2-1 0 16,-2 2-10-16,1-3-3 0,-2 3 0 0,-2 0 0 16,-1 3-3-16,-2-1-1 0,-1-1 0 0,-1 4 0 15,-1 0-14-15,0 0-3 0,-1 1-8 0,-1-2 12 16,-4 2-12-16,-1 0 8 0,0 1-8 0,-2-4 0 16,-1 4 9-16,-3-1-9 0,2 0 8 0,-6-2-8 15,2 4 0-15,-2-2 8 0,-1 4-8 0,-1 3 0 0,0-3-16 0,0 2-9 16,2 4-2-16,0-4-735 15</inkml:trace>
  <inkml:trace contextRef="#ctx0" brushRef="#br0" timeOffset="126867.43">24398 6600 172 0,'-3'-3'16'0,"-1"2"-16"0,2 0 0 0,2-1 0 16,-2 2 161-16,0-3 30 0,-3 0 5 0,-1-1 2 15,-4-4-72-15,0 0-14 0,-1 2-4 0,1-2 0 16,0 1-9-16,1 0-3 0,-1 1 0 0,2 1 0 16,-1 4-32-16,0-2-6 0,1 3-2 0,-2 0 0 15,-1 3-39-15,-3 0-8 0,-1 3-1 0,-3 4-8 16,-2 0 0-16,-2 1 0 0,-2 3 0 0,0-2 0 16,-1 1 0-16,-1-1 0 0,0 2 0 0,1-6 0 15,3 2 0-15,-2-4 0 0,2 4 0 0,0-3 0 16,0-5 0-16,1 2 0 0,0-1 0 0,-3 1 0 0,2-1 9 0,-3-1-9 15,-1 2 0-15,1-2 9 0,1 2 0 0,0 0 0 16,1-2 0-16,0 2 0 16,4-2-9-16,-1 2 10 0,4-2-10 0,1 2 10 0,4-1-23 0,0 0-5 15,-2 4-1-15,3-4 0 0,0 0-16 0,2 0-3 16,-2 0-1-16,1-2 0 0,2 2 13 0,-1-3 2 16,1 2 1-16,1-2 0 0,0 0 23 0,-1 0-11 15,0 0 11-15,1 0-8 0,0 0 8 0,1-2 0 16,1 2 0-16,0 0 0 0,3-3 0 0,0 6 0 15,2-6 0-15,2 2 0 16,-1 1-127-16,2-3-23 0</inkml:trace>
  <inkml:trace contextRef="#ctx0" brushRef="#br0" timeOffset="127150.38">23574 6549 1551 0,'2'-6'68'0,"-1"-1"16"0,2 4-68 0,-2 3-16 0,0-3 0 0,1 3 0 15,-1 0 96-15,0 0 15 0,0 0 3 0,2-2 1 16,-1 2-39-16,-2 2-7 0,0 1-1 0,-2 0-1 16,-3 4-39-16,-3 3-8 0,-3 2-2 0,-2 2 0 15,-5 2-18-15,-3 1 0 0,0 3 0 0,0-2 0 16,-1-2 0-16,3-3 0 0,2-1-12 0,2-2 12 16,4-4 0-16,2 0 0 0,3-4 0 0,1 0 0 15,4 0 0-15,1 2 0 0,0-4 0 0,1 0 0 16,2 3-8-16,1 0 8 0,0 4 0 0,5-1-9 15,2 4-11-15,5 2-3 0,3 2 0 0,4 4 0 0,5 3-24 0,4 1-5 16,5 7 0-16,6-6-1 16,3 2-49-16,3-3-10 0,4-3-1 0,2-7-647 15</inkml:trace>
  <inkml:trace contextRef="#ctx0" brushRef="#br0" timeOffset="157650.23">27153 10245 576 0,'-2'-9'25'0,"-1"4"6"0,0-1-31 0,0 4 0 0,2-1 0 0,0 2 0 16,0 1 273-16,-3-2 49 0,-2-2 10 0,0 0 1 15,-2 2-161-15,-1-4-33 0,3 2-7 0,1 1 0 16,0 1-61-16,2 1-12 0,-1 1-3 0,0-3 0 15,1 3-24-15,-1 3-4 0,-1-2-2 0,-1 4 0 16,0 1-5-16,-4 4-1 0,-3 3 0 0,-2 12 0 16,-1 6-12-16,-3 10-8 0,-4 11 10 0,-3 7-10 15,3 2 0-15,-3 11 0 0,1 2 0 0,2 4 0 16,0-3 0-16,4-2 0 0,4-4 0 0,7-8-10 0,5-8 2 16,5-8 0-16,7-11 0 0,2-8 0 0,4-1 8 0,3-8 0 15,1 1-9-15,-1-5 9 0,2-4 0 0,1-6 0 16,1-3 0-16,3-2 0 0,1-4 0 0,1-4 0 15,2-4 0-15,-2-7 0 0,-1 2 8 0,-1-9-8 16,-3 2 8-16,-4-2-8 0,1 2 8 0,-5-2-8 16,-2 3 8-16,-5-1-8 0,1 4 0 0,-6-1 8 15,-2 5-8-15,-2 2 0 0,-1-3 8 0,-3 3-8 16,0 0 0-16,-3 1 8 0,1 2-8 0,-3 0 0 16,-1 5 0-16,1-2 0 0,0 3 0 0,-2 1 0 15,-2 3 0-15,-3-2 0 0,-1 3 0 0,-5 2 0 16,-2 0 0-16,0 4 0 0,-2 2-8 0,-1 3 8 15,0 1 0-15,1 0 0 0,1 0 0 0,0-1-9 0,2 3 9 16,4-6 0 0,5 0-78-16,4-2-9 0,4-3-1 0,5-2-1 15,5 1-101-15,4-7-20 0,5-2-4 0</inkml:trace>
  <inkml:trace contextRef="#ctx0" brushRef="#br0" timeOffset="158100.09">27570 10371 288 0,'-4'3'25'0,"1"-2"-25"0,-1 1 0 0,0 0 0 0,2 0 264 0,-1-2 47 0,2 0 9 0,-3 0 3 0,-2 3-144 16,0-3-29-16,0 1-6 0,0-1 0 0,2-1-33 0,3 1-7 15,0 0 0-15,3-3-1 0,0-1-45 0,3 2-9 16,2 1-1-16,1-2-1 0,3-1-23 0,2 4-5 15,0-2-1-15,3 2 0 0,3 2-10 0,2 2-8 16,0 2 12-16,2 2-12 0,3 0 0 0,-2 1 0 16,-1 1 0-16,0-3 0 0,0 2 0 0,1-3 0 15,2 0 0-15,-2-4 0 0,1 0 0 0,0-4 0 16,1 0 0-16,-1 0 0 0,-2-2 9 0,-3 1-9 16,-2-2 0-16,-4 1 9 0,-3 1-9 0,-3 2 8 15,-5 1-8-15,-2 0 8 0,-2 0 6 0,-1 0 1 16,-2 4 0-16,-3 2 0 0,-2 0 9 0,-2 2 1 15,-3 3 1-15,-1 2 0 0,2 0-18 0,-3 3-8 16,0 2 8-16,-2 5-8 0,4-4 0 0,0 4 0 16,0 4 0-16,3 1 0 0,1 1 0 0,2 3 0 0,1 3 0 0,3 2 0 15,-1 1-10-15,1 6 10 0,3 1 0 0,-2 6-9 16,2 3 9-16,-2-3 0 0,2-2 0 0,1-4 0 16,1-4-23-16,1-7 1 0,-1 1 0 0,0-7 0 31,2-5-101-31,2-1-20 0,-2 0-4 0,2-3-1 15,0-3-53-15,3-4-11 0</inkml:trace>
  <inkml:trace contextRef="#ctx0" brushRef="#br0" timeOffset="158421.2">28632 10270 1209 0,'8'-9'53'0,"-5"5"12"0,1 1-52 0,-1 3-13 15,-2 0 0-15,-1 0 0 0,0 3 280 0,1 0 54 16,0 2 10-16,-1 6 3 0,-1 6-190 0,-3 7-37 15,-1 8-8-15,-2 9-2 0,-2 9-62 0,0 7-12 16,-3 6-2-16,1 4-1 0,-1 2-25 0,-2 6-8 16,-1 2 0-16,-1 9 0 0,2 9 0 0,-4-1-14 0,1-2 2 0,1 4 1 31,2 4-177-31,-1 2-36 0</inkml:trace>
  <inkml:trace contextRef="#ctx0" brushRef="#br0" timeOffset="159034.26">26389 11626 921 0,'-11'16'40'0,"4"-7"10"0,1-3-40 0,3 0-10 0,2-4 0 0,2 0 0 15,2-1 242-15,-1 2 46 0,3 3 10 0,4-2 2 16,4 1-192-16,7-2-39 0,5-3-7 0,6-3-2 15,6-4-23-15,7-4-5 0,6 0 0 0,5-6-1 16,5 6-18-16,2-4-3 0,2 5-1 0,1 0 0 16,2 2-9-16,2 1 0 0,2 1 0 0,1 2 8 15,3-2 2-15,-1 0 0 0,0 2 0 0,1 1 0 16,1-2 10-16,3 1 1 0,4 0 1 0,-2-1 0 16,-7 4-12-16,1-3-2 0,7 2-8 0,-1 2 12 0,2 1-12 15,-6 2 0-15,-4 5 8 0,-6-2-8 0,-4 4 0 16,-4 0 0-16,0 3 0 0,-4-1 0 0,-4 2 0 0,-6 0 0 15,-6 2 0-15,-5 1 0 0,-2-3 12 0,-4 2-4 16,-6-2-8-16,-4 1 12 0,-3-1-12 0,-2-2 0 16,-5-2 0-16,-3 0 0 15,-3 1-132-15,-5-1-22 0,-2-3-5 0</inkml:trace>
  <inkml:trace contextRef="#ctx0" brushRef="#br0" timeOffset="159634.34">27910 12311 1094 0,'0'2'97'0,"-1"-2"-77"0,-2 2-20 0,2-2 0 16,1 0 237-16,-1 0 44 0,1 0 9 0,-1 0 2 15,0 0-164-15,-2-4-33 0,1-1-7 0,0-2 0 0,1-5-53 0,1-4-11 16,0-5-1-16,0-3-1 0,1-1-22 0,1 1-8 15,-1-5 0-15,0 3 0 0,-1 1-1 0,0 3 0 16,0 2 0-16,0 2 0 0,-1 5 9 0,-2 4 0 16,2 0 0-16,0 5-8 0,0 4 18 0,-1 1 4 15,0 2 1-15,-1 3 0 0,0 3 18 0,-3 2 4 16,-1 4 1-16,-2 1 0 0,-1 2-9 0,-4-2-1 16,0 7-1-16,0-2 0 0,-1-1-19 0,0-2-8 15,-1-2 0-15,1 0 8 0,0-3-8 0,2-4-12 16,3-6 2-16,1 1 1 0,3-4-23 0,2-3-5 15,2 2-1-15,2-5 0 0,3-4-10 0,4-2-1 16,2-3-1-16,4-1 0 0,2-4 31 0,2-1 7 16,1-1 0-16,1 2 1 0,-2-3 11 0,2 1 14 0,1 0-3 15,-1 3-1-15,1 1 13 0,-1 2 2 0,-2 3 1 16,-1 4 0-16,-1 2 18 0,1 1 4 0,0 6 1 0,-1-2 0 16,0 2-5-16,-2 2 0 0,4 1-1 0,-1 2 0 15,1 3-16-15,0 1-3 0,1 2-1 0,-2 1 0 16,-2 3-11-16,0-1-3 0,-3 2 0 0,-1 1 0 15,0-3-9-15,0 1 0 0,-2-2-10 0,1 0 10 32,2-3-192-32,0 2-33 0</inkml:trace>
  <inkml:trace contextRef="#ctx0" brushRef="#br0" timeOffset="161134.29">29575 10505 115 0,'-13'-8'10'16,"3"-2"-10"-16,2 4 0 0,3 1 0 0,4 4 355 0,1 1 69 15,-2-2 13-15,0-1 3 0,-2-1-294 0,-2-3-59 16,-2 1-12-16,1 0-3 0,0-1-15 0,-1 5-3 15,3 2-1-15,0 0 0 0,-1 2-17 0,0 2-3 16,0 2-1-16,-2 4 0 0,1 3 0 0,1 5 0 16,0 4 0-16,1 7 0 0,1 2-9 0,1 5-3 15,1 7 0-15,2-1 0 0,0 5-1 0,0 1-1 16,0 5 0-16,1 7 0 0,-1-2 1 0,1 1 0 16,-1 2 0-16,0-4 0 0,-1 0-5 0,2-8-1 0,-2-5 0 0,1-3 0 15,0-2-13-15,1-7 9 0,1-4-9 0,0-3 8 16,-1-7-8-16,3-4-12 0,0-4 2 0,1-5 1 31,1-4-79-31,0-5-16 0,3-2-4 0,1-10-602 0,0-2-121 0</inkml:trace>
  <inkml:trace contextRef="#ctx0" brushRef="#br0" timeOffset="161617.56">29683 10520 691 0,'-3'-15'30'0,"-1"5"7"0,0 2-29 0,2 3-8 0,2 4 0 0,0 1 0 15,-1 0 356-15,-1 0 69 0,2 0 15 0,-3 0 2 16,0 4-302-16,-1-2-61 0,1 3-12 0,0 0-3 0,2 3-32 0,1 0-6 16,1-1-2-16,4 0 0 0,3 2-16 0,2-2-8 15,2 2 8-15,5-3-8 0,3-2 0 0,2 1 8 16,2-2-8-16,-1 0 0 0,2 0 0 0,-2 1 0 16,1 2 0-16,-4-2 0 0,0 2 0 0,-6 0 0 15,0 1 0-15,-4 1 0 0,-5-2 0 0,-3 4 0 16,-4 0 0-16,-4 3 0 0,-6 0 0 0,-5 3 0 15,-3 5-9-15,-9 2 9 0,-6 1-44 0,-6 2-3 16,-3 3 0-16,-1-5 0 0,6 2-17 0,0-5-4 16,8-1-1-16,3-4 0 0,6-3 31 0,4-3 6 15,9-4 2-15,0 0 0 0,4-4 11 0,4-2 3 16,3 0 0-16,2 0 0 0,1 0 27 0,2-2 5 16,3-2 2-16,5 2 0 0,2-2 18 0,6 0 3 15,0 2 1-15,5-1 0 0,7 3 0 0,2 3 0 0,5 1 0 0,-2 2 0 16,-3 2-14-16,0 2-2 0,1 3-1 0,1 3 0 15,0 0-9-15,0 2-2 0,-4 1 0 0,-1 3 0 16,-2-2 1-16,-2 5 0 0,-3-3 0 0,-5 3 0 16,-3 1 7-16,-5 0 0 0,-1 2 1 0,-4 0 0 15,-3 0 9-15,-4-2 2 0,-3-2 0 0,-4 2 0 16,-1-3 8-16,-4 1 1 0,-4-5 1 0,-4-2 0 16,-6 0 2-16,-4 0 1 0,-6-5 0 0,-8-1 0 15,-7 0-18-15,-7-1-4 0,-3-4-1 0,-3 0 0 16,-5-4-100-16,2-2-20 0,4-2-4 15,4 0-1-15,8-2-101 0,9-4-20 0</inkml:trace>
  <inkml:trace contextRef="#ctx0" brushRef="#br0" timeOffset="169850.36">27914 13147 1328 0,'-15'10'59'0,"3"-5"12"0,1 1-57 0,3-2-14 16,4-1 0-16,3-3 0 0,-1 0 62 0,-4 3 10 15,-2-2 1-15,-3 4 1 0,1-1-15 0,1-4-3 16,2 3-1-16,2-3 0 0,4-3-24 0,2 3-5 16,3 0-1-16,3 0 0 0,4 0 6 0,4 0 1 0,4 3 0 0,5-2 0 15,5 1 32-15,4 1 6 0,3-2 2 0,4-1 0 16,1 0-22-16,1-1-4 0,0 1-1 0,0 0 0 16,0-3-27-16,-6 3-6 0,-4 0 0 0,-5 0-1 15,-2 0-11-15,-4 3 0 0,-4 3 0 0,-6 1 8 16,-2 0-20-16,-7 1-4 0,-3 2 0 0,-6 4-1 15,-5 2-22-15,-6 5-4 0,-6 4-1 0,-5 3 0 16,-8 4 12-16,-5 0 1 0,-3 3 1 0,3-4 0 16,1-1 3-16,8-6 1 0,3-1 0 0,7-7 0 15,5-4 26-15,6-6 0 0,7-3 9 0,3-2-9 16,2-2 16-16,2-4-4 0,2 1-1 0,1-2 0 16,2 0-11-16,1-2 0 0,4 0 0 0,2 0 0 0,2-1 0 15,3 3 0-15,2-1 0 0,2 1 8 0,0 1 13 0,3 3 3 16,0 2 0-16,-1 0 0 0,0 7 0 0,-4-2 1 15,-4 3 0-15,0-2 0 0,0 4-9 0,-2 3-1 16,0-3-1-16,-2 4 0 0,-2 0-14 0,-1 2 11 16,-3 1-11-16,-2-1 10 0,-3 1 2 0,-3-1 1 15,-1-3 0-15,-3 5 0 0,-3-5 3 0,-2 2 1 16,-2-1 0-16,-3 0 0 0,-5 0-4 0,-1-2-1 16,-3 4 0-16,-2-3 0 0,0-3-12 0,-3 0-12 15,1 1 3-15,-1-4 0 0,3 2-51 0,5-5-11 16,4-2-1-16,4-4-618 15,3-2-123-15</inkml:trace>
  <inkml:trace contextRef="#ctx0" brushRef="#br0" timeOffset="170301.25">28779 13254 1612 0,'-9'3'144'0,"2"0"-116"0,5-2-28 0,2-1 0 16,2-1 122-16,-2 1 18 0,-1 1 4 0,-1 2 1 16,0-3-79-16,1 1-16 0,4 1-3 0,2-2-1 15,2 0-36-15,2 3-10 0,1 0 0 0,0 0 0 0,1 3 0 16,1 2 0-16,0 1 0 0,1 6 0 0,-2 1 0 0,-1 3 0 15,0 1 0-15,-3 4 0 0,-2 2 0 0,-1 3 8 16,-3 4-8-16,0 2 8 0,0 1-8 0,-2-5-8 16,0-3 8-16,-2-2-12 0,0-1 12 0,-1-7-13 15,-1-2 5-15,-2 0 8 0,1-3 0 0,-3-3 0 16,0 0 0-16,-1-2 0 0,-2 2 0 0,0-4 0 16,-2 2 9-16,0-2-9 0,0 0 10 0,-3-1-2 15,1 0-8-15,2 0 12 0,-1-1 6 0,6-1 1 16,3 0 0-16,3-1 0 0,6 2 5 0,3-3 2 15,4 2 0-15,5 0 0 0,6 2-16 0,2 2-10 16,3-4 12-16,3 3-12 0,3-3 0 0,2 2 0 16,4-3 0-16,0 2 0 0,1-1 0 0,2-3 0 0,1 0 0 0,-1 0 0 15,1-3-31-15,0 2-6 0,3-5-2 0,-3-1-676 16,-3-2-135-16</inkml:trace>
  <inkml:trace contextRef="#ctx0" brushRef="#br0" timeOffset="170633.72">29578 13099 1612 0,'-3'1'144'0,"0"2"-116"0,2-3-28 0,0 0 0 0,3 0 159 0,-2 0 25 16,-1 2 6-16,0 2 1 0,1-2-90 0,0 2-17 16,2 2-4-16,3 4-1 0,1 0-56 0,3 5-11 15,2 4-3-15,0 3 0 0,3 4-9 0,1 5 0 16,-3 7 0-16,-1 3 8 0,0 3-8 0,-1 3 0 16,-4 4 0-16,-1 0 0 0,-4-1 0 0,-1-3 0 15,-2 2-10-15,-2-9 10 0,-1-4-30 0,-1-2 0 16,0-6 0-16,1-8 0 0,0-2-27 0,0-8-6 15,0-3-1-15,1-5 0 0,2-7-2 0,0-6-1 16,0-6 0-16,4-7 0 16,1-7-170-16,3-6-35 0</inkml:trace>
  <inkml:trace contextRef="#ctx0" brushRef="#br0" timeOffset="171034.58">29751 13081 172 0,'13'-57'8'0,"-7"34"1"0,-2 11-9 0,-3 6 0 0,-1 5 0 0,1-1 0 15,2-1 396-15,0-1 76 0,5-6 16 0,-1 4 4 16,4 0-299-16,0 2-59 0,1 2-12 0,-1 4-2 15,1 2-72-15,0 2-13 0,1 1-3 0,-3 2-1 16,1 1-18-16,-1 2-3 0,0-2-1 0,-2 2 0 16,1 1-9-16,-4-1 0 0,2 1 0 0,-3-4 8 15,-2-1-8-15,-2 1 0 0,0-3 0 0,-1-3-11 16,-2 2-2-16,-2 0-1 0,-3 0 0 0,-1 1 0 16,-2-2-6-16,-1 2-2 0,-2 1 0 0,1-1 0 15,-1 4 8-15,1-3 2 0,-1 2 0 0,3-3 0 16,1 3 12-16,3-2 13 0,2-1-2 0,2 0-1 0,3 0-10 0,3 2 0 15,2 1 9-15,3-3-9 0,3 2 0 0,3 0 0 16,2 0 0-16,4-1 0 0,1-1 0 0,1-2 0 16,3-3 0-16,1 1 0 0,0 1 0 0,1-2 0 15,0 4 0-15,-1-4-8 0,-1 4 8 0,-2 1 0 16,-2-2 0-16,-2 3 0 0,-4 2 12 0,-5 0 0 16,-2 1 1-16,-3 2 0 0,-2-1 15 0,-5 1 4 15,-1 5 0-15,-5 1 0 0,-2 3 13 0,-3 5 3 16,-6 3 1-16,-3 3 0 0,-3 5 7 0,-2 1 0 15,-3 3 1-15,0-6 0 0,-1-3-16 0,0-1-3 16,1-8-1-16,4-2 0 0,1-2-19 0,3-7-4 16,0-2-1-16,1-3 0 15,-1-2-83-15,-2-5-17 0,-1-2-3 0,-1-7-1 16,2-2-149-16,1-4-31 0</inkml:trace>
  <inkml:trace contextRef="#ctx0" brushRef="#br0" timeOffset="171533.68">27777 14705 1728 0,'21'7'153'0,"-4"-4"-122"0,2 0-31 0,-3-2 0 0,-4-1 95 0,2-1 13 16,4 1 2-16,16-4 1 0,17-2-59 0,22-5-12 15,13-3-3-15,2-6 0 0,-1-1-23 0,-3-3-5 16,-1 0-1-16,3-1 0 0,0 1-8 0,2 0 0 0,-3 1 0 16,3-1 0-16,0-1 0 0,3 1 0 0,6 1 0 0,-3 4 0 15,-8 0 0-15,2 1 10 0,1 2-1 0,-4 6 0 16,0 1 27-16,-12 3 6 0,-9 1 1 0,-6 0 0 15,-5 4 3-15,-2 1 1 0,-4 0 0 0,-5 1 0 16,-3 3-27-16,-5 1-6 0,-6-2-1 0,-3 0 0 16,-3 0-13-16,-2-3 0 0,-4 3-9 0,-2-6 9 15,-1 3-175 1,0-3-29-16</inkml:trace>
  <inkml:trace contextRef="#ctx0" brushRef="#br0" timeOffset="185200.49">22816 5765 1094 0,'-7'1'97'0,"2"2"-77"0,2-3-20 0,-2 2 0 15,1-1 113-15,2 2 19 0,-1-1 4 0,-1 2 1 16,-4 2-46-16,-3 2-10 0,-2 0-1 0,1 0-1 16,0 0-47-16,2-2-10 0,-1 1-2 0,-1-1 0 15,1 0-9-15,-1 0-3 0,1 0 0 0,-2 1 0 16,1-1 0-16,1 4-8 0,-1-3 12 0,-1 5-4 0,2-2 3 0,-1 5 0 16,-4-1 0-16,-2 4 0 0,1 7-1 15,-2 0 0-15,1 1 0 0,-4 0 0 0,1 1-10 0,0 1 0 16,2-2 0-16,2-1 0 0,3-5 0 0,3-2 0 15,1 1-9-15,3-5 9 0,1-2-29 0,2 0 1 16,0-2 0-16,2 0 0 0,-2-1-6 0,1 1-1 16,0-2 0-16,0 0 0 0,0 0-5 0,-1 2-2 15,0-4 0-15,2 2 0 0,-1-2 1 0,2-1 0 16,1-5 0-16,1 0 0 0,2-3-19 0,-1 0-3 16,3-3-1-16,-1-1 0 15,1-1-14-15,-2-2-3 0,1 0-1 0,0 0-414 0</inkml:trace>
  <inkml:trace contextRef="#ctx0" brushRef="#br0" timeOffset="185451.6">22331 6016 774 0,'4'-10'34'0,"-3"3"7"0,-1 2-33 0,0 3-8 0,0 2 0 0,-1 0 0 16,-1 0 119-16,0 0 21 0,-2 4 5 0,-2-1 1 15,-1 4-31-15,-3 5-7 0,-1 1 0 0,1 5-1 16,0 2-31-16,2-1-5 0,3 3-2 0,2-2 0 15,0 1-34-15,6-3-7 0,3-2-2 0,1 0 0 16,3-2-26-16,1-3 0 0,3 0 0 0,-2-2 0 16,1-3 0-16,-1 0 0 0,-1 0 0 0,0-2 0 15,-2 0 0-15,0-2 0 0,-2 1 0 0,-1-2 0 0,-1 2-14 0,1-3 5 16,2 0 1-16,-1-4 0 0,1 1-22 16,4-5-4-16,4-3-1 0,5-8-532 15,4-6-106-15</inkml:trace>
  <inkml:trace contextRef="#ctx0" brushRef="#br0" timeOffset="186001.31">21693 5901 288 0,'1'-5'25'0,"-1"1"-25"0,-1 3 0 0,1-1 0 0,0-1 168 0,-1 2 28 15,-1 1 5-15,1 0 2 0,-1 0-61 0,-2-3-12 16,-1 3-2-16,-1 0-1 0,0 0-23 0,-3 4-5 15,0 1-1-15,-1 0 0 0,1 4-34 0,-4-1-8 16,1 3 0-16,-3 4-1 0,0 1-31 0,-1 5-5 16,1 3-2-16,-2 3 0 0,-2 1-17 0,1 1 0 15,-1-3 8-15,1 2-8 0,0 1 0 0,2-3 0 16,-1-2 0-16,1 1 0 0,2-3-9 0,2-2 1 16,1-1 0-16,2-1 0 0,3-2-8 0,1-2 0 15,1 1-1-15,3-5 0 0,1-2-12 0,3-4-3 16,2-1 0-16,2-3 0 0,2-5-28 0,3-3-5 15,0-7-2-15,3 2 0 16,-1-3-89-16,3-3-19 0</inkml:trace>
  <inkml:trace contextRef="#ctx0" brushRef="#br0" timeOffset="186217.51">21460 6088 694 0,'-12'2'31'0,"3"-2"6"0,2 0-29 0,1 0-8 0,2 1 0 0,2-1 0 15,0 3 56-15,-1-3 11 0,-5 1 1 0,1 1 1 16,-1 1-8-16,1 1-1 0,1 2-1 0,1-2 0 15,2 1 17-15,0 2 3 0,0-1 1 0,2 0 0 16,0 3-15-16,-1 1-2 0,2 0-1 0,0 0 0 16,2 2-33-16,-1-2-6 0,1 0-2 0,1 1 0 15,1-4-21-15,2 0 8 0,2-1-8 0,1-3 0 16,1 2 0-16,2-5 0 0,2 2 0 0,2-4 0 0,0 2 0 0,1-2-8 16,1-2 8-16,-1-1-8 0,3 0-18 15,1-1-3-15,2-3-1 0,3-3-708 16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13T16:53:49.10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1">
        <inkml:traceFormat>
          <inkml:channel name="X" type="integer" max="27388" units="cm"/>
          <inkml:channel name="Y" type="integer" max="18258" units="cm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T" name="resolution" value="1" units="1/dev"/>
        </inkml:channelProperties>
      </inkml:inkSource>
      <inkml:timestamp xml:id="ts1" timeString="2025-03-13T16:55:07.140"/>
    </inkml:context>
  </inkml:definitions>
  <inkml:trace contextRef="#ctx0" brushRef="#br0">5639 9862 921 0,'-3'-3'40'0,"-1"0"10"0,2 0-40 0,1-1-10 16,1 4 0-16,0-2 0 0,0 1 170 0,-1-2 32 0,-1-3 6 0,1 0 2 15,0 0-102-15,-2-2-21 0,2 2-4 0,0 4-1 16,1-1-18-16,-1 2-4 0,-2 1-1 0,3 0 0 16,-1 0-27-16,0 0-4 0,-2 4-2 0,1-1 0 15,-3 6-16-15,-3 1-10 0,-1 5 12 0,-6 7-12 16,-4 4 12-16,-2 5-12 0,-1 1 12 0,-7 9-12 15,-3 9 0-15,-4 5 0 0,-1 4 0 0,0-1 0 16,3-2 0-16,0-5-16 0,5-3 2 0,-1-5 0 16,3-7-2-16,2-5 0 0,1-6 0 0,3-6 0 15,4-4 0-15,1-5 0 0,1-4 0 0,2-4-630 16,0-4-126-16</inkml:trace>
  <inkml:trace contextRef="#ctx0" brushRef="#br0" timeOffset="221.48">5268 9774 1958 0,'-4'2'87'0,"3"0"17"0,1 0-83 0,1 1-21 16,3 0 0-16,1 0 0 0,2 4 110 0,5-1 18 16,9 8 3-16,8 3 1 0,4 3-104 0,4 2-28 15,0 3 8-15,-1 0-8 0,-4 3 0 0,-2 4 0 16,-4 0 0-16,-5 3 0 0,-4 2 0 0,-5 5 0 15,-6 6 0-15,-6 2 0 0,-4 1 12 0,-8 2-4 16,-3-2 0-16,-6-1-8 0,-1 3 17 0,-3-4-3 0,1-9-1 16,3-5 0-1,3-9-121-15,3-11-24 0,3-10-4 0</inkml:trace>
  <inkml:trace contextRef="#ctx0" brushRef="#br0" timeOffset="416.8">5388 9748 1785 0,'-3'4'159'0,"2"-2"-127"0,1-1-32 0,1 2 0 16,2-1 168-16,-1 2 28 0,3 3 6 0,2 5 1 15,7 5-142-15,1 4-28 0,3 2-5 0,1 2-2 16,0-3-16-16,-1 3-10 0,1 0 12 0,-2 1-12 16,-2-1-16-16,-4 0-9 0,0 4-3 0,-3 2 0 15,-4 3-173-15,-4-5-35 0</inkml:trace>
  <inkml:trace contextRef="#ctx0" brushRef="#br0" timeOffset="816.6">5062 10184 748 0,'-3'10'33'0,"-1"-7"7"0,3 1-32 0,1-2-8 0,1-2 0 0,0 0 0 16,3-2 362-16,0-2 70 0,8-1 15 0,4-3 2 15,9-4-347-15,5-4-70 0,0 0-13 0,3-3-3 16,-1 1 0-16,1 2 0 0,1 0 0 0,0 1 0 16,2 2-8-16,1 2 0 0,-2 5-8 0,2-3 12 15,0 6-12-15,0-1 11 0,-4 2-11 0,0 2 10 16,-4-3 7-16,0 2 2 0,-1-2 0 0,1 1 0 16,3-2-2-16,0-2 0 0,2-4 0 0,-1 0 0 0,-2 2-17 0,-3-5 10 15,-1 3-10-15,-3 0 8 16,-6 4 0-16,-2 0-8 0,-3 0 12 0,-6 6-4 15,-2-3-77-15,-5 6-16 0,-2-1-3 0</inkml:trace>
  <inkml:trace contextRef="#ctx0" brushRef="#br0" timeOffset="5282.46">9226 11240 1382 0,'-1'-2'123'0,"-1"1"-99"16,2 1-24-16,0 0 0 0,3 0 99 0,-3 0 14 15,0 0 3-15,0 0 1 0,0-3-58 0,1 3-12 16,0-2-3-16,-1 2 0 0,0 0-18 0,0 0-4 16,0 0-1-16,15-14 0 0,-9 8-9 0,1 2-1 15,1-2-1-15,2 0 0 0,-2 0-10 0,-1 0 0 16,2 2 9-16,-2 1-9 0,0 0 16 0,0 0-2 16,0 3 0-16,-1 0 0 0,2 0 2 0,-2 0 1 15,-1 0 0-15,0 3 0 0,0-3 11 0,-2 1 1 16,4 1 1-16,-2-2 0 0,1 3 6 0,1-3 2 15,1 1 0-15,0-1 0 0,2-1-14 0,1 1-2 16,3-3-1-16,-1 1 0 0,1-2-1 0,0 2-1 16,0 1 0-16,0-4 0 0,2 3-3 0,-1 0-1 0,2 1 0 0,-1 1 0 15,2 0-15-15,-3 0 9 0,-1 0-9 0,0 1 8 16,0 1-8-16,-2 2 0 0,2-1 0 0,-1 0 0 16,0 0 0-16,0-2 0 0,-1 1 0 0,1 1 0 15,-1-2 0-15,1 2 0 0,0-3 0 0,0 0 0 16,-1 0 0-16,-1 0 0 0,1 0 0 0,0-3 0 15,0 3 0-15,-3-1 0 0,-1 1 0 0,0 0 8 16,0 0-8-16,-2 0 10 0,2 1-10 0,-2 2 10 16,0-1-10-16,-1-2 0 0,0 4 0 0,-1-4 8 15,0 1-8-15,-1 2 0 0,1-3 0 0,0 0 8 16,-2 2-8-16,1-2 0 0,0 0 0 0,1 1 0 0,0-1 0 0,-1 3 0 16,1-3 0-16,0 0 0 0,0 0 0 0,1-3 8 15,1 3-8-15,-1 0 0 0,1-1 8 0,1 1-8 16,1 0 8-16,-1 0-8 0,1 0 8 0,-2 0-8 15,0 0 0-15,1-2 8 0,2 2-8 0,0-3 0 16,-1 2 0-16,1 1 0 0,0-3 0 0,-1 2 8 16,1-1 2-16,-2 2 0 0,1 0-10 0,0 0 0 15,0-3 9-15,-1 2-9 0,-1 1 0 0,1 0 0 16,0-3 0-16,-1 3 0 0,0-2 0 0,1 2 0 16,-1-1 0-16,-1 1 8 0,0 0-8 0,1 0 12 15,-1-3-4-15,1 3 0 0,0-2 4 0,0 2 0 16,1-1 1-16,-1 1 0 0,0-3-3 0,0 3-1 15,-1 0 0-15,0-2 0 0,1 0-9 0,-2 2 8 16,1 0-8-16,0 0 8 0,-2 0-8 0,0 0 0 0,-1 0 0 0,1 0 0 16,-1 0 0-16,0 0 0 0,-1 0-8 15,0 0 8-15,-1-2 0 0,0 2-11 0,1-1 11 0,-1 1-8 16,0 0 8-16,0 0-10 0,0 0 10 0,0 0-10 31,0 0-73-31,0 0-14 0,0 0-3 0,-3-25-1062 0</inkml:trace>
  <inkml:trace contextRef="#ctx0" brushRef="#br0" timeOffset="6616.73">8833 12154 230 0,'-4'7'20'0,"0"-5"-20"0,1-1 0 0,-1 2 0 15,3-3 244-15,-1 1 44 0,0 0 8 0,-1 3 3 16,-3 0-207-16,-2-1-42 0,-2 3-8 0,0-1-2 16,1-1 0-16,2 0 0 0,1-2 0 0,-1-2 0 15,4-2-13-15,0-1-3 0,1-2-1 0,0 0 0 16,1-2-14-16,1-5-9 0,1-1 12 0,1-3-12 16,-1 1 12-16,0-2-4 0,2-1 0 0,-1-7-8 15,1-1 24-15,-1 1-1 0,-1 3-1 0,1 2 0 16,-1 2 10-16,-1-1 1 0,1 3 1 0,-1 0 0 0,1 3 8 0,-1-1 2 15,0 0 0-15,3-2 0 0,-1 0-6 0,1 1-1 16,2-1 0-16,-2 0 0 0,2 0-20 0,-1 1-4 16,1 1-1-16,-3 2 0 0,1 2-2 0,-4 1-1 15,2 1 0-15,-1 3 0 0,0-1 1 0,-1 1 0 16,-1 1 0-16,0 2 0 0,1 0 9 0,-2 2 1 16,1 0 1-16,-1 0 0 0,0 0 0 0,-2 0 0 15,1 0 0-15,0 2 0 0,0-2-5 0,1 0 0 16,-1 2-1-16,0-2 0 0,2 0-15 0,-1 0 8 15,1 0-8-15,-1 0 0 0,2 2 0 0,-2-2 0 16,-1 4 0-16,0-1 0 0,-1 3 0 0,-1 1 0 16,-1-1 0-16,-1 4 0 0,-1 3 0 0,2-3 0 15,0 1 0-15,0-1 0 0,1-3 0 0,1-1 8 16,3-2-8-16,-1-3 0 0,2 0 0 0,2-1 0 0,1 0 0 0,-1-2 0 16,-1 1 0-16,1-2-8 0,2 2 8 0,-2-1-13 15,1-2 4-15,1-1 1 0,0 1 0 0,1 0 0 16,-1-2 8-16,-1 3-8 0,1-4 8 0,-1 2-8 15,1 2 8-15,0-1 0 0,1-2 0 0,1 2 0 16,-1-2 0-16,1 0 11 0,0 0-3 0,1-1 0 16,0 4 9-16,0-4 2 0,0 3 0 0,0 0 0 15,2 1 5-15,-3 2 0 0,1-3 1 0,-1 4 0 16,1 0-1-16,0 0 0 0,-1 2 0 0,1 0 0 16,1 2-3-16,-1-2-1 0,-1 4 0 0,1-2 0 15,3 2-4-15,-1 1-2 0,1-1 0 0,0 1 0 0,-1-2-6 16,0 1 0-16,1-2-8 0,0 0 12 0,1-2-12 0,0-1 0 15,-1 2 0-15,-1-3 0 0,0 0 8 0,-3-3-8 16,-2 3 0-16,0 0 0 0,-2-1 0 0,0 1 0 16,-2-2 0-16,-3 2 0 15,2 0-60-15,-2 0-17 0,0 0-4 0,-4 2-1131 16</inkml:trace>
  <inkml:trace contextRef="#ctx0" brushRef="#br0" timeOffset="9016.6">9817 10353 633 0,'-4'2'28'0,"1"-2"6"0,0 0-34 0,2 0 0 0,1-2 0 0,-1 2 0 16,1 0 204-16,-2-4 35 0,0 0 6 0,-1-2 2 16,1-3-147-16,-3 1-30 0,1 0-6 0,-1-2 0 15,0 2-15-15,-1 0-2 0,-1 0-1 0,-2 1 0 16,0 1-10-16,0 3-1 0,-4-1-1 0,0 1 0 15,-3 1-5-15,-3 2-1 0,-2 2 0 0,-5 1 0 0,-1 1-12 16,-2-3-2-16,0 1-1 0,3-2 0 0,2 0-21 16,4-2-5-16,3-2-1 0,2 0 0 15,3-2-6-15,0 0-2 0,-1-1 0 0,0-2 0 0,0-1 5 0,3 4 1 16,0-3 0-16,1 3 0 0,-3 2 16 0,0-2 14 16,0 4-2-16,-1 0-1 0,1 2 10 0,-2 4 3 15,1-1 0-15,-2 3 0 0,-1 1-11 0,0 3-1 16,1 1-1-16,-1-1 0 0,2 0-11 0,2 2 0 15,1-2 0-15,2 0 0 0,3-1 0 0,1-2 0 16,1-1 0-16,1-1 0 0,1 2 0 0,0-4 0 16,1 0 0-16,1-2 0 0,0 1 0 0,0 1 0 15,0-2 0-15,0 2 0 0,1 0 0 0,-1 0 0 16,0-2 0-16,0 2 0 0,0 0 0 0,0 2 12 16,0 3-12-16,-1 0 12 0,-1 6-12 0,1 2 8 0,-3 0-8 15,1 5 8-15,-1 4-8 0,-1 1 0 0,3-2 0 0,-2 6 0 16,1 4 0-16,3-2 0 0,2-3 0 0,0 2 0 15,2 0 0-15,1-2 8 0,0-1-8 0,1-2 8 16,1-1 2-16,0 0 0 0,-1-3 0 0,0 0 0 16,0-2 2-16,-1-2 0 0,0 1 0 0,-3-3 0 15,1 3-4-15,-3 0 0 0,1 0 0 0,-2 3 0 16,0 0-8-16,-3 3 0 0,0 1 0 0,-2 0 0 16,0 3 0-16,0-2 0 0,1-4 0 0,2-2 0 15,1-2 0-15,2-9 0 0,2-3 0 0,1-2 0 16,3-5-12-16,0 0 12 0,3-2-10 0,2-2 10 15,3-2-9-15,2-1 9 0,0 1-8 0,0-2 8 16,1 0 0-16,-1-2 0 0,3 2 0 0,-1 2 0 0,2-2 10 16,0 2-2-16,0 3-8 0,-1 3 12 0,2 0-12 0,0 0 0 15,2 3 0-15,-2 1 0 0,2-1 0 0,3 4 0 16,1 1 0-16,4 2 0 0,1 0 0 0,2-1 0 16,-1 0 0-16,1-2 0 0,0-1 0 0,0-2 0 15,-1-2 0-15,2-1 0 0,0-1 0 0,1 0 0 16,0 0 0-16,0-1 0 0,-3 1 8 0,1-2-8 15,-2 2 11-15,-4 0-11 0,-2 0 18 0,-5-3-3 16,-3 3-1-16,-3-1 0 0,-3 1 10 0,-2 0 3 16,-3 0 0-16,-1 0 0 0,1 0-2 0,-4-3 0 15,2 3 0-15,0-3 0 0,-1-1-12 0,1-1-2 16,-1 1-1-16,-1-2 0 0,0 2-10 0,-2-2 0 16,1 0 0-16,-2 0 8 0,2 0-8 0,-4 0 0 15,2-2 0-15,-2 2 0 0,-1 0 0 0,1-3 0 0,-2-3 0 16,1-1 0-16,-1-3 0 0,-1-2 0 0,1-6 0 0,-1-3 8 15,3-3-8-15,-2-3 0 0,3 0 0 0,-2-2 0 16,3 2 0-16,-1 3 0 0,0-1-10 0,0 5 10 16,-1 4 0-16,2-1 0 0,0 5-8 0,0 2 8 15,2 0 0-15,-4 3 0 0,2 1 0 0,0 2 0 16,3-1 0-16,-2 0 0 0,2 2 0 0,-2-3 0 16,1 2-8-16,1 0 8 0,-1 1 0 0,1 2-9 15,-2-5 9-15,1 2 0 0,2-1 0 0,0 1 0 16,0-3 0-16,-1 3 0 0,1-2 0 0,0 5 0 15,-1-2 0-15,-1-1 0 0,0 4 0 0,1 0 11 16,-2 0 4-16,-1 2 1 0,0-1 0 0,-1 1 0 16,1 0 7-16,-3 1 1 0,2-2 1 0,-2 1 0 0,2 0-3 0,-1 2-1 15,-1-2 0-15,1 1 0 0,1-2-10 16,-1 1-3-16,0 0 0 0,-1-1 0 0,1 2-8 0,-1-1 0 16,1 0 0-16,-2-1 8 0,1 1-8 0,-2-2 8 15,-3 3-8-15,-1-4 8 0,0 1-8 0,-4 0 8 16,-5-3-8-16,-3 2 8 0,-2 1-8 0,-1-3 12 15,-4-1-12-15,-1 0 12 0,-2-2-12 0,-1 2 12 16,0-2-12-16,-2 2 12 0,2-3-12 0,-1 1 0 16,-2 2 0-16,-1 0-11 0,2 2-6 0,-6 1-2 15,-2 4 0-15,-6 4 0 0,-4 4-25 0,-8 7-4 16,-4 8-2-16,-4 6 0 16,-4 11-111-16,-7 10-23 0</inkml:trace>
  <inkml:trace contextRef="#ctx0" brushRef="#br0" timeOffset="12918.6">5698 9287 57 0,'0'0'0'0,"1"0"0"0,-1 0 0 15,0 0 0-15,2 0 77 0,-1 0 11 0,-1-3 1 0,1 2 1 16</inkml:trace>
  <inkml:trace contextRef="#ctx0" brushRef="#br0" timeOffset="13434.19">5646 9455 115 0,'1'0'10'0,"-1"0"-10"0,0 0 0 0,0 0 0 16,0 2 167-16,0-2 31 0,0 4 6 0,-1-1 2 15,1 3-127-15,-1 4-26 0,0 2-5 0,-1 0 0 16,1 2-7-16,0-2-1 0,0 1 0 0,-1-3 0 0,4-4 31 0,-2-3 5 16,1 1 2-16,0-1 0 0,0-3-18 15,1 0-3-15,0 0-1 0,1 0 0 0,0-3-26 0,0 2-6 16,-1 1 0-16,2-3-1 0,-2 2-23 0,1 1 8 16,-1-2-8-16,1-1 0 0,-2 3 0 0,0-1 0 15,-1 1 0-15,0 0 0 0,0 0 0 0,-1 0 0 16,1 0 0-16,-1 0 0 0,0 0 21 0,-1-2 0 15,2 2 0-15,0 0 0 0,0 0 20 0,0 0 4 16,0 0 1-16,-13-17 0 0,10 11 2 0,1 4 0 16,1-2 0-16,-1 0 0 0,1 2-16 0,-1-1-4 15,0 2 0-15,1-1 0 0,-1 0-16 0,0 1-4 16,2 0-8-16,2 1 12 0,-1-2-12 0,0 0 0 16,0 0 8-16,2-1-8 0,-1 0 0 0,3-4 0 0,1-1 0 0,2 0 0 15,-2-1-9-15,1 0 9 0,2-1 0 0,0 1-9 16,-2 2 9-16,1 1 0 15,-2 0 0-15,0-1 0 0,-1 4 0 0,-1 0 0 0,-2 1 0 0,-1 2 0 16,1 0 0-16,-1 0 0 0,-1 2 0 0,0-2-8 16,-1 0 8-16,1 0 0 0,0 3 0 0,-2-3 0 15,2 0 0-15,0 0 0 0,0 0 0 0,0 0 0 16,0 0 0-16,0 0 0 0,0 0 0 0,0 0 0 16,-2 19-19-16,2-15 2 0,-1 1 0 0,-1 1 0 15,1 0-18-15,0 4-3 0,-2 0-1 0,1 4 0 16,0 1-117-16,-2 1-23 0</inkml:trace>
  <inkml:trace contextRef="#ctx0" brushRef="#br0" timeOffset="15058.27">5326 9827 1267 0,'-9'0'56'0,"2"0"12"0,1 4-55 0,1-4-13 0,2 2 0 0,2-1 0 16,0 2 144-16,-3-1 25 0,0 2 6 0,-1-1 1 15,0 0-123-15,2 1-24 0,1-4-5 0,1 3 0 16,1-3-24-16,1-3 0 0,1-1 0 0,0-2 0 15,2 0 0-15,1-4 0 0,0 1-11 0,1 0 11 16,-1-4 0-16,0 1-9 0,-1-2 9 0,-2 2 0 16,0-4 0-16,0 1 0 0,-2 1 0 0,0-2 0 0,0 1 0 0,0-1 0 15,-2-3 8-15,1 0-8 16,0-2 13-16,0-1-1 0,0-2-1 0,-1-4 0 0,4 1 9 16,-2-2 3-16,2 1 0 0,0-2 0 0,1 3-3 0,-1 1 0 15,1-3 0-15,-1 7 0 0,1 0-4 0,-2 3-2 16,-1 3 0-16,0 1 0 0,-1 5 0 0,-2 3 0 15,1 1 0-15,-3 0 0 0,1 1 7 0,2 4 2 16,-2-2 0-16,-1-1 0 0,1 4-8 0,-1-2-2 16,0 1 0-16,2 1 0 0,0-3-13 0,1-1 11 15,-1 2-11-15,3-2 10 0,2-2-10 0,0 0 0 16,2-4 0-16,2-1 0 0,1 0-13 0,0-2 5 16,-1-1 8-16,0 1-13 0,0 2 13 0,-1 2 0 15,-1 0 0-15,-1 4 0 0,0 3 0 0,-3 0 0 16,1 4 9-16,-2 0-9 0,-2 3 28 0,0 2-1 0,-2 4 0 15,-4 5 0-15,-1 4-10 0,-3 2-1 0,-2 7-1 16,-4 2 0-16,0 1-1 0,-1 0 0 0,2 1 0 0,-1-1 0 16,0 1-6-16,1-3 0 0,1-1-8 0,1-3 12 15,2-1-12-15,0-3 8 0,3-4-8 0,1-4 0 16,1 1 0-16,1-5 0 0,1-3 0 0,0-2 0 16,2-1-32-16,0-4 1 0,1-4 0 0,1-2 0 15,0 0-23-15,3-7-5 0,3-5-1 0,3-8 0 16,6-6-2-16,2-5-1 0,3-4 0 0,4 2 0 15,1-3 34-15,-2 8 6 0,-1 3 2 0,-3 5 0 16,-1 5 32-16,-3 5 6 0,-1 6 2 0,-2 0 0 16,-2 5 29-16,-2 4 5 0,-1-2 2 0,1 3 0 0,-1 0-1 15,1 3 0-15,-1-2 0 0,3 4 0 0,1-1-22 0,5 2-4 16,3 0 0-16,2 2-1 0,5 0-16 0,3 0-3 16,2 0-8-16,2 1 12 0,2-3-12 0,2 1 8 15,1 0-8-15,0-1 0 0,1 3 0 0,-4-5 0 16,1 3 0-16,0-1 0 15,5 0-62-15,-4 3-18 0,3 3-4 0</inkml:trace>
  <inkml:trace contextRef="#ctx0" brushRef="#br0" timeOffset="15984.27">9727 10039 1612 0,'-6'9'72'0,"1"-2"14"0,0-1-69 0,3-3-17 16,1-3 0-16,1 0 0 0,0-2 104 0,0 1 18 0,1-2 3 15,2-3 1-15,-1-4-74 0,2-6-14 0,0-2-3 0,-1-7-1 16,4-1-9-16,-4-3-1 0,2-5-1 0,0-1 0 16,-1-3-23-16,1 0 9 0,-1-2-9 0,1 0 0 15,-2 6 0-15,1-7 0 0,1 0 0 0,0 0 0 16,2-7 0-16,3 1 0 0,-1 4 0 0,4 1 0 15,2-3-8-15,3 4 8 0,-2 3-13 0,0 5 5 16,-1 7 8-16,-2 1 0 0,-2 5 0 0,-1 5-8 16,-1 6 8-16,-4 1 12 0,0 6-2 0,-3-2-1 15,-1 4 19-15,-2 0 3 0,1 4 1 0,-2-2 0 0,-1-1 1 16,0 6 1-16,-4-1 0 0,-1 4 0 0,-3 1-12 16,-3 2-2-16,-3 3-1 0,-3 3 0 0,-1 0-11 0,0-1-8 15,0 2 12-15,1-4-12 0,2-1 8 0,0-4-8 16,3 0 0-16,3-5 0 0,-2 0 0 0,2-1 0 15,-2 0 0-15,1-1 0 0,0-2 0 0,-1 0 0 16,-2 0-15-16,-2-2 5 0,2 0-21 0,-1-2-4 16,1-2-1-16,2 0 0 0,2-1-19 0,3 0-4 15,4 3-1-15,1-4 0 0,4 2 2 0,2-2 0 16,1 1 0-16,2 0 0 0,4-1 24 0,0 1 5 16,1 1 1-16,1-2 0 0,1 2 28 0,2 1 13 15,-1 0-1-15,1-1 0 0,-1 4 38 0,1 0 7 16,1 0 2-16,0 0 0 0,1 4-1 0,0-1 0 15,1-2 0-15,2 2 0 0,-1 2-22 0,2-1-4 0,2-1 0 16,4 0-1-16,2 0-31 0,1-2 8 0,2 1-8 0,1 1 0 31,0 1-91-31,1-1-21 0,-1 4-4 0,-1-1-877 0</inkml:trace>
  <inkml:trace contextRef="#ctx0" brushRef="#br0" timeOffset="17298.68">8460 7213 230 0,'0'0'10'0,"0"-4"2"0,-1 2-12 0,1 2 0 0,0-3 0 0,0 2 0 15,1-4 328-15,1 1 62 0,-1-6 13 0,0-4 2 16,4-4-264-16,-2 0-53 0,-1-3-10 0,-1-2-2 16,-1 1-29-16,-1-1-6 0,0-1-1 0,-3 1 0 15,-1 0-9-15,-1 1-3 0,-1-1 0 0,-2 3 0 16,-1 0-11-16,-1 4-2 0,1-1-1 0,-1 3 0 0,1 2-14 0,1 2 9 15,-1 4-9-15,3 0 8 0,0 2-8 0,0 1 0 16,2 1 0-16,2 1 0 0,-1 1-10 0,2 0 10 16,-1 0 0-16,2 0-9 0,1 0 9 0,-1 0-8 15,-2 0 8-15,2 0-8 0,-3 1 8 0,-1-1 0 16,-1 0 0-16,0 0-8 0,-2 2 8 0,1-2 0 16,0 0 0-16,-1-2 0 0,1 2 0 0,-1 0 0 15,1-1 0-15,1 1 0 0,1 0 0 0,0 0 0 16,1 0 0-16,2 0 0 0,-1 0 0 0,1 0 0 15,2 3 0-15,-1-3 0 0,1 3 0 0,-2-2 0 16,1 2 0-16,0 0 0 0,-2 2 0 0,0 3 0 16,-2 4 0-16,-4 2 0 0,2 4 0 0,-5 4 11 15,-1 3-3-15,-3 4 0 0,-3 3 2 0,1 1 0 0,0-4 0 0,2-3 0 16,8-8-2-16,1-6 0 0,6-4 0 16,5-4 0-16,2-2-23 0,4-6-5 0,1-1 0 0,5-2-1 31,4-8-53-31,0-2-10 0,2-5-3 0,-2-3 0 0,-3 3 29 0,0-3 6 0,0 0 0 0,-4 3 1 15,0 2 38-15,-2 4 13 0,-1 0-9 0,-2 4 9 16,2 2 25-16,-1 1 11 0,-1 3 1 0,1 2 1 16,0-1 22-16,1 1 4 0,0 3 0 0,2-1 1 15,0-1-2-15,2 2-1 0,1-1 0 0,1 2 0 16,1 2-13-16,3-2-2 0,0 4-1 0,1-1 0 16,3 4-22-16,2-1-5 0,2 2-1 0,-2-1 0 15,1 3-18-15,1-1 0 0,2 1 0 0,3 3-9 16,-2-1-155-16,0 4-30 0</inkml:trace>
  <inkml:trace contextRef="#ctx0" brushRef="#br0" timeOffset="65398.68">10376 5959 518 0,'4'-14'46'0,"-3"4"-37"0,0 2-9 0,0-2 0 0,2 4 164 0,-2 2 30 16,2-2 6-16,0-6 2 0,3-5-77 0,2-5-15 16,0-3-3-16,-1 1-1 0,-2 4 10 0,-2 1 3 15,0 3 0-15,-4 4 0 0,-1 0-31 0,0 2-5 16,-2-3-2-16,-2 3 0 0,0-2-34 0,-2 0-7 16,0-1-2-16,-1 0 0 0,2-3-30 0,-1 0-8 15,1-5 0-15,2 1 0 0,-1-3-27 0,1-1-6 16,1-1-2-16,-2 2 0 0,1-2 11 0,-3 3 3 15,0-3 0-15,-1 3 0 0,2-1 21 0,-2 1 0 16,-1 3 0-16,0 3 0 0,2 0 20 0,-2 0 1 16,1 0 1-16,-1-1 0 0,2 3 8 0,-1-1 2 15,0 2 0-15,2 0 0 0,2 1-8 0,-3 0-2 16,1-2 0-16,-2 2 0 0,2-3-9 0,-2 1-1 16,1-2-1-16,-1 4 0 0,0-4-11 0,1 1 0 0,1 1 0 0,0-2 0 15,1 1 0-15,0 2 0 0,-1-2 0 0,5 1 0 16,-2-2 0-16,2 1 0 0,1-1 0 0,-1-2 0 15,4-1-15-15,-1 2 5 0,1-2 1 0,2 1 0 16,-2-2 1-16,1 3 0 0,-1 1 0 0,1 2 0 16,-2 2 8-16,0-1 0 0,1 3 0 0,-2 1-8 15,1 2 8-15,-1-1 0 0,0 2 0 0,0 2 0 16,-1 0 0-16,1 2 0 0,0-2 8 0,1 2-8 16,-1 0 0-16,2 1 0 0,0 0 0 0,1 1 0 15,1 0 0-15,2-3 0 0,2 2 0 0,1-1 0 16,4-2 0-16,0 1 0 0,2-3 0 0,0 3-8 15,0-2 8-15,1 0 0 0,0-2 0 0,0 3 0 16,0 0 0-16,-1-2 0 0,1 2 0 0,0 0 0 0,0-2 0 0,-1 1 0 16,-1 1 0-16,1-2 0 0,-1 4 0 0,1-2 0 15,-1 3 0-15,1-2 0 0,0 3 0 0,1 0 0 16,-3 0 0-16,2 0 0 0,-1 3 0 0,1-2 0 16,-1 3 0-16,2 1 0 0,-1-2 0 0,1 0 0 15,0 1 0-15,2-2 0 0,2-1 0 0,1-1 0 16,-2 0 0-16,4-1 0 0,-1 1 0 0,3-2 0 15,3-5 0-15,2 4 0 0,1-2 0 0,0 0 0 16,-3 0 0-16,0 1 0 0,2 0 0 0,0 4 0 16,-3-2 0-16,-1 2 0 0,1 2 0 0,-2 0 0 15,1 0 0-15,-3 2 0 0,0-2 0 0,-1 2 0 16,0 2 0-16,2-2 0 0,-2-2 0 0,1 2 0 16,2 1 0-16,0-1 0 0,1-2 0 0,0 2 0 0,0 0 0 15,-2-1 0-15,2 4 0 0,-1-3 0 0,1 4 0 0,-1 1 0 16,0 0 0-16,-2 0 0 0,1 2 0 0,-3 4 0 15,-2-3 0-15,1 1 0 0,0 0 0 0,-2 0 0 16,1-3 0-16,0-2 0 0,0 0 0 0,2-2 0 16,2-1 0-16,0-4 0 0,3-1 0 0,3-1 0 15,-2 1 0-15,1-3 0 0,3 0 0 0,-1 0 0 16,1 1 0-16,-2 0-10 0,2 0 10 0,-4 2 0 16,-1 0 0-16,-1 0 0 0,0 0 0 0,-2 0 0 15,0 0 0-15,-1 2 0 0,-2 2 0 0,3-1 0 16,2 0 0-16,1 0 0 0,1 4 0 0,2-4 0 15,0 3 0-15,1-2 0 0,1-2 0 0,1-1 0 16,3 2 0-16,-2-3 0 0,2 2 0 0,-6-4 0 0,1-1 0 0,-3 2 0 16,-2-1 0-16,-3-1 0 0,0 2 0 0,-2-2 0 15,-2 3 0-15,-1 0 0 0,-1 0 0 0,-1 3 0 16,-2-2 0-16,1 2 0 0,-2-1 0 0,2 2 0 16,1 0 0-16,0 2 0 0,-1-4 0 0,2 4 0 15,1-2 0-15,0-1 0 0,0 0 0 0,3 0 0 16,0-3 0-16,0 1-10 0,-1 1 2 0,1-2 0 15,-1 0 0-15,2 0 0 0,-3-2 8 0,0 1 0 16,0-2-9-16,-2 1 9 0,3 1 0 0,-4-2 0 16,1-1 0-16,0 2 0 0,-1-2 0 0,1 2 0 15,0-2 0-15,1 0 0 0,-1 2 0 0,3-2 0 16,-1 2 8-16,1-2-8 0,-1 1 0 0,0 0 0 16,-1 0 0-16,-1 0 0 0,-1-1 0 0,-2 1 8 0,1 3-8 15,-3-2 0-15,-1 2 0 0,-3-1 0 0,1 2 0 16,-3 1 0-16,0-2 0 0,-3 0 0 0,1 0 0 0,-2 0 0 15,0 0 0-15,0 0 8 0,-1 0-8 0,0 0 0 16,2 0 11-16,-1-2-3 0,-1 1-8 0,1-2 12 16,-1 3-1-16,0 0-1 0,0-2 0 0,-1 2 0 15,1-2 1-15,-1 4 0 0,1-2 0 0,0 0 0 16,0 0-11-16,0 0 10 0,0 0-10 0,0 0 10 16,0 0-10-16,0 0 0 0,0 0 0 0,-20 5 8 15,17-5-8-15,0 3 0 0,-1-3 0 0,2 3 0 16,-1-3 0-16,2 4 0 0,1-1 0 0,-1 1 0 15,1 2 0-15,1 0 0 0,0 1-9 0,0 1 9 16,2 0 0-16,-2 3 0 0,1 0-8 0,1 1 8 16,-1 3 0-16,0-1 0 0,0 2 0 0,-1-1 0 0,2-3 0 0,-2 4 0 15,0 0 0-15,-1 4 0 0,0 1-8 0,2 1 8 16,-1-3 0-16,0-1 0 0,1 2 0 0,0-1 0 16,0-3 0-16,-1 0 0 0,2-4 0 0,-2 0 0 15,-1 1 0-15,1-2 0 0,-1 1 0 0,0-2 0 16,-2 1 0-16,-1-1 0 0,-2-2 0 0,1 3 0 15,-3-1 0-15,0 2 0 0,0-5 0 0,-1 2 0 16,1-1 0-16,-1-2 0 0,2 0 0 0,0-4 0 16,2 1 0-16,0-2 0 0,2 2 0 0,0-3 0 15,0 0-10-15,1 0 10 0,0-3-13 0,0 2 2 16,-2-2 1-16,-1 1 0 0,2 1 10 0,-2-2-8 16,-1 0 8-16,2 0-8 0,-2 1 8 0,0-2 0 15,-2 3-9-15,1-2 9 0,0-1 0 0,-1 2 0 0,-1 2 0 0,0-4 0 16,-1 2 0-16,0-1 0 0,-1 2 0 15,1-4 0-15,-1 4-10 0,0-5 10 0,0 2 0 16,1-2-9-16,1 1 9 0,0 1 0 0,1 0 0 0,-1-2 0 16,2 3 0-16,0-4 0 0,1 5 0 0,1-2 0 15,1 2 0-15,-2-2 0 0,1 4 0 0,0-2 8 16,0 0 5-16,1 2 2 0,-1-2 0 0,2 2 0 16,-1-3-2-16,1 2 0 0,0 1 0 0,0 0 0 15,1-2-13-15,-1 2 9 0,1 0-9 0,1 0 8 16,-1 0-8-16,0 0 0 0,1 0 0 0,0 0 0 15,0 0 0-15,0 0 0 0,0 0 0 0,-4 18 0 16,7-8-12-16,-1-1 12 0,2 4-10 0,2 0 10 16,0-1 0-16,3 2 0 0,1 1-8 0,2-6 8 0,0 1 0 15,2-1 0-15,0-2 0 0,0 0 0 0,1-2 0 0,0 2 0 16,0-1 0-16,1 0 0 0,0 0 0 0,-2-2 0 16,-1 2 0-16,2 3 0 0,0-3 0 0,0 2 0 15,2 0 12-15,-1 0-12 0,1 0 16 0,1-4-4 16,0 2-1-16,0-3 0 0,-1-3 4 0,-2 0 1 15,1 0 0-15,-1-3 0 0,1-4 0 0,-3 1 0 16,-1-1 0-16,0-1 0 0,-2-2 1 0,0 0 1 16,-2 1 0-16,1-1 0 0,-2 1-4 0,0-4-1 15,0 1 0-15,0-4 0 0,1 0 0 0,0-3 0 16,2-2 0-16,0-5 0 0,3-10-2 0,0-5-1 16,1-3 0-16,3-13 0 0,5-8-58 0,3-11-12 15,4-4-3-15</inkml:trace>
  <inkml:trace contextRef="#ctx0" brushRef="#br0" timeOffset="68701.45">11285 3457 1119 0,'1'0'49'0,"0"-2"11"0,0 2-48 0,1-1-12 0,-1 1 0 0,0 0 0 15,-1 0 119-15,0-3 21 0,4 3 4 0,0-4 0 16,-2 2-37-16,1-2-8 0,-1 4-2 0,0-5 0 15,0 5-41-15,-2-1-9 0,-2 1-2 0,0-4 0 16,0 4-33-16,-1-1-12 0,-2 0 9 0,1-2-9 16,1 3 0-16,-1 0-12 0,0-1 0 0,2 1 1 15,1 0-5-15,-1 0 0 0,1 0-1 0,0 0 0 16,0-2 7-16,-1 2 2 0,2 0 0 0,2 0 0 16,-2 0 8-16,0 0 0 0,0 0 0 0,0 0 0 15,0 0 0-15,0 0 11 0,0 0-3 0,0 0 0 16,0 0 0-16,0 0 0 0,0 0 0 0,0 0 0 15,0 0-8-15,0 0 0 0,0 0 0 0,0 0-624 16,0 0-119-16</inkml:trace>
  <inkml:trace contextRef="#ctx0" brushRef="#br0" timeOffset="69200.84">11292 3549 1735 0,'13'7'38'0,"-20"-7"8"0,0 3 2 0,2-3 0 0,1 0-38 0,2 0-10 0,2 0 0 0,-4 0 0 0,-1-3 13 0,-1 2 1 0,0-4 0 0,2 1 0 16,3-2-14-16,1-1 0 0,1-2 8 0,4 3-8 15,-1-1 20-15,1-2 2 0,1 3 0 0,0-4 0 16,3 4 6-16,-4 2 2 0,1-1 0 0,-4 4 0 16,4-2 0-16,-2 3 0 0,-4 3 0 0,0 0 0 15,1-3 2-15,-3 4 1 0,2 2 0 0,0 3 0 16,-3 1 0-16,2-1 0 0,-1 0 0 0,1 4 0 15,-2 3-19-15,2 4-4 0,1 1-1 0,-1 5 0 16,1 5-9-16,0 1 0 0,0-4 0 0,-2 3 0 0,1 1 0 0,0 0 0 16,-2 1 0-16,2-3 0 0,0-1 0 0,0-4 0 15,-3-3 0-15,3 0 0 0,1-3 0 0,0-3 0 16,2-4 0-16,-1-2 0 0,2-3-14 0,1-2-5 16,1 2-1-16,0-4 0 0,-1 0-20 0,3-2-4 15,3-1 0-15,2-4-1 0,-1-2 3 0,1-3 1 16,0 0 0-16,-3-1 0 15,1-3-71-15,-1 0-13 0,-3 0-3 0,-3-2-622 0</inkml:trace>
  <inkml:trace contextRef="#ctx0" brushRef="#br0" timeOffset="70236.67">11405 3309 1504 0,'-5'-9'67'0,"2"6"13"0,2 3-64 0,1-3-16 0,0 3 0 0,1 3 0 15,-2-3 82-15,2 0 13 0,-2 0 2 0,1 0 1 16,0 0-37-16,0 0-7 0,0 0-2 0,0 0 0 16,0 0-15-16,0 0-3 0,0 0-1 0,0 0 0 15,0 0-18-15,21 0-4 0,-12 0-1 0,-1 2 0 16,4-2 1-16,1 0 0 0,2 1 0 0,2 2 0 16,1 0-11-16,1 2 10 0,4-3-10 0,-1 0 10 15,0-2-10-15,2 4 0 0,0 5 0 0,1-3 0 16,1-3 0-16,0 0 0 0,0-6 0 0,1 0 0 15,0-3 0-15,3 1 0 0,3-3 0 0,2-1 0 16,1 6 0-16,0-1 0 0,-2-1 0 0,4 4 0 0,-1-4 0 0,-2 4 0 16,-1 1 0-16,-3-3 0 0,-4 3 0 0,-5-1 0 15,1 2 0-15,-7-1 0 0,-2 3 0 0,-2-1 0 16,-3 2 0-16,-2 0 0 0,-1-2 0 0,-1 2 0 16,-3 2 0-16,2-2 0 0,-3-1 0 0,0 0 8 15,-1-1-8-15,-1-2 0 0,2 4 0 0,1-1 0 16,-1-3 0-16,0 0 0 0,0-3 0 0,1 3 0 15,3 3-9-15,-3-3 9 0,2 0 0 0,-1 0 0 16,0 3 0-16,1 0 0 0,-2 0 0 0,1 0 0 16,-1-2 0-16,1 2 0 0,-3 0 0 0,0 0 11 15,0 0-2-15,-4 0 0 0,3 3 8 0,-2 0 2 16,-1 1 0-16,1 0 0 0,-4-1-8 0,3 3-2 16,-3 1 0-16,2-4 0 0,2 1-9 0,-1 2 0 15,2 3 0-15,-2 4 0 0,3-2 0 0,-1 5 0 0,4-1 0 0,-2 1 0 16,1-2 0-16,0 0 0 0,3 3 0 0,-2-4 0 15,2 3 0-15,0-1 0 0,-3 1 0 0,3 1 0 16,-2-1 0-16,1 2 0 0,-2 2 0 0,1-1 0 16,1 3 0-16,-2-2 0 0,0 2 0 0,0-4 0 15,2 2 0-15,-2-2 0 0,2-1 0 0,-1-1 0 16,2-1 0-16,-2 0 0 0,3-1 0 0,-1-4 0 16,-2 0 0-16,2-1 0 0,-1 1 0 0,0-2 0 15,2 1 0-15,0-1 0 0,-2-1 0 0,0-4 0 16,1 4 0-16,0-4 0 0,-2 1 0 0,-2-4 0 15,2 1 0-15,-1 1 0 0,-1-4 0 0,-1-1 0 16,1 0 14-16,0 0-2 0,0 3-1 0,0-3 0 16,-2-3-11-16,-1 2 0 0,1 1-10 0,0 0 10 0,2 0 0 0,0 0 0 15,0 0 0-15,-20-11 0 0,14 7 8 0,-2 0-8 16,-3-1 0-16,8 4 0 0,0-1 8 0,-1 0-8 16,-1 2 0-16,1-2 0 0,-3-2 0 0,-4 2 0 15,-4-2 0-15,-4-2 0 0,-4 0 0 0,0 2 0 16,-1-2 8-16,1 1-8 0,4 1 12 0,12 2-2 15,-2 0 0-15,-1 0 0 0,-2-2-10 0,-3 2 12 16,-1 1-12-16,-9-2 12 0,-9 3-12 0,-5-2 0 16,4 4 0-16,-1-2 8 0,-4 4-8 0,2-2-11 15,3 1 3-15,4 0 0 0,2-1 16 0,4 0 4 16,9-4 1-16,2 4 0 0,2-2-13 0,-1-2 8 16,0 0-8-16,0-1 0 0,1-3 12 0,-2-3-3 15,2 3-1-15,2-2 0 0,0 2 8 0,0 0 0 0,1 0 1 0,-4 1 0 16,2 0-1-16,0-1-1 0,-1 1 0 0,-2 1 0 15,5 0-15-15,-2 2 11 0,-2 2-11 0,-1 0 10 16,0 0-10-16,4 0 12 0,-1 2-12 0,0-2 12 16,3 0-12-16,0 0 0 0,1-2 0 0,2 2 0 15,-1 2 0-15,2-2 0 0,1 0 9 0,1-2-1 16,-2 2-25-16,2-3-5 0,1 2-1 0,1 1 0 16,-3 0 38-16,2-4 7 0,1 4 2 0,-1 0 0 15,-2 0-39-15,3 0-7 0,-2 0-2 0,-3-2 0 16,0 2 44-16,0 0 8 0,0 0 1 0,0 2 1 15,-3 2-19-15,1-4-11 0,0 4 12 0,-2-4-12 16,0 2 0-16,1-2 0 0,0 0 0 0,1 2 0 16,1-4-16-16,-1 2 4 0,3 0 0 0,-1-2 0 15,2 2-55-15,2-4-10 0,1 4-3 0,2-4-1049 16</inkml:trace>
  <inkml:trace contextRef="#ctx0" brushRef="#br0" timeOffset="72100.02">12422 3653 230 0,'-1'1'10'0,"0"-1"2"0,0 0-12 0,1 0 0 0,0 0 0 0,-2 0 0 15,1-1 292-15,0 1 55 0,1 0 11 0,-2-3 2 0,-2 3-240 0,4 0-49 16,0 0-10-16,0 0-1 16,0 0-16-16,-20-2-4 0,14 4 0 0,1-4 0 0,2 1-19 0,2 2-4 15,1-2-1-15,0 1 0 0,-1 0 4 0,2-3 1 16,2-1 0-16,2-2 0 0,0 4-4 0,1-6-1 15,2 3 0-15,4 2 0 0,-1-1-6 0,-1-1-2 16,-1 1 0-16,3 1 0 0,0-1 1 0,2 1 0 16,-3 1 0-16,1 1 0 0,0-2 7 0,1 3 0 15,-1-2 1-15,2 2 0 0,-6 2 4 0,3-6 1 16,2 4 0-16,3-2 0 0,1 2-8 0,2-4-2 16,-3 4 0-16,0 0 0 0,0-2-12 0,0 2 0 15,-4 2 0-15,3 0 0 0,-2 0 0 0,0 0 0 16,2 2 0-16,0-4 0 0,2 4 0 0,4-4 0 15,2-1 0-15,-4 1 0 0,1-5 0 0,2 1 0 0,12-6 0 0,-1 1 0 16,-4 2 0-16,0-2 0 0,7 2 0 0,-3 1 0 16,0 1 9-16,-6 1-9 0,-2 2 8 0,-3 4-8 15,-2-2 17-15,-6 0-1 0,3 4-1 0,-6-2 0 16,0 2-2-16,-1-2 0 0,-2 5 0 0,1-4 0 16,-4 4-13-16,1-5 11 0,2 4-11 0,1-2 10 15,3 2-10-15,-1-2 0 0,1 0 0 0,0 0 8 16,2 0-8-16,1-1 0 0,0 0 0 0,-2 0 0 15,2-3 0-15,0 0 0 0,2 0 0 0,-2 0 0 16,0 0 0-16,-3 0 0 0,-1 0 0 0,-1 0 0 16,-1-3 0-16,-3 3 0 0,2 0 0 0,-3-3 0 15,-3 3 8-15,2 0-8 0,-2 0 0 0,-1 0 8 16,-1 0-8-16,2 0 0 0,-2 1 0 0,-2-2 0 0,0 1-16 16,0 0-3-16,2 0 0 0,0 0 0 0,0 0-22 0,0 0-5 15,0 0-1-15,-22-13 0 0,16 11-11 0,-1-2-2 16,1 0-1-16,1-2 0 0,0 0 8 0,0 0 1 15,0 1 1-15,1 0 0 0,-1-1 15 0,2 0 2 16,-1 3 1-16,3-3 0 0,-4 2 17 0,2 1 3 16,1-2 1-16,-1 1 0 15,0 0 12-15,1-1 0 0,1 4 0 0,1-4 0 0,0 4 34 0,0-2 0 16,0 2 0-16,1 1 0 0,1-2 5 0,-1-1 1 16,0 2 0-16,0 1 0 0,0-3-5 0,2 1-1 15,1 1 0-15,1 1 0 0,0 0-18 0,1-3-3 16,2 3-1-16,1 0 0 0,1 0-3 0,1 3-1 15,0 0 0-15,0 0 0 0,0 1-8 0,-1-1 12 0,1 4-12 0,-1 1 12 16,2-2-12-16,-4 2 12 0,1 0-12 0,-2 2 12 16,1-4-1-16,-2 4 0 0,0-3 0 0,3 1 0 15,-3 2 3-15,1 0 1 0,-1 0 0 0,2 0 0 16,-1 1 5-16,1-4 0 0,-2 2 1 0,0-3 0 16,0 0-10-16,0-2-3 0,-2-1 0 0,0 0 0 15,-2-3 2-15,2 3 0 0,-5-3 0 0,0 1 0 16,-2 1 2-16,-2 0 0 0,-1 3 0 0,-4-2 0 15,-2 4-4-15,-6 1-8 0,-1 0 12 0,-6 4-4 16,-1-2-16-16,-1-1-4 0,-2 0-1 0,2-2 0 16,1-6-31-16,3-1-5 0,2-1-2 0,5-6-642 15,2-2-129-15</inkml:trace>
  <inkml:trace contextRef="#ctx0" brushRef="#br0" timeOffset="72666.48">13904 3459 345 0,'-6'-5'15'0,"2"0"4"0,0 1-19 0,3 0 0 0,0 4 0 0,-1-2 0 16,0-2 290-16,0 0 54 0,-1-1 12 0,-1-1 1 15,1-1-217-15,-1 1-43 0,3-4-9 0,-3 4-1 16,4 3-21-16,0 3-4 0,0-4-1 0,1 4 0 16,2 0-29-16,-2 2-7 0,4 0-1 0,-3 1 0 15,1 0-16-15,-1 3-8 0,1 1 0 0,-1 5 8 0,2 0-8 16,-2 8 0-16,1 5 0 0,-1 7 8 0,1 9-8 0,-1 1 0 15,1 5 0-15,-1 0 0 0,-2 1 0 0,1-3 0 16,2-2 0-16,1-5 0 0,-1-1 0 0,2-7 0 16,2-3 8-16,-4-3-8 0,2 0 0 0,-1-5 0 15,1 1 0-15,-1-2 0 0,-1-3-18 0,0-1 1 16,-2-4 0-16,0-4 0 0,-1-2-14 0,0-2-2 16,-1-6-1-16,0-2 0 15,2-4-136-15,-1-2-27 0</inkml:trace>
  <inkml:trace contextRef="#ctx0" brushRef="#br0" timeOffset="74021.33">13911 3449 748 0,'-2'-2'67'0,"-1"0"-54"15,3 2-13-15,0 0 0 0,1 0 38 0,-2-4 5 16,0 2 1-16,0-1 0 0,-2-2 4 0,1 3 0 16,-1-2 1-16,2-1 0 0,0 4 29 0,0-1 6 15,-1 2 0-15,2 0 1 0,0-3-17 0,0 3-3 16,2 0-1-16,-2 0 0 0,1 0 1 0,-1-1 0 15,1 1 0-15,2 0 0 0,-1-3-13 0,1 1-2 16,0 1-1-16,2-3 0 0,-1 1-29 0,1 1-7 16,0 1-1-16,-1-2 0 0,-1 1-12 0,1 1 0 15,-2 1 0-15,1-3 0 0,-1 3 0 0,0 0 0 0,-1 0 0 0,-1-2 0 16,1 4 10-16,-1-2-10 0,0 0 10 0,1 0-10 16,-1 0 21-16,0 0-1 0,0 0-1 0,0 0 0 15,0 0-4-15,0 0-1 0,0 0 0 0,0 0 0 16,0 0-14-16,0 0 0 0,0 0 0 0,0 0 0 15,0 0 8-15,0 0-8 0,13 16 0 0,-12-13 0 16,-1-2 0-16,1 1 0 0,0 1 0 0,1-3 0 16,0 1 9-16,1-1-9 0,-1 3 8 0,1-3-8 15,0 2 0-15,1-2 8 0,0 1-8 0,-1-1 0 16,1 0 0-16,1 0 0 0,-1 3 0 0,-1-3 0 16,2 0 0-16,-1 0 0 0,0 2 8 0,1-2-8 15,0 0 0-15,-2 0 0 0,2 1 9 0,-1-1-9 0,1 3 0 16,0-3 9-16,0 1-9 0,1 0 0 0,0 3 0 0,0-3 0 15,1 2 0-15,-1-1 0 0,0 2 0 0,1-2 0 16,1 2 0-16,0-4 0 0,-1 0 0 0,0 0 0 16,4 0 0-16,3 0 0 0,3-4 0 0,0 2 10 15,4-7-10-15,-1-1 8 0,1 1 0 0,-1-1 0 16,0 0 0-16,0 1 0 0,-1 0-8 0,1 2 8 16,-1 1-8-16,1 2 8 0,-2-2 1 0,1 3 0 15,-3 3 0-15,-1-3 0 0,-2 3-9 0,-2 0 12 16,-1 0-12-16,-1-3 12 0,-2 3-12 0,-2 3 0 15,1-3 0-15,-1 0 0 0,0 0 0 0,0 0 0 16,1 0 0-16,1 0 0 0,0 0 0 0,2 0 0 16,1 0 0-16,3 0 0 0,1 1 0 0,1-1-9 15,1 2 9-15,-2-2 0 0,0 3 0 0,0-3-8 0,1 1 8 16,1 2 0-16,0-3 0 0,0 0 0 0,-1 0 0 0,1 0 0 16,-3 0 0-16,1-3 0 0,-1 2 0 0,1 1 0 15,-2 0 0-15,0 0 0 0,-3-3 0 0,3 3 0 16,-3 0 0-16,3 3 8 0,-1-3-8 0,2 1 0 15,2 2 0-15,4-1 0 0,1 4 0 0,3-4 0 16,4 0-9-16,5-1 9 0,3-1 0 0,5-1-9 16,2-5-8-16,2-3-2 0,1-2 0 0,-1-1 0 15,-1-3 3-15,-1 2 1 0,-4 1 0 0,-1 2 0 16,-3 0 15-16,-2 4 15 0,-3-1-3 0,-6 1-1 16,-3 3 4-16,-4 3 1 0,-3 0 0 0,-5 3 0 15,-2-2 0-15,-3 4 0 0,-3-2 0 0,-1 4 0 16,-1-4 2-16,0 4 1 0,-2 0 0 0,2-2 0 0,-1 1-19 15,2-2 10-15,0-1-10 0,1 0 8 0,0-1-20 0,1-2-4 16,2 0 0-16,0-2-1 0,2-1 17 0,-1 2-12 16,0-1 12-16,1-2-10 0,0 2 10 0,-1-1 0 15,0 2 0-15,-1-3 0 0,-1 3 0 0,-1 0 0 16,-1 1 0-16,-1-3 0 0,-1 2-23 0,-2 1 1 16,0 1 0-16,-3 2 0 0,1-1-13 0,-3 2-2 15,-1 2-1-15,1-2 0 0,1-1 23 0,2 2 5 16,1-3 1-16,2-2 0 0,2 2 9 0,1-2 8 15,1 0-8-15,0 0 11 0,1 0 4 0,0 0 1 16,1 0 0-16,-1-2 0 0,-1 2-1 0,2 2 0 16,-3-2 0-16,0 0 0 0,0 0-5 0,0 0-1 0,5 22 0 15,-7-12 0-15,1 5-9 0,0 1 0 0,-1 4 9 0,-2 5-9 16,0-1 0-16,0 9 0 0,1 1 0 0,-2 1 0 16,1 3 0-16,0-1 0 0,4 2 0 0,-1-1 0 15,4 0 0-15,0 1 0 0,3 0 0 0,1 0 0 16,-1 1 0-16,2-5-10 0,1-2 10 0,0-2 0 15,-2-6-13-15,3 1 4 0,2 1 1 0,1-1 0 16,-1-4 8-16,-1-2-13 0,0-2 5 0,-1-2 8 16,1 0-12-16,-3-6 12 0,-1-4-10 0,-1-3 10 15,-2 1 0-15,0-1 0 0,-4-1 8 0,1-1-8 16,-2 2 0-16,-2-3 0 0,-2-3 0 0,-2 2-12 16,-2 1-8-16,-3-4-2 0,-4-1 0 0,-8-2-622 15,-1 1-124-15</inkml:trace>
  <inkml:trace contextRef="#ctx0" brushRef="#br0" timeOffset="74450.3">13906 4087 1584 0,'-8'2'70'0,"4"-1"14"0,0 2-67 0,2-3-17 15,2 2 0-15,1-2 0 0,-1 0 69 0,-1 2 11 16,1 0 1-16,1 1 1 0,0-2-38 0,3 1-8 0,1-2-2 0,2 0 0 16,7-2 1-16,1 1 0 0,3-2 0 0,6 1 0 15,3-2-8-15,5 0-2 0,4 2 0 0,2-2 0 16,2 2-13-16,1 2-2 0,2 0-1 0,-2-3 0 15,-5 3-9-15,1 3 10 0,4-3-10 0,-1 0 10 16,1 0-1-16,-4 0 0 0,2 0 0 0,3-3 0 16,3 2 1-16,0-2 0 0,-1 0 0 0,-2 0 0 15,-1 2-10-15,5-5 12 0,3 3-12 0,6 0 12 16,2 0-4-16,1 3 0 0,-3 0 0 0,-6 0 0 16,-7-2 11-16,2 2 1 0,1 0 1 0,-1-2 0 15,-2 2-6-15,-2 0-2 0,-1 4 0 0,-3-1 0 16,-1 0-13-16,-4 0 8 0,2 1-8 0,-3-2 0 0,0 2-29 15,-1-4-12-15,1 0-3 0,1-3-1032 16</inkml:trace>
  <inkml:trace contextRef="#ctx0" brushRef="#br0" timeOffset="77116.36">11923 3609 979 0,'-8'7'43'0,"3"-5"9"0,1-1-41 0,1 2-11 0,2-3 0 0,1 0 0 15,1 0 185-15,-1 0 35 0,0 0 8 0,1 0 0 16,1-3-143-16,0 0-29 0,2-4-5 0,-1 1-2 15,0-1-13-15,1-4-4 0,-2 1 0 0,1-3 0 16,-2 1-9-16,1-2-3 0,-1-4 0 0,2-1 0 16,-1 0-2-16,2-2-1 0,1 1 0 0,1-5 0 0,3 2-4 0,1-2-1 15,5-1 0-15,-1 1 0 0,1 0-12 16,1-1 0-16,0 2 8 0,-1 1-8 0,-1 1 0 0,-2-3 9 16,-1 2-9-16,-1-1 8 0,-1 2 17 0,-2-1 3 15,1-2 1-15,-1 3 0 0,1-3 1 0,-2 3 0 16,1 2 0-16,1 1 0 0,-2 1-11 0,1-1-3 15,3 2 0-15,-2 2 0 0,-2 2-16 0,1-2 8 16,-2 1-8-16,1 2 0 0,3-1 0 0,0 1 0 16,-3-2 0-16,0 3 0 0,0 1 0 0,-1 0 0 15,0 2 0-15,-2 4 0 0,-1 0 0 0,-2 2-9 16,-1 2 9-16,-2 2 0 0,1 2 0 0,-4 0 0 16,-3 4 0-16,-2 2 0 0,-2 5 0 0,-3-1 0 15,-2 4 0-15,-3 1 0 0,-1 3 0 0,-3 0 0 16,-1 1 0-16,0-1 0 0,-1 0 0 0,1-2 0 0,3 1 0 15,4-7 0-15,4-2 0 0,0 0 8 0,5-3-8 0,1-3 0 16,6-6 0-16,0 0 0 0,3-5 0 0,4-2 0 16,2-6-28-16,5-5-1 0,7-4 0 0,3-4 0 15,6-9-31-15,5-2-5 0,4 1-2 0,0-1 0 16,-4-1 8-16,-4 7 2 0,-3 9 0 0,-3-1 0 16,-3 10 39-16,-4 0 8 0,-3 7 2 0,-3 2 0 15,-3 3 41-15,-2 1 9 0,-1 1 2 0,0 3 0 16,-2 0 21-16,2 2 5 0,-1 0 1 0,0 0 0 15,2 4-19-15,2 0-4 0,2 3-1 0,3 1 0 16,2 0-19-16,2 1-4 0,3-2-1 0,1 2 0 16,2-1-15-16,2-2-8 0,0 1 10 0,3-1-10 15,3 0 0-15,3 2-13 0,5 2 1 0,2-1-1160 16</inkml:trace>
  <inkml:trace contextRef="#ctx1" brushRef="#br0">18446 4871 0,'0'0'0,"0"0"16,74-16 0,-63-3-1</inkml:trace>
  <inkml:trace contextRef="#ctx0" brushRef="#br0" timeOffset="78399.92">14453 3471 172 0,'1'-6'8'0,"0"5"1"0,-1-4-9 0,0 3 0 0,-1-1 0 0,1 0 0 15,1 3 252-15,-1-4 48 0,0 2 9 0,-1-4 3 16,0 2-132-16,-2-2-25 0,0 2-6 0,-1 2-1 16,0 2-24-16,-1 0-6 0,-1 0-1 0,1 0 0 15,0 3-53-15,1 1-12 0,2 1-1 0,1 1-1 0,1 0-38 0,1 1-12 16,3 3 8-16,-1-3-8 0,2 4 0 0,0-1 0 15,0-4 0-15,-1 4 0 0,3 2 0 0,2 2 0 16,0 5 0-16,-1-1 0 0,1 4 0 0,-3 1-9 16,0 8 9-16,-2 3 0 0,-1 6-16 0,-6 3 1 15,-1-2 1-15,-2 5 0 0,1 6-22 0,0-2-4 16,2-4 0-16,1-3-1 16,4-2-134-16,3-9-26 0</inkml:trace>
  <inkml:trace contextRef="#ctx0" brushRef="#br0" timeOffset="78700.39">14819 3476 864 0,'-4'-6'76'0,"3"3"-60"0,-2 0-16 0,2 3 0 15,0-3 63-15,1 3 9 0,1 0 3 0,-2-1 0 16,1-2 29-16,-1 1 7 0,-2 1 1 0,2-2 0 15,-1 3 2-15,0-4 1 0,1 4 0 0,-1-2 0 16,2 2-35-16,-3 0-8 0,2 0 0 0,-2 2-1 16,2-2-27-16,-1 4-6 0,-1 2-1 0,-1 4 0 15,1 5-22-15,-1 7-5 0,-1 7-1 0,0 7 0 16,1 11-9-16,1 0 0 0,0 3 0 0,2-5 0 16,1-8 0-16,4-4 0 0,2 1 0 0,1-6 0 15,4-4-51-15,1-6-2 0,0-2-1 0,3-3 0 16,-3-5-47-16,1 0-10 0,-2-3-1 0,0-2-1 15,0 0 6-15,-2-3 2 0,-4 0 0 0,-3-3 0 16,2 0-5-16,-1-2-1 0</inkml:trace>
  <inkml:trace contextRef="#ctx0" brushRef="#br0" timeOffset="78934.12">15030 3420 1749 0,'-2'-3'77'0,"1"-1"17"0,-1 1-75 0,1 3-19 15,1 0 0-15,0 0 0 0,0 0 90 0,0 0 14 16,0 0 4-16,0 3 0 0,1-2-56 0,-1-1-10 16,0 0-2-16,8 25-1 0,-5-10-31 0,1 4-8 0,0 6 0 15,0 7 0-15,-1 5 0 0,0 5 0 0,2 9 0 0,-4-1 0 16,1 4 0-16,1-1 0 0,-1-1 0 0,1-2 0 16,1-6 0-16,-1-3-10 0,3-6 10 0,1-7 0 15,1 0-39-15,2-5-1 0,3-6 0 0,-2 0 0 31,-1-3-32-31,-2-4-8 0,1 0 0 0,-3-2-1 16,-1-1-113-16,-3-4-22 0</inkml:trace>
  <inkml:trace contextRef="#ctx0" brushRef="#br0" timeOffset="79183.06">15373 3527 691 0,'1'-9'61'0,"0"2"-49"0,-1 4-12 0,0 1 0 0,0 0 201 0,0 0 38 15,2-4 7-15,-1-4 2 0,-1-3-123 16,0-1-24-16,-1 4-5 0,-1 2 0 0,0 3-33 0,-1 4-7 16,0 1 0-16,-1 0-1 0,1 6-23 0,1 4-5 15,-1 4-1-15,2 7 0 0,-1 4-14 0,1 8-4 16,1 6 0-16,1 6 0 0,2 0-8 0,0 2 0 16,1-5-10-16,-1-4 10 0,1-5-26 0,-1-3 1 15,-1 1 0-15,1-3 0 0,0-3-9 0,-2-3-2 16,-1 1 0-16,2-5 0 0,-2-4-11 0,-3-6-2 15,2 2-1-15,0-7-793 0</inkml:trace>
  <inkml:trace contextRef="#ctx0" brushRef="#br0" timeOffset="79349.89">15751 3318 1728 0,'-1'3'76'0,"0"-1"16"0,-1 0-73 0,2 1-19 0,2 0 0 0,-1 1 0 15,0 5 128-15,3 3 23 0,1 11 4 0,2 12 1 16,1 10-136-16,-1 7-20 0,1 2-19 0,-4-1-652 16,3 8-130-16</inkml:trace>
  <inkml:trace contextRef="#ctx0" brushRef="#br0" timeOffset="80505.39">15560 3410 1612 0,'-3'0'144'0,"2"-2"-116"0,0 1-28 0,1 1 0 16,0 0 109-16,0-3 16 0,1 2 3 0,1-2 1 15,2 0-95-15,2-2-19 0,2-3-4 0,-2 2-1 16,-1 0-2-16,-2 0-8 0,0 2 12 0,-3-1-4 16,0 4 18-16,-1-2 3 0,-1 3 1 0,0 0 0 15,-2 3-2-15,1-3 0 0,-1 4 0 0,0-2 0 16,0-1 4-16,2 2 1 0,2 1 0 0,0-2 0 15,1 2-17-15,2-1-4 0,2 0-1 0,1-1 0 0,2 2-20 0,2-4-4 16,1 0-1-16,2-2 0 0,-1 0-4 0,1 0-1 16,-2-2 0-16,-1 1 0 0,-1 0 19 0,1-1-10 15,-2 2 10-15,-2-2-8 0,-1 2 8 0,-3-1 0 16,1 2 0-16,-4 1 0 0,3 0 0 0,-2 0 0 16,-1 4 0-16,1-4 8 0,-1 0 4 0,-1 0 0 15,2 0 1-15,2 0 0 0,-2 0-13 0,0 0 8 16,0 0-8-16,0 0 0 0,0 0 0 0,22-16-21 15,-13 12 3-15,-2-5 1 0,2 3-4 0,-1-3-1 16,1 2 0-16,-2 1 0 0,0 2 6 0,-4-2 2 16,2 2 0-16,-2 2 0 0,-2 2 14 0,0 0 0 15,-1 0-10-15,0 1 10 0,-1 1 0 0,-2 1 0 16,2 1 8-16,-1-2-8 0,-2 4 26 0,-1 0 0 0,1-2 0 0,1 2 0 16,0-2 3-16,1 2 1 0,2 0 0 0,1 3 0 15,3-2-19-15,2 6-11 0,1 0 12 0,2 6-12 16,0 3 0-16,0 5 0 0,3 9 0 0,-4 3 0 15,0 0 11-15,-2 9-2 0,-1 6 0 0,-4 4 0 16,-1 1 7-16,-5 0 2 0,0 2 0 0,0-13 0 16,-1-8-18-16,0 2 0 0,0 1 0 0,1-1 0 15,1-5-20-15,1-8-12 0,2-6-1 0,0-4-1 16,2-7-102 0,2-6-21-16,-2-4-4 0,0-6-768 0</inkml:trace>
  <inkml:trace contextRef="#ctx0" brushRef="#br0" timeOffset="81016.56">13967 3148 403 0,'-1'-1'36'0,"1"-2"-36"16,1 1 0-16,1-2 0 0,1 4 105 0,-2-2 15 0,2-2 2 0,3-8 1 16,2 2-52-16,1-5-11 0,1-1-1 0,1 0-1 15,-1 2 18-15,0 2 3 0,-2 0 1 0,1 2 0 16,-3 1 0-16,0 3 1 0,-1 5 0 0,-1-2 0 16,-3 1 2-16,2 4 0 0,-3 1 0 0,1 0 0 15,2 6-19-15,-1 7-4 0,4 4-1 0,2 8 0 16,2 3-38-16,1 7-7 0,0 3-2 0,2-2 0 15,-1 1-12-15,-3-1 0 0,3-5 8 0,-4-1-8 16,1-3 0-16,-2-1 0 0,-1-1 0 0,-1-5 0 0,0-1 0 16,-1-6 0-16,-1-1 0 0,-1-2 0 0,0-4 0 0,1-3-12 15,-2 0 3-15,0-4 0 0,1-4-38 0,-1 0-7 16,1-1-2-16,1 0 0 16,1-10-77-16,-1 0-16 0,5-8-3 0,-3-1-338 15,1-3-67-15</inkml:trace>
  <inkml:trace contextRef="#ctx0" brushRef="#br0" timeOffset="81183.72">14296 3242 1047 0,'-5'-25'46'0,"4"17"10"0,-1 7-44 0,2 1-12 16,0 0 0-16,0 0 0 0,-1 0 93 0,-1 3 17 16,-2 1 3-16,1 7 1 0,0 3-66 0,-1 7-14 15,2 1-2-15,-1 4-1 0,3 2-15 0,1-2-2 16,3 3-1-16,2-2 0 0,4-5-13 0,1-6 0 16,3-3 0-16,1-6 0 0,2-2-27 0,3-7-1 15,1-5-1-15,1-2 0 16,-1-1-43-16,0-5-8 0,-2 1-1 0,-2-3-1 15,-1 1-3-15,-1 0-1 0,0 0 0 0,-4 0-366 0</inkml:trace>
  <inkml:trace contextRef="#ctx0" brushRef="#br0" timeOffset="81399.98">14737 3022 1465 0,'-2'3'64'0,"-1"-3"15"0,1 0-63 0,-1 0-16 0,2 2 0 0,1-2 0 15,-1 4 67-15,0-1 10 0,1 6 3 0,0 3 0 16,0 6-60-16,1 3-11 0,4 5-9 0,1 1 12 0,1 1-12 0,1 1 0 16,-1-1 0-16,1-2 0 0,-1-3 0 0,-2 1 0 15,1-4 0-15,-3-4 0 0,-2-1 0 0,-1-3 0 16,-1 2 0-16,-1-5 0 0,0 0-25 0,-3-2-7 16,1-1-2-16,-1-2 0 15,0-1-150-15,-1 0-29 0</inkml:trace>
  <inkml:trace contextRef="#ctx0" brushRef="#br0" timeOffset="81533.1">14693 3366 230 0,'-6'0'20'0,"1"0"-20"16,1 0 0-16,3 0 0 0,-2 0 233 0,3 0 43 15,-1 2 8-15,0-2 1 0,-1 4-149 0,1 2-29 16,1 2-7-16,0 0 0 0,3 2-60 0,-1-1-11 16,2-2-2-16,0-2-1 0,2 1-26 0,2-2 0 15,2-4 0-15,1-2-509 0,4-6-95 16</inkml:trace>
  <inkml:trace contextRef="#ctx0" brushRef="#br0" timeOffset="81750.31">15134 3033 1209 0,'4'-5'108'0,"-3"4"-87"0,0-1-21 0,1 4 0 16,-2-1 148-16,0-1 26 0,0 3 5 0,1-1 1 16,0 3-88-16,0 6-16 0,-1 8-4 0,-1 7-1 15,-1 6-43-15,-1 5-9 0,-1 5-2 0,3-1 0 16,2 0-17-16,1-5 0 0,1 1 0 0,4-9 0 15,-1-3-27-15,0-5-9 0,4-2-1 0,-4-5-1 16,0-1-45-16,-1-5-9 0,0 2-1 0,-2-5-1 16,-2-2-1-16,-2 2 0 0,1-7 0 0,-4 2-351 15,-1-1-70-15</inkml:trace>
  <inkml:trace contextRef="#ctx0" brushRef="#br0" timeOffset="82238.98">15036 3417 345 0,'-9'-17'31'0,"2"11"-31"0,5 3 0 0,2 3 0 0,0 0 144 0,0 0 22 16,0 0 5-16,-1-3 1 0,1 3-104 0,0 0-20 15,0 3-4-15,0 3 0 0,1 0 21 0,-1 5 5 16,2 1 1-16,1 1 0 0,2 2-12 0,1 1-3 16,1-3 0-16,2 2 0 0,3-2-33 0,1-2-7 15,2-3-2-15,-1-4 0 0,3 1-14 0,-1-5 0 16,-2 0 8-16,0-5-8 0,-2-2-13 0,1-2-6 16,-3-1-1-16,0-2 0 0,1-2-8 0,-1-4-3 15,-1-1 0-15,0-3 0 0,2-1-11 0,-1-5-2 0,0 0-1 0,0-1 0 31,0 1-41-31,0 2-8 0,0-3-2 0,1 1 0 0,1-3 43 0,0-1 8 16,3 3 1-16,-1-2 1 0,1 5 43 0,1 2 0 0,-1 5 0 0,-3 6 11 16,-1 4 49-16,-2 3 9 0,-2 3 3 0,-2 2 0 15,-1 4 34-15,-2 1 7 0,1 5 2 0,-2 0 0 16,2 1-4-16,-3 3-1 0,1 6 0 0,-1-1 0 16,1 5-44-16,-1 1-9 0,1 2-1 0,-1-1-1 15,3-3-36-15,-2-3-7 0,3 1-2 0,-2-4 0 16,1-4-10-16,-1-2 0 0,2 2 0 0,-3-3 0 15,0-2-32-15,-1 2-8 0,-1 1-1 0,0-1-1 16,0-2 10-16,-4 2 1 0,0-2 1 0,-3 2 0 16,1-2 30-16,-2-2 0 0,1 1 0 0,-1-1 0 15,-1 0-28-15,3-4 0 0,-1 2 0 0,3-6 0 16,2 0-62-16,1-3-12 0,1-4-2 0,2 0-1 16,2-5 1-16,0 1 1 0,2-2 0 0,-1 1 0 0,0 2 91 0,-2 2 12 15,1 3 13-15,-2 2-2 0,0 6 73 0,0 0 16 16,-1 0 2-16,-1 6 1 0,0 2 8 0,-1 3 1 15,-1 5 1-15,1 0 0 0,-1 3-26 0,-1 0-6 16,1 6-1-16,-2 3 0 0,0 1-16 0,0-1-3 16,2-3-1-16,2 1 0 0,2-6-33 0,3-2-7 15,5-9-2-15,3-5 0 0,9-10-38 0,11-14-8 16,12-11-2-16</inkml:trace>
  <inkml:trace contextRef="#ctx0" brushRef="#br0" timeOffset="91166.28">10117 13182 1238 0,'-6'-12'55'0,"1"4"11"0,0 0-53 0,3 0-13 16,2 2 0-16,1 3 0 0,-1-3 72 0,0-4 12 15,-1-4 3-15,1-6 0 0,0-1 7 0,0 1 2 16,1 0 0-16,0 3 0 0,-1 3-6 0,2 4-1 0,-2 2 0 0,0 4 0 16,-2 0-9-16,2 4-3 0,2 1 0 0,-5 2 0 15,1 3-17-15,-2 2-3 0,-1 6-1 0,-2 11 0 16,-2 10-39-16,-3 7-8 0,0 9-1 0,1-2-8 15,0 3 0-15,1-3 0 0,0 0 0 0,2-2 0 16,-1-3 0-16,3-9 0 0,2-7 0 0,2-8-9 16,0-4-1-16,2-5 0 0,0-5 0 0,2-2 0 15,-2-4-6-15,1-2 0 0,-1 0-1 0,1 0 0 16,2-4 4-16,-1-2 1 0,1 2 0 0,-1-6 0 16,2-4 4-16,0-3 8 0,0-8-13 0,3-3 5 15,-2-1 8-15,0-3-12 0,1-2 12 0,1-4-12 0,1 4 12 16,-2 4 0-16,1 1-9 0,-1 5 9 0,1 8 0 0,-3 2 0 15,0 5-9-15,-1 3 9 0,-1 4 0 0,1 2 0 16,-1 2 8-16,-2 0-8 0,1 2 11 0,2 0-11 16,-1 3 12-16,2 2-12 0,2 5 0 0,0 2 0 15,2 5 0-15,0 5 0 0,2 5 0 0,-1-1 0 16,1 1 0-16,1 2 0 0,-1 1 0 0,1-3 0 16,0 1 0-16,0-3 0 0,3 2 0 0,-4-6 0 15,-2-3 0-15,2-5 0 0,1 1 0 0,-1-5 0 16,0-2 0-16,0-6 0 0,0-3 0 0,0-1 0 15,0-5-8-15,2-6 8 0,2-4 0 0,-2-9 0 16,3-4 0-16,0-6 0 0,2-5 10 0,0-2-10 16,1 1 8-16,0-3-8 0,1 0 9 0,-2 2-9 15,-1 1 10-15,-1 3-10 0,-1 3 24 0,-2 1 0 0,-1-1-1 16,-3 7 0-16,-2 3 1 0,-1 5 0 0,0 5 0 16,-3 4 0-16,-1 5-16 0,1 0-8 0,-4 3 10 0,1 3-10 31,0 3-59-31,1-3-17 0,0 4-4 0,2-1-687 0,3 6-137 0</inkml:trace>
  <inkml:trace contextRef="#ctx0" brushRef="#br0" timeOffset="91666.02">10913 13501 2235 0,'-12'6'99'0,"5"-3"21"0,1-2-96 0,3-1-24 0,3 0 0 0,0-1 0 0,2-2 24 0,-2 1 1 16,1 0 0-16,0-4 0 0,3 0-25 0,1 0 0 15,1-3-9-15,3 2 9 0,-1 1-9 0,2-1 9 0,2 1 0 16,2 3-9-16,1 0 9 0,1 1 0 0,1 4-9 16,2 2 9-16,2 1 0 0,2 1 0 0,2 4 0 0,-1-3 0 15,-2-1 10-15,3 3 0 0,3-3 0 0,-2 2 0 16,1 0-10-16,0-1 8 0,1-1-8 0,-2 0 8 15,-2 0 4-15,2-2 0 0,0 2 0 0,1 0 0 16,1 0 5-16,-2 1 2 0,-2 0 0 0,-1-1 0 16,-2-2-6-16,-2-2-1 0,0 2 0 0,-3-2 0 15,0-2-12-15,-2 0 0 0,-2-2 0 0,-1 1 0 16,-1-4-16-16,-1 1-7 0,-2-2-1 0,-1 0 0 16,2 0-40-16,-5 2-9 0,0-2-2 0,-3 2 0 15,-1-2-88-15,-4 2-17 0,-1-2-4 0,-4 0-339 16,-1 1-67-16</inkml:trace>
  <inkml:trace contextRef="#ctx0" brushRef="#br0" timeOffset="91933.78">11574 13466 856 0,'-12'-22'38'0,"7"16"8"0,4 2-37 0,-1 4-9 16,2 0 0-16,-1-3 0 0,-1-2 143 0,-1-3 26 15,1-1 6-15,-1 0 1 0,1-1-55 0,-2 4-10 16,3-1-3-16,1 2 0 0,0 4-33 0,0-1-7 16,1 4-2-16,1-2 0 0,1 4-37 0,2 2-7 15,2 0-2-15,2 4 0 0,1 0-9 0,0 1-3 16,1 3 0-16,1 1 0 0,2-2 5 0,1 2 1 15,-2-3 0-15,1 2 0 0,0-2-2 0,-3-2 0 16,1 0 0-16,-1-1 0 0,0 1 1 0,-2-4 0 16,0 0 0-16,-3-2 0 0,0-1-4 0,-2 2-1 15,-2-1 0-15,1-1 0 0,-3-2-8 0,-2 1 12 16,1 4-12-16,-4-2 12 0,-1 5-12 0,-1-2 12 16,-3 4-12-16,-3-1 12 0,-2 3-12 0,1-2-17 15,-2 1 4-15,-2-1 1 0,0 3-40 0,-2-5-7 0,1 0-1 0,2-1-1 31,1 1-105-31,1-6-21 0,3 2-4 0,1-5-580 0</inkml:trace>
  <inkml:trace contextRef="#ctx0" brushRef="#br0" timeOffset="92499.95">12294 13089 1926 0,'-4'0'85'0,"2"-2"18"0,0 2-83 0,1 0-20 0,1 0 0 0,0 0 0 0,0 0 86 0,0 0 13 16,-1 0 2-16,1 0 1 0,-1 2-46 0,1-2-10 16,0 0-2-16,0 0 0 0,0 0-33 0,0 0-11 15,18 18 0-15,-8-14 0 0,2 3 0 0,2-4-11 16,1 1 0-16,0 0 0 0,1 1 11 0,0-4-12 0,2 1 12 0,0 2-12 16,0 1 12-16,0-1 0 0,-4 2 10 15,1-2-10-15,-2 2 0 0,-3 0 8 0,-2 1-8 0,0 2 0 16,-2 3 0-16,-2 1 8 0,-4 3-8 0,-3 2 0 15,-1 5 9-15,-6-1-9 0,-1 3 8 0,-6 3-8 16,-4 4 0-16,-3 3 0 0,2-3 0 0,0-1 0 16,1-3 0-16,2-5 0 0,-2-1-12 0,3-3 12 15,1-3-10-15,0-7 10 0,3 1 0 0,0-3-9 16,2-4 9-16,1 2 0 0,1-1 0 0,1-2 0 16,3 0 14-16,1 0-2 0,2-2 0 0,2 0 0 15,1 0 0-15,1 0-1 0,1 0 0 0,3 0 0 16,1 0-11-16,4 0 0 0,2 0 0 0,4-2-11 15,3 2 11-15,3-2-10 0,4 0 10 0,2-2-10 16,2-2 10-16,2 0 0 0,1 0 0 0,0-4 0 0,1 1 0 16,-3 3 0-16,-1-1 0 0,-4-2 0 0,-1 3 0 15,-3-2 0-15,-2 2 0 0,-3 0-8 16,3-3-107-16,-5-1-21 0,-1 2-4 0</inkml:trace>
  <inkml:trace contextRef="#ctx0" brushRef="#br0" timeOffset="93216.82">12944 13170 2026 0,'0'2'90'0,"0"-2"18"0,0 0-86 0,0 0-22 15,0 0 0-15,0 0 0 0,0 0 76 0,1 0 10 0,-1 0 2 0,2 0 1 16,-2 0-27-16,0 0-6 0,0 0 0 0,0 0-1 15,0 0-21-15,0 0-4 0,0 0-1 0,0 0 0 16,0 0-15-16,0 0-3 0,0 0-1 0,0 0 0 16,0 0-10-16,0 0 0 0,-18-12 0 0,16 12 0 15,-1 0-8-15,1 2-4 0,-2 2-1 0,2 0 0 16,1 2 1-16,-2 4 1 0,1 2 0 0,-1 4 0 16,1 5 11-16,0-1 0 0,0 2 0 0,-1-1-8 15,2 1 8-15,0-2 0 0,1 2 8 0,-2-3-8 16,0 0 11-16,0-3-3 0,-1-3 0 0,0 2 0 15,-1-3-8-15,-1 1 10 0,-1 0-10 0,2 2 10 16,-1-2-10-16,1-3 0 0,1-1 0 0,0-2 8 16,1-1-8-16,2-6-14 0,0 0 3 0,1-3 1 0,1 2-22 0,1-5-4 15,-1-3 0-15,2-4-1 0,1-2 9 0,0-4 3 16,1-1 0-16,0-4 0 0,1 1 25 0,-2-2-8 16,-3-3 8-16,2 0 0 0,-2-1 8 0,2 3 8 15,-3 0 0-15,3 2 1 0,0 1 10 0,-2 2 1 16,0 4 1-16,2-1 0 0,-1 2-4 0,0-3-1 15,2-1 0-15,0-1 0 0,3 1-12 0,-2-2-2 16,4 1-1-16,-2 3 0 0,2 1-9 0,-1 4 0 16,-2 3 0-16,2 4 8 0,-3 1 2 0,2 4 0 15,-1 1 0-15,0 3 0 0,2 4-10 0,1 2 0 16,1 7 9-16,3 7-9 0,-1 1 0 0,1 7 0 16,1 5 0-16,0 1 0 0,-2 2 0 0,1-2 0 15,-1-3 0-15,0-5 0 0,0-3 0 0,2-4 0 16,0-3 0-16,0-3 0 0,0-4 0 0,0-2 0 0,-2-1 0 0,1-2 0 15,-2-1 0-15,2 0 0 0,-2-2 8 0,-1 0-8 16,-1 1 22-16,-1-2 0 0,-2 4 0 0,-1-5 0 16,-1 2-2-16,-1-2 0 0,0-2 0 0,-2 2 0 15,-2-2-9-15,2-2-3 0,-2 2 0 0,0-2 0 16,0-4 1-16,2-4 0 0,0-6 0 0,5-13 0 16,1-8 13-16,3-14 2 0,3-5 1 0,2-11 0 15,4-11-11-15,0-5-2 0,-1 4-1 0,1 3 0 16,0 12-3-16,-3 11-8 0,2 5 12 0,-3 7-4 15,-2 10-8-15,-3 5-17 0,-3 5 4 0,-3 5-901 16,-3 6-180-16</inkml:trace>
  <inkml:trace contextRef="#ctx0" brushRef="#br0" timeOffset="94966.31">14087 10672 1555 0,'-10'-7'138'0,"2"4"-110"15,5-1-28-15,4 4 0 0,0 4 104 0,-1-4 15 0,-2 0 3 0,-1 0 1 32,1 3-171-32,2 6-33 0,2 7-7 0,2 3-450 0,1 4-90 0</inkml:trace>
  <inkml:trace contextRef="#ctx0" brushRef="#br0" timeOffset="97365.82">10218 16406 1026 0,'-5'6'45'0,"1"-2"10"0,1-2-44 0,2-1-11 15,0 2 0-15,1-3 0 0,0 2 40 0,-1-2 5 16,-2 4 2-16,1 0 0 0,-2-1-15 0,0 2-2 15,1-3-1-15,-1 0 0 0,0 1 2 0,2-2 0 16,-1 1 0-16,0 1 0 0,0-2 6 0,-1 1 2 16,2 0 0-16,-2 0 0 0,1 2 15 0,-1 1 3 15,0-1 1-15,0-2 0 0,2 2 5 0,-2-2 1 16,-1 2 0-16,2 0 0 0,0-1-15 0,1 2-2 0,0 1-1 0,0 1 0 16,2 0-26-16,0 2-4 0,1 3-2 15,2 5 0-15,-1 4-6 0,3 9-8 0,0 10 11 0,2 4-11 16,1 7 19-16,-1 0-3 0,1 2-1 0,-2-9 0 15,-1-3-3-15,1 4-1 0,4-1 0 0,-3 1 0 16,1-8-11-16,-1-5 0 0,2-4 0 0,-2-2 0 16,-1-1-37-16,2-6-10 0,-2 0-1 0,-1-4-1 31,-1 1-102-31,-2-3-20 0,1-3-4 0,0-4-1 0</inkml:trace>
  <inkml:trace contextRef="#ctx0" brushRef="#br0" timeOffset="97832.45">10613 16808 1324 0,'0'2'118'0,"0"-2"-94"15,0 0-24-15,0-2 0 0,0 2 119 0,0 0 19 16,0 0 4-16,0 0 1 0,-1 0-89 0,-3 0-18 16,1 0-3-16,3 0-1 0,0 0-5 0,0 0-2 15,-28-7 0-15,17 7 0 0,-1-2-15 0,-2 1-10 16,0-2 12-16,-5 6-12 0,-1-2 20 0,-3 4-4 16,-2 1 0-16,0 0 0 0,2 2 4 0,-1 0 0 0,4 0 0 0,2 0 0 15,1 0 15-15,3-2 3 0,3-1 1 0,0 1 0 16,3-5-3-16,2 2 0 0,2-2 0 0,1 2 0 15,1-3-14-15,2 0-3 0,2 0-1 0,-1 0 0 16,-1 0-18-16,1 0 0 0,0 0 0 0,3 2 0 16,1 2-18-16,1 0-1 0,4 4 0 0,1 2 0 15,2 5 4-15,0-2 1 0,1 2 0 0,-2 1 0 16,2-2 14-16,1 1 0 0,1 2 0 0,1 0-9 16,2 0 9-16,0-1 8 0,0 0-8 0,-1-1 11 15,2 1 0-15,-1-6 0 0,-1 2 0 0,1-2 0 16,-2-2-11-16,2 2 12 0,-2-3-12 0,-1 0 12 15,0 2-12-15,-2-2-9 0,-3 4 9 0,0-1-13 16,1 0-158-16,0-1-31 0</inkml:trace>
  <inkml:trace contextRef="#ctx0" brushRef="#br0" timeOffset="98683.37">11047 16868 230 0,'-5'3'20'0,"0"-1"-20"15,3-2 0-15,1 0 0 0,0 0 400 0,-1 0 75 0,-1 0 15 0,-2 1 3 16,-2 2-343-16,1-3-69 0,0 0-13 0,4 0-4 15,-1 0-24-15,2 0-6 0,1 0-1 0,0 0 0 16,0 0-33-16,1 1 0 0,2 2 0 0,0-3 0 16,1 2 0-16,2-1 0 0,2 4 0 0,0 1-12 15,3-2 12-15,2 2 0 0,2 1 0 0,1-4-9 16,1 1 17-16,2-2 3 0,-1 1 1 0,1-2 0 16,2 2 9-16,-3-1 3 0,0-1 0 0,3 2 0 15,1 0 0-15,0 0 1 0,0 1 0 0,1 2 0 16,-1-2-9-16,-1 2-1 0,-1 0-1 0,-1 0 0 15,2 0-14-15,2 0 0 0,-1 1 0 0,0-1 0 16,2 0 0-16,-1-2 0 0,-2 2 0 0,1-5 0 16,-2 2 0-16,0-1 0 0,-1-2-8 0,-2-2 8 0,-1 0 0 15,-1 2 0-15,0-2 0 0,-2-1 0 0,0 2 0 16,-1-1 0-16,-1-2 0 0,-1 2 0 0,-1 2 0 16,-1-4 0-16,-1 4 0 0,0 0 0 0,-3 0-13 0,1 0-3 15,-3 4 0-15,-1-4 0 16,-1 0-92-16,0 2-20 0,-1-2-3 0,-1 0-1 15,-1 1-63-15,-1 2-13 0,-1-3-2 0</inkml:trace>
  <inkml:trace contextRef="#ctx0" brushRef="#br0" timeOffset="99053.61">11797 16801 1105 0,'-5'3'48'0,"0"-2"12"0,-1 2-48 0,2-1-12 16,1-2 0-16,2 1 0 0,-1 2 84 0,-2-1 16 0,-2 2 2 0,-3 0 1 15,1 2-27-15,0-2-4 16,1 1-2-16,2-4 0 0,1 1-3 0,2-2-1 0,0 3 0 0,2-3 0 16,-2 0-15-16,2 0-3 0,1 1-1 0,0 1 0 15,2 0-26-15,-1 3-5 0,3-2 0 0,0 6-1 16,4-2-15-16,-1 3 0 0,4 1 0 0,-3-1 0 16,3 3 0-16,-1-3 0 0,0 2 0 0,0-2 9 15,1 2 9-15,0-2 2 0,-3-1 0 0,1-2 0 16,1 2 14-16,-1-3 3 0,-1 1 1 0,0 2 0 15,-2-3-6-15,0 0 0 0,0-2-1 0,-2 2 0 16,0 1-12-16,-2-4-3 0,0 1 0 0,-2 1 0 0,0-1-16 16,-1-2 10-16,-2 4-10 0,0 2 8 0,-2-2-8 0,-4 0 10 15,-1 3-10-15,-3 1 10 0,-4 3-2 0,-4 2-8 16,-3-3 12-16,-3 2-4 0,-3 1-8 16,-2-5-9-16,-6 0 9 0,3-2-13 0,0-3-36 0,5 0-7 15,1-1-2-15,6-4 0 16,4-4-87-16,5 2-18 0,5-2-3 0</inkml:trace>
  <inkml:trace contextRef="#ctx0" brushRef="#br0" timeOffset="99765.64">12572 16605 1209 0,'-7'4'53'0,"-1"-1"12"0,1 2-52 0,2-5-13 0,2 1 0 0,2 2 0 0,-1-3 261 0,-3 2 50 16,0 2 9-16,-3 0 3 0,1 0-227 0,1-2-44 16,1 0-10-16,2-2-2 0,2 0-28 0,1 0-12 15,0 2 8-15,3-2-8 0,0 0-8 0,3 0-8 16,2 2 0-16,3-2-1 0,1 3 5 0,4 0 0 16,5 4 1-16,2-1 0 0,0 1 11 0,-1 3 0 15,-1 1 0-15,-2-1-8 0,1 2 8 0,-4-4 0 16,0 1 0-16,-4-1 8 0,-2 0-8 0,-1 0 11 15,-3-2-11-15,-1-2 12 0,-1-1-12 0,-3 0 8 0,0 1-8 16,-1-1 8-16,-1 3-8 0,-4 0 0 0,-2 1 0 0,-6 8 0 16,-3 2-16-16,-6 6-3 0,-4 0 0 0,-4 6 0 15,-3 6-18-15,1-2-4 0,3-2-1 0,3-1 0 16,5-1 29-16,3-3 13 0,2-8-12 0,3 1 12 16,2-5 28-16,4-5 14 0,1 0 2 0,4-5 1 15,-1 0 2-15,1-2 0 0,4-2 0 0,0 0 0 16,1 0-16-16,1 0-3 0,5-4-1 0,4 2 0 15,4 1-27-15,4-2 0 0,4-1 0 0,3-1-11 16,5 4 11-16,0-4 0 0,-1 4 0 0,1-1 0 16,0 2 0-16,0 2 0 0,-4-1 0 0,-1 4 0 15,-1-1-8-15,0-2 8 0,-1-2-8 0,0 0 8 16,0-2-104-16,0-4-15 0,-1-8-3 0,-2-4-918 16</inkml:trace>
  <inkml:trace contextRef="#ctx0" brushRef="#br0" timeOffset="100066.11">13220 16367 115 0,'0'10'10'0,"-3"-4"-10"0,1 1 0 0,1-4 0 0,1 0 561 0,0 1 111 0,0-3 21 0,0 4 5 0,1 2-554 0,-1 6-110 15,1 1-22-15,2 4-12 0,-1 3 14 0,1 1-4 0,-1 3-1 16,2 3 0-16,1 4-9 0,0 4 0 0,0 7 0 0,0 6 0 16,1 3-14-16,-2 6-2 0,-1 1 0 0,2-1 0 15,-1 2-4-15,0-1 0 0,1 5-1 0,0-3 0 32,-1-8-45-32,1-10-9 0,2-4-1 0,-2-11-1 15,1-6-9-15,0-6-2 0,-1-3 0 0,0-5 0 0,-2 0 40 0,1-6 8 0,-1-2 2 0,-1 0 0 16,-1-5 2-16,3-1 1 0,2-1 0 0,0-9-738 15</inkml:trace>
  <inkml:trace contextRef="#ctx0" brushRef="#br0" timeOffset="100333.11">13682 16712 1152 0,'0'0'102'0,"-1"0"-82"16,0 2-20-16,-2 0 0 0,1-2 268 0,-2 3 48 15,-2 0 11-15,-6 1 1 0,-7 6-196 0,-7 2-39 16,-6 4-8-16,-4 3-1 0,-5 6-48 0,-2-1-10 15,-3 2-2-15,3-1 0 0,1 1-24 0,5-4-12 16,7-1 0-16,3-5 1 0,5-6 3 0,2 3 0 16,3-3 0-16,1-2 0 0,1 2 8 0,1 0 0 15,3-4 0-15,2 3 0 0,4-2 0 0,2-1 11 16,3 1-3-16,2 0 0 0,3 2 4 0,8 1 1 16,5 4 0-16,7 0 0 0,6 2-13 0,6-1 0 15,5 1 0-15,6-1 0 0,5-5 0 0,4-3 0 16,5 2 8-16,4-7-8 0,-1 2 0 0,-3-3 0 15,-4 2 0-15,-4-3 0 0,-2-3 0 0,-1 2-8 16,-1 1 8-16,-2-4-812 0,0-1-156 16</inkml:trace>
  <inkml:trace contextRef="#ctx0" brushRef="#br0" timeOffset="118916.24">9000 12055 806 0,'0'-11'72'0,"-2"4"-58"0,1 1-14 0,1 2 0 16,1 4 172-16,-1-3 32 0,2 0 7 0,-1 0 1 15,-1-3-120-15,1-3-23 0,-1 2-5 0,1 1 0 16,-1-3-19-16,0 6-3 0,0-1-1 0,0 0 0 15,0 2-16-15,-1 2-3 0,1-3-1 0,0 2 0 16,0 1-21-16,1-3 8 0,-1 0-8 0,2-3 0 16,0-1 0-16,2-1 0 0,-1 0 0 0,1-4-8 15,0 0 8-15,1-1-8 0,-1 0 8 0,-2-5-8 16,-1 5 8-16,0-2 0 0,-1 4 0 0,0-2 8 16,-1 3 2-16,1 4 1 0,-2-2 0 0,1 1 0 15,-1 1 9-15,0 0 1 0,1 2 1 0,1-6 0 0,0 4-7 0,1-4-2 16,3-2 0-16,-1 0 0 0,1-4-13 0,1-1 0 15,0 3 0-15,0 0 0 0,0 2 0 16,-2-1 0-16,1 3 0 0,-3 2 0 0,3 0 0 0,-3 6 0 16,-2-2 0-16,2 2 0 0,-1 2 8 0,0 0-8 15,0 0 11-15,-1 0-11 0,1 2 21 0,-1-2-2 16,1 0-1-16,-1 0 0 0,1 0-1 0,0 0 0 16,0 0 0-16,0 0 0 0,0 0-9 0,0 0-8 15,0 0 9-15,0 0-9 0,0 0 8 0,0 0-8 16,-21 10 0-16,14-4 9 0,2 0-9 0,-2 4 0 15,-2-1 0-15,1 5 0 0,-2 0 0 0,1 0 0 16,1 1-8-16,-1 1 8 0,0-4-9 0,1-2 9 16,1-2-12-16,2 0 12 0,2-5-15 0,-1 0 4 0,3-1 1 15,1-2 0-15,0 2-4 0,0-2-1 0,0-2 0 0,1 4 0 16,0-4-16-16,1 0-3 0,-1 2-1 0,-1 0 0 16,0 0-8-16,0 0-1 0,0 0-1 0,0 0 0 15,0 0-9-15,16-16-2 0,-12 11 0 0,-1-2 0 16,2-3 10-16,1-1 2 0,2 0 0 0,0-2 0 15,0 1 32-15,-1 0 12 0,1-1-9 0,0 3 9 16,1 2 18-16,0-2 9 0,-1 4 1 0,0 2 1 16,-1 0 19-16,-1 2 3 0,2-1 1 0,-3 2 0 15,1 1-1-15,-1 1 0 0,1 2 0 0,-1-1 0 16,0 0-12-16,-1 0-3 0,-1 2 0 0,1-1 0 16,0 2-8-16,-1-1-3 0,2 2 0 0,0 0 0 15,0 2-25-15,0 3 0 0,1-1 0 0,1 2-11 16,-4 7-117-16,0 4-23 0</inkml:trace>
  <inkml:trace contextRef="#ctx0" brushRef="#br0" timeOffset="125417.26">10586 17952 864 0,'-7'3'76'0,"1"-3"-60"0,-2 3-16 0,3-3 0 0,3 0 215 0,-2 0 40 16,1 1 8-16,-1-1 1 0,-4 2-166 0,-3-2-34 16,-1 3-6-16,1-2-2 0,-2 3-6 0,2 1-2 15,0-2 0-15,0 4 0 0,1 1-32 0,1 0-8 16,-1 2 0-16,2 1-8 0,-1-1 0 0,2 2 0 15,-1-2 0-15,3 0-9 0,2-2 9 0,1-1 0 16,1-2-9-16,1-3 9 0,0 1 0 0,1-3 0 16,2 0 0-16,-1-3 0 0,-1 1-28 0,3-2 3 15,1 3 0-15,0-6 0 0,1 1-11 0,2 0-3 0,-2 0 0 0,1-3 0 16,2-1-27-16,0-2-6 16,-1 0 0-16,3-4-1 0,0-3 5 0,3-1 0 0,0-5 1 0,1 0 0 15,-1-1 49-15,4-2 10 0,-1 2 8 0,0 2-12 16,1 4 52-16,-5 4 11 0,0 1 1 0,-2 5 1 15,-3 0 27-15,-3 5 6 0,0 5 1 0,0 3 0 16,-2-1-20-16,0 6-4 0,1 1-1 0,0 6 0 16,-2 1-13-16,1 7-2 0,-1 4-1 0,-2 3 0 15,-1-2-4-15,1 0-1 0,-1 1 0 0,-2-2 0 16,3 0-30-16,2-3-11 0,-1-7 0 0,2-2 9 16,2-5-29-16,0-4-7 0,0-4-1 0,1 0 0 15,1-2-141-15,0-2-29 0,-1-2-6 0,0 0 0 16,-1-2-41-16,-1-1-8 0</inkml:trace>
  <inkml:trace contextRef="#ctx0" brushRef="#br0" timeOffset="144433.23">14825 13042 57 0,'2'8'0'0,"0"-3"0"0,0 1 0 0,1-3 0 16,-2-1 28-16,0 0 0 0,2 2 0 0,-1 1 0 16,3 2-12-16,1 4-1 0,2 3-1 0,-1 1 0 15,-2-2 55-15,0 4 11 0,-3-5 3 0,0 1 0 16,-2 2 45-16,-2-1 10 0,1 1 2 0,-3-5 0 16,2 2-32-16,1-3-7 0,0-2-1 0,-1-1 0 15,4-3-59-15,-2-2-12 0,2-1-2 0,-1 0-1 16,2-1-17-16,-2 1-9 0,-1 0 10 0,1-3-10 15,-1 3 36-15,0-3 2 0,0 3 0 0,0 0 0 16,0 0 10-16,0 0 3 0,0 0 0 0,0 0 0 16,-12-19-20-16,8 17-4 0,2-2-1 0,-2 1 0 0,1 0-13 0,1-1-2 15,1 0-1-15,0-1 0 0,1 2-10 0,1-6 0 16,2-2 0-16,1-2 0 0,2-3 0 0,3-2-16 16,0-1 4-16,1-1 1 0,-2-1 3 0,3-1 0 15,-1 0 0-15,-1 2 0 0,0 2 8 0,-5-1 0 16,3 5 10-16,-5 2-10 0,1 3 28 0,-2 2-1 15,-2 1 0-15,-1 1 0 0,1 1 22 0,-1 0 5 16,-1 1 1-16,-1 0 0 0,1 1-11 0,-1 1-3 16,-1-2 0-16,0 3 0 0,1-2-19 0,0 0-4 15,0 2-1-15,-1-2 0 0,1 2-1 0,0 0-1 16,1 0 0-16,-1 0 0 0,0 2-15 0,-1 0 11 16,-1 3-11-16,0-2 10 0,-1 3-10 0,-2 4 0 15,-1 3 0-15,-2 5 0 0,-1-2 0 0,-3 7 0 16,-2 3-8-16,-3 1 8 0,1 1 0 0,0-4 0 15,3 0 0-15,2-5 0 0,4-5-9 0,3-5 9 0,6 0 0 0,-1-6 0 16,3-3 0-16,2 0-8 16,-1-3 8-16,1 3 0 0,1-4 0 0,-1 2 0 0,1-2-8 0,-1 1 8 15,2 0 0-15,-2-3 0 0,2 2-8 0,0-1 8 16,1 2 0-16,0-5-8 0,0 2 8 0,1 0 0 16,0 0-11-16,0-1 11 0,0 1-10 0,1 0 10 15,-2 2 0-15,0-1 0 0,1 4 0 0,-1-4 0 16,0 4 0-16,0-3 0 0,1 4 0 0,-1-2 0 15,1-2 0-15,0 2 0 0,1 2 0 0,0 0 0 16,0 0 0-16,-1-3 0 0,2 3 0 0,-2 0 0 16,0 3 8-16,-2-3-8 0,-1 2 12 0,2-1-12 0,-1 4 20 15,0-1-4-15,1-2 0 0,-2 3 0 0,2 0-8 0,0-1-8 16,0 2 12-16,-2-3-12 0,2 2 14 0,2-3-4 16,2 1-1-16,3-3 0 0,2 0 6 0,2-4 1 15,1 1 0-15,4-3 0 0,3-2 4 0,-2 0 2 16,1-2 0-16,2-1 0 0,-1 0-7 0,-1 2-2 15,-2-1 0-15,-1 1 0 0,-3 2-13 0,-3 2 0 16,-2 2 8-16,-2-1-8 0,-2 4 0 0,-4 0 0 16,0 0 0-16,-3 0 0 0,1 4 0 0,-2-4 0 15,-2 2 0-15,2 2 0 0,0-2 0 0,-1 0 0 16,0 1 0-16,0 2 0 0,-1-4-9 0,2 4 9 16,0-1 0-16,2-1-9 0,-2-3 9 0,1 1-12 15,0 1 12-15,2-2-12 0,-1 3-24 0,1-3-6 16,2 0-1-16,1 1-725 15,4 1-144-15</inkml:trace>
  <inkml:trace contextRef="#ctx0" brushRef="#br0" timeOffset="166733.31">14882 12951 806 0,'-5'-6'36'0,"1"2"7"0,1-2-35 0,0 3-8 15,3 3 0-15,0-2 0 0,0 0 186 0,0-1 35 16,-1-2 7-16,0-1 2 0,-1-1-118 0,-1 1-23 16,1 3-5-16,1 1 0 0,0-3-16 0,0 4-4 15,-2 1 0-15,2 1 0 0,-3 2-22 0,-1 1-5 16,-1 2-1-16,0 2 0 0,-3 2-20 0,1 3-5 16,-1 3-1-16,-1-3 0 0,3 3-10 0,-1 2 0 15,2 1 0-15,0-2 0 0,1 1 0 0,0-4 0 0,-1-2-9 16,1 0 9-16,1 1 0 0,0-1-10 0,2-3 10 15,-3 1-8-15,1 0-13 0,1-4-3 0,-1 1 0 0,-1-1 0 16,1 1-11-16,1-2-2 0,0 2-1 0,1-5 0 31,2 0-91-31,1-4-19 0,3 2-3 0,2-6-620 0</inkml:trace>
  <inkml:trace contextRef="#ctx0" brushRef="#br0" timeOffset="167133.54">15029 12743 172 0,'0'0'16'0,"-1"0"-16"0,-2 2 0 0,1-2 0 15,1 0 380-15,-1 3 74 0,1-3 14 0,-1 1 4 16,-2 4-287-16,-1-1-57 0,0 0-11 0,1 2-2 16,1 0-64-16,0 0-13 0,1 0-2 0,0 0-1 15,2 1-27-15,-1 0-8 0,1 2 0 0,-1 1 0 0,1-2 0 0,0 2 0 16,-1 2 0-16,0-2 0 0,1 0 0 0,-3 0-12 16,2 1 12-16,-2-1-12 0,2 0 4 0,0-1 8 15,0 1-13-15,1-4 5 0,0 0-7 0,0 0-1 16,0-2 0-16,1 0 0 0,-1-1-6 0,1 0-2 15,2 0 0-15,-2 0 0 0,0-1 0 0,-1 0 0 16,1 1 0-16,-1-1 0 0,0-1 0 0,2 1-1 16,-2-2 0-16,0 0 0 0,0 0 1 0,0 0 0 15,0-2 0-15,-2 1 0 0,2 1 7 0,0 0 1 16,0 0 1-16,0 0 0 0,0 0 15 0,-3-25 0 16,4 19 0-16,-1-3 0 0,1 2 0 0,-1 0 0 15,1 4 9-15,-1 0-9 0,0 0 17 0,2 0-2 16,-2 3-1-16,0 0 0 0,0 0 3 0,0 3 1 0,1-3 0 0,0 3 0 15,-1-3 1-15,0 0 0 0,0 0 0 0,12 19 0 16,-5-9 6-16,-3-3 2 0,3 4 0 0,0-1 0 16,1 0-3-16,0 2 0 0,0 1 0 0,1-1 0 15,0-2-24-15,2 2 8 0,0-2-8 0,2 3 0 32,0-1-116-32,3-1-29 0</inkml:trace>
  <inkml:trace contextRef="#ctx0" brushRef="#br0" timeOffset="167765.94">14933 13024 2131 0,'-9'-4'189'0,"3"-1"-151"0,5 4-30 0,1 1-8 0,1 0 30 0,-2 0 5 16,-2-4 1-16,-2 2 0 0,-1-2-3 0,-2-2 0 15,4 3 0-15,-3 1 0 0,4 1-10 0,-2 1-3 16,1 0 0-16,-1 0 0 0,1 0-9 0,1 3-3 15,-1 0 0-15,1 0 0 0,1 0-8 0,1 1 0 0,1-1 0 16,-1 3 0-16,2-2 0 0,0 1 0 0,0 1 0 0,2-1-11 16,-2 1 11-16,1-1 0 0,1 2 0 0,-1-1 8 15,1-1 9-15,-1 1 3 0,2 0 0 0,-2 0 0 16,1 3 4-16,-1 1 0 0,1 0 1 0,-1 2 0 16,0 4-8-16,0 3-1 0,-1-1-1 0,1 4 0 15,-1 3-15-15,1 1 0 0,-1-1 8 0,2 3-8 16,-2 7 0-16,0-2 0 0,1 4 0 0,-1-2 0 15,-1 0 0-15,0-1 0 0,0 1 0 0,0-5-10 16,-3-2 10-16,2-1 0 0,0-1 0 0,0-3 0 16,-1-1 0-16,0-1 0 0,0-4 0 0,-2 0-8 15,1-3 8-15,0 2 0 0,-1 3 0 0,0-3 0 16,1 0 0-16,-1 0 0 0,1-1 0 0,1 1 0 16,-1-1 0-16,3-4 0 0,-1 0 0 0,1-1 0 0,0-3 0 0,1-2 0 15,-1 1 0-15,-1-4-8 0,1 0 8 0,0-2-12 16,-1 0 12-16,1 0-12 0,-1 0 12 0,-1 3 0 15,2-3 0-15,-1 0 0 0,1 0 0 0,-1 0 0 16,-1 0 0-16,2 0 0 0,0 0 0 0,0 0 0 16,0 0 0-16,0 0 8 0,0 0-8 0,0 0-10 15,0 0 10-15,0 0-13 0,0 0-3 0,0 0-1 16,0 0 0-16,0 0 0 16,-13-19-92-16,12 13-19 0,0-4-3 0</inkml:trace>
  <inkml:trace contextRef="#ctx0" brushRef="#br0" timeOffset="172516.05">18864 9141 172 0,'8'-6'16'16,"0"-1"-16"-16,-2 1 0 0,-2 4 0 15,-2 2 141-15,3-4 26 0,6-2 5 0,5-4 0 0,4-6-109 0,2 1-23 16,3-1-4-16,-2 0 0 0,-2 1-49 0,-2 5-10 16,-2 0-1-16,-1 4-1 0,-2 0-19 0,0 0-3 15,-2 2-1-15,-1-2 0 0,0 2 72 0,-1-2 15 16,-1 3 2-16,-2 0 1 0,1-2 68 0,-3 4 14 15,0-4 2-15,-3 1 1 0,2 3 0 0,-3-2 0 16,0 3 0-16,0-4 0 0,-1 4-26 0,0-2-5 16,0 2 0-16,-1 0-1 0,0 0-18 0,0-2-3 15,-2 2-1-15,2-2 0 0,1 2-37 0,0 0-8 16,0 0-2-16,0 0 0 0,-24-2-17 0,18 2-9 16,0 0 10-16,-3 0-10 0,2-3 0 0,-2 3 0 15,-2 0 0-15,0 0 0 0,0 3 0 0,-1-3-8 0,-2 4 8 16,-1 0-10-16,-1 3 1 0,0-2 0 0,0 1 0 0,-3 5 0 15,1-1 9-15,-1 2 0 0,4-2 0 0,-2 2 0 16,0 1 0-16,-2-1 0 0,1 2 0 16,0-6 0-16,2 2 0 0,3 0 12 0,0-1-2 0,0-3-1 15,-1 4-9-15,-1-3 0 0,-2 2 0 0,-3 3 0 16,0 1 0-16,-3 0 0 0,-3 3 0 0,-1 3 0 16,-2 1-18-16,1 1 4 0,1 1 1 0,2-3 0 15,3-2 13-15,2 0-11 0,3-1 11 0,3-2-10 16,4 1 10-16,3-8 0 0,4 2 0 0,2-5 0 15,1-1 0-15,1 0 0 0,3-3 0 0,0 2 0 16,1-2 0-16,2 1 0 0,2 2 0 0,2-3 8 16,2 0-8-16,2 2 0 0,3-2-8 0,1 0 8 0,1 0 0 0,4 0 0 15,0 0 0-15,2 0 8 0,2-2-8 0,-4-1 9 16,1 2-9-16,-1-1 10 0,-2-1-10 0,0 2 10 16,-2-3-10-16,0 2 10 0,-3-1-2 0,0 2 0 15,2 1 0-15,-1-2 0 0,1 2-8 0,-1-4 0 16,0-1 0-16,0 1 0 0,1 1 0 0,-1-2 0 15,0 1 0-15,-3 0 0 0,-1 0 0 0,-1 2 0 16,-2-2 8-16,-1 4-8 0,-3-2 0 0,-2 2 10 16,0 0-10-16,-1-3 10 0,-2 3 13 0,1-1 2 15,-1 1 1-15,1 0 0 0,-1-2 2 0,-1 0 0 16,3 0 0-16,-1-1 0 0,0 2-12 0,0-4-1 16,0 2-1-16,1-4 0 0,-1 4-14 0,-1-4 11 15,1 1-11-15,-2 0 10 0,-1 0-1 0,-1-1 0 16,-2 0 0-16,-2-1 0 0,-1 1 11 0,-3-2 3 0,-1-1 0 15,-1 1 0-15,-2-3 8 0,-3 2 1 0,-2-4 1 0,-1-1 0 16,1-1-4-16,1 0-1 0,-2 0 0 16,2-2 0-16,2-1-7 0,3 3-1 0,2-3-1 0,1 3 0 15,-1 0-19-15,1 0 0 0,0 1-11 0,0 2 11 16,-1 2-28-16,0 1 0 0,1 2 1 0,-4-2-871 16,0 4-174-16</inkml:trace>
  <inkml:trace contextRef="#ctx0" brushRef="#br0" timeOffset="183815.94">18698 7637 748 0,'20'-10'33'0,"-5"2"7"0,-1 1-32 0,-4 4-8 15,-2 3 0-15,-5-3 0 0,4 3 278 0,2-1 54 16,8-2 10-16,1 2 2 0,2-1-208 0,-3-1-41 16,-3 6-9-16,-3-3-2 0,-4 2-36 0,-2-2-8 15,-1 1-2-15,-4 2 0 0,-1-2-15 0,-2-1-3 16,0 3-1-16,-2-6 0 0,0 3-4 0,0-1-1 16,0-2 0-16,-1 2 0 0,-1-4-14 0,0 4 8 15,-3-4-8-15,0 4 0 0,0-2 0 0,-1 3 0 16,-1-2 0-16,-2 2 0 0,-1 2 0 0,-2-2 0 0,-1 7 0 15,-4-1 0-15,-1 0 0 0,0 4 0 0,-1 2 0 0,2-2 0 16,1 2 0-16,1-2 0 0,3 0 0 0,2 1 0 16,2-3-10-16,4 0 10 0,1 2-8 0,2-4 8 15,2 2-8-15,3 1 8 0,1-3-8 0,1 0 8 16,2 1 0-16,2-2-10 0,1 1 10 0,1-2 0 16,2 0-8-16,2 0 8 0,1-2 0 0,2 1 0 15,1 0 0-15,0-3 0 0,0-2 0 0,-2 1 0 16,2 1 0-16,0-3 0 0,-2 2 0 0,1-2 9 15,-3 3-9-15,1-2 0 0,2 1 0 0,0-2 8 16,3-1-8-16,3-2 8 0,3 0-8 0,6-4 8 16,2-5-8-16,2 2 0 0,3-5 9 0,3-1-9 0,4-1 0 15,-1-2 0-15,-3 1 0 0,-3-2 8 0,-1 5-8 16,-8 2 0-16,-6 2 0 0,-8 3 0 0,-5 5 9 0,-4 1 1 16,-4 2 0-16,-4 1 0 0,-2 2 37 0,-5 0 7 15,-7 0 2-15,-2 0 0 0,-4 0-13 0,-2 0-3 16,-4 0 0-16,-6-1 0 0,-3-2-62 0,-3-5-13 15,-2-4-2-15,5-6-1 0</inkml:trace>
  <inkml:trace contextRef="#ctx0" brushRef="#br0" timeOffset="193586.84">19842 9117 1490 0,'-4'-1'66'0,"0"-3"14"0,2 4-64 0,-1 0-16 0,2-2 0 0,1 2 0 15,0 0 90-15,-1 0 15 0,0-3 3 0,-2 2 1 16,2-1-65-16,0-2-14 0,-1 1-2 0,2 0-1 15,0-1-17-15,3 2-10 0,-2-2 12 0,2-2-12 16,-1 1 13-16,2-1-4 0,-2 1-1 0,1-2 0 16,-1 5 6-16,1-4 1 0,-2 2 0 0,0 2 0 15,0 2-3-15,-1-3 0 0,0 3 0 0,0 0 0 16,0 0 1-16,0 0 0 0,-1 3 0 0,0-3 0 16,1 2-5-16,-1-1-8 0,1-1 11 0,0 0-11 0,0 0 0 0,0 0 0 15,0 0 0-15,-4 21 0 0,4-14 0 0,0-4 12 16,0 3-4-16,-1 1-8 0,1-1 19 0,0 0-3 15,-1 4-1-15,-1-3 0 0,0 4 8 0,-1-1 1 16,0 3 1-16,-2-3 0 0,-2 2-5 0,0 2-2 16,1 2 0-16,-2-2 0 0,1-1-10 0,1-3-8 15,0 0 12-15,2-2-12 0,2 0 0 0,-1-2 0 16,3-1 0-16,0-2 0 0,1 0 0 0,-1 1 0 16,2-3 0-16,-1 1 0 0,0 1 0 0,0-3 0 15,0 4 0-15,1-4 0 0,1 3 0 0,-1 0 0 16,-1-3 0-16,-1 2 0 0,2 2 0 0,-2-2 16 15,2 2-3-15,-2 0-1 0,1-2-2 0,-1 2-1 16,1-2 0-16,0 2 0 0,2 2-9 0,-2-3 0 16,1 1 0-16,0-1 8 0,0 1-8 0,1-2 0 15,-1 1 0-15,2 1 0 0,-2-4 0 0,1 2 0 0,-1-2 0 16,-1 1 0-16,1 2 8 0,0-3-8 0,-1 1 0 0,1 2 8 16,-1-1-8-16,0 2 8 0,-1-2-8 0,0 2 8 15,0-2-8-15,1 2 8 0,-1-1-8 0,2 0 8 16,-1 1-8-16,1 0 0 0,1-2 0 0,1 2 0 15,-1 1 0-15,2-4 0 0,1 2 0 0,1-1 0 16,1-1 0-16,1 2 0 0,1-2 0 0,0 0 0 16,1 0 0-16,0 2 0 0,0-3 0 0,0-3 0 15,0 6 8-15,2-3-8 0,-2 1 0 0,1 2 8 16,1-3-8-16,-1 2 0 0,0-2 9 0,2 0-9 16,-2 0 0-16,1 0 8 0,0 1-8 0,1-2 0 15,-2 1 0-15,2 0 8 0,-1 0-8 0,1-2 0 0,1 2 0 16,-2-3 0-16,2 3 0 0,-1 0 8 0,-2 3-8 0,1-3 0 15,-2 0 0-15,0 2 0 0,0-2 0 0,-1 4 0 16,-3-2 0-16,1-2 0 0,-1 4 0 0,1-2 0 16,-2 2 0-16,0-3 0 0,0 1 0 0,3-2 0 15,1 0 0-15,1-3 0 0,4-1 0 0,1-1 0 16,1-1 0-16,2-1 0 0,2-3 0 0,1 1 0 16,1-1 0-16,3 2 0 0,-1 0 0 0,1 0 0 15,0-1 0-15,0 4 0 0,-1-1 0 0,-1 3 0 16,1 1 0-16,-1 1 0 0,-3 1 0 0,-3 0 0 15,2-3 0-15,-2 3 0 0,1 0 0 0,-2 0 0 16,3 0 0-16,0 0 8 0,0 0-8 0,-1-2 0 16,4 1 0-16,-2 1 8 0,-1-3-8 0,-1 2 0 0,1 0 0 0,0 1 0 15,-2 0 0-15,0 0 0 0,0 0 0 0,-2 1 0 16,0 3 0-16,-1-4 0 0,-1 3 0 16,0 0 0-16,-2-2 0 0,0 1 9 0,-2 2-9 0,-1-1 0 15,1-1 8-15,-2 2-8 0,1-2 0 0,0 2 0 16,-1-4 0-16,2 4 0 0,0-4 0 0,1 2 0 15,2-1 0-15,-1-1 0 0,3 0 0 0,-2-1 0 16,2 1 8-16,0-2-8 0,2-1 0 0,1 2 0 16,-1 1 0-16,0 0 0 0,-1 0 0 0,0 0 0 15,1-2 8-15,-1 0-8 0,1 2 0 0,-1 2 0 16,1 0 0-16,-1-2 0 0,2 1 0 0,-1 2 0 16,0-3 0-16,2 0 0 0,1 2 0 0,-1-2 0 15,2 0 0-15,-1-2 0 0,0 2 0 0,1-3 0 16,1 2 0-16,-1 1 0 0,2-4 0 0,-2 3 0 15,1 0 0-15,-1-3 0 0,0 4 0 0,1-2 0 0,0 2 0 16,1-3 0-16,-1 3 0 0,1 0 0 0,0 0 8 0,0 0-8 16,1-1 0-16,-1 1 0 0,-1 0 0 0,1-3 0 15,1 3 0-15,0-3 0 0,-1 0 0 0,0 0 0 16,-1-2 0-16,-1 0 0 0,1 2 0 0,-1-1 0 16,0 0 0-16,-1 0 0 0,0 0 8 0,-2 0-8 15,0 4 0-15,-1 0 0 0,-1 0 0 0,0-2 0 16,-1 4 0-16,0-2 0 0,0 0 0 0,-2 2 0 15,1 0 0-15,-1-2 0 0,1 4 12 0,1-2-12 16,1-2 12-16,0 0-12 0,1 0 0 0,2-2 0 16,-1 2 0-16,1-4 0 0,1 0 0 0,-2 2 0 15,1-2 0-15,-1-1 0 0,1 4 0 0,0-4 0 0,0 4 0 16,2 1 0-16,-2-3 0 0,-1 3 0 0,3 3 0 0,0-3 0 16,0 0 0-16,1 1 0 0,-3 2 0 0,1-1 0 15,2-1 0-15,-1 2 10 0,2-3-10 0,-1 2 12 16,1-1-12-16,1 2 0 0,1-1-12 0,-1-2 12 15,2 0 0-15,-2 2 0 0,-1 0 0 0,0-1 0 16,-1 2 0-16,-1-3 0 0,0 2 0 0,-1 2 0 16,-1-2 0-16,0 2 0 0,1 2 9 0,-3-2-9 15,-1 2 0-15,-1 0 0 0,1 1 0 0,-1-4 0 16,0 4 0-16,-2-1 0 0,1 0 0 0,-2 0 0 16,1 0 0-16,-1 0 0 0,0-2 0 0,0 5 0 15,-1-5 0-15,-1 2-16 0,1-4 4 0,-1 3 0 16,-1 0 12-16,1-4 16 0,0 4-4 0,-1-1-1 0,-2-2-11 15,1 0-16-15,-2 0 4 0,-1-1 1 0,0 1 11 16,-3-1 16-16,2-1-4 0,-2 0-1 0,1 2-11 0,-2-2-16 16,0 0 4-16,1 0 1 0,-1 0 22 0,0 0 4 15,0-2 1-15,1 1 0 0,1-1-26 0,0 1-5 16,-1 1-1-16,1-2 0 0,0 0 16 0,0 0 0 16,2-1 12-16,-1 2-12 0,-1-1 0 0,1-1 0 15,0 2 0-15,1-1-12 0,0 2 12 0,-3-3 0 16,2 2 0-16,-1-3 0 0,0 2 0 0,1-1 0 15,1 0 0-15,1-4 0 0,0-3 0 0,3 1 0 16,1-9 0-16,3 1 0 0,2-2 0 0,1 1 0 16,3-2 0-16,0-1 0 0,4 1 0 0,-4 2-9 15,1-1 1-15,-2 3 0 0,-1 2 8 0,-1 2 0 16,-1-3 0-16,-3 3 0 0,-1 2 0 0,-2 0 0 0,-2 4 0 16,-2 0 0-16,0-2 0 0,-4 6 8 15,2-2-8-15,-2 2 11 0,0-2 2 0,1 4 1 0,-1-3 0 0,0 0 0 16,0 0-6-16,1 0-8 0,0-1 11 0,1-1-11 15,-1 1 8-15,0-4-8 0,2 1 0 0,-1 0 0 16,0-2 0-16,1 2 8 0,-1-2-8 0,-1 2 0 16,0 1 9-16,0-3-9 0,0 3 0 0,-1 2 9 15,1-2-9-15,-2 2 0 0,-2 2 0 0,1-2 8 16,0 2-8-16,0 0 0 0,-1 1 0 0,0 0 0 16,0 1 0-16,-1 0 0 0,1 0 0 0,-2-3 0 15,1 3 0-15,0 0 0 0,-1-1 0 0,0 1-11 16,-1 0 11-16,-1 0 0 0,0-2 0 0,-1 2 8 15,-1 0-8-15,-1 0 0 0,1 0 0 0,-2 0-8 0,-1 2 8 0,1-2 0 16,0 1 0-16,0 2 0 0,1-3 0 16,3 0 0-16,3 0 0 0,-2 0 0 0,2 0 0 0,2-3-8 15,0 2 8-15,-1-1-8 0,2 2-7 0,-1-3-1 16,0 2 0-16,1-2 0 0,-1 0 4 0,-2 0 0 16,2 1 0-16,-3 1 0 0,1-2 12 0,-2 2-9 15,0 0 9-15,0 1-8 0,-1 1 8 0,1 0 0 16,-2 2 0-16,3-2 0 0,-3 4 0 0,2-4 9 15,0 4-1-15,2-4-8 0,-1 2 15 0,2-3-4 16,0 2-1-16,1-2 0 0,1 0-10 0,0-2 0 16,-1 2 0-16,1 0 0 0,0 0 0 0,0 0-17 15,0 0 4-15,0 0 1 0,0 0-15 0,0 0-2 16,0 0-1-16,0 0 0 0,-6 18 6 0,7-14 2 0,1-4 0 16,3 0 0-16,3 0 13 0,3-4 9 0,6-2-12 0,5-4 12 15,4-2 0-15,5-3 0 0,4 1 0 16,1-2 0-16,0 5 0 0,-2 1 0 0,0 3 0 0,-5 2 0 15,-4 4 11-15,-6-2-1 0,-5 6 0 0,-2 0 0 16,-5 3-10-16,-3 2 12 0,-4 3-12 0,-4 3-732 16,-3 4-152-16</inkml:trace>
  <inkml:trace contextRef="#ctx0" brushRef="#br0" timeOffset="194599.97">26102 8573 1267 0,'-8'-4'112'0,"3"1"-89"16,1-2-23-16,3 4 0 0,1-2 136 0,1 2 22 0,0 0 5 0,1-1 1 15,0-4-83-15,2 2-16 16,1-2-3-16,-2 1-1 0,4 0 1 0,-3 3 0 0,3 2 0 15,0 0 0-15,2 0-28 0,2 2-6 0,2 6 0 0,4-2-1 16,1 3-27-16,2 1 8 0,0 3-8 0,-1-2 0 16,1 3 0-16,1-2 0 0,-2 1 0 0,-1-1 0 15,-3-2 0-15,0-3 0 0,-3 2 8 0,1-2-8 16,-3 0 0-16,-2 1 0 0,-2-4 0 0,-2 1 8 16,-3 0-8-16,-3 0 0 0,-2 1 0 0,-6 4 8 15,0 2 2-15,-8 1 0 0,-3 3 0 0,-5 2 0 16,-5 2-10-16,-2 5 0 0,-3-6 0 0,2 0 0 15,6 0-12-15,1-3-2 0,4-4 0 0,5 0 0 16,4-4-7-16,3-2-2 0,6-4 0 0,2 0 0 0,3-2 11 16,2-2 3-16,2 2 0 0,1-2 0 0,1-2 9 15,4 2 0-15,0-1-9 0,3 2 9 0,1-1 9 0,3 2 7 16,3 2 0-16,1-1 1 0,1 4-1 0,2 1 0 16,-1 2 0-16,-1 4 0 0,-1 1-8 0,1 0-8 15,0 2 9-15,0-3-9 0,0 2 0 0,1-3 0 16,-2-1 0-16,-2 0 0 0,4-6 0 0,-1-2 0 15,3-2 0-15,-2-6 0 16,2 0-92-16,-3-4-14 0,-1-2-3 0,-2-1-850 16</inkml:trace>
  <inkml:trace contextRef="#ctx0" brushRef="#br0" timeOffset="195132.73">26847 8602 1497 0,'-1'-2'133'0,"-1"0"-106"0,2-1-27 0,0 3 0 0,0 0 125 0,0 0 20 0,-1 0 4 0,1 3 1 15,0-1-51-15,0 0-11 0,-1 3-1 0,1-5-1 16,-4 19-45-16,0-4-9 0,-1 5-1 0,-2 0-1 15,-2 7-18-15,-2 1-3 0,-2 2-1 0,-1 1 0 16,0 1-8-16,0-1 0 0,1-3 0 0,1-3 0 16,3-3 0-16,3-5 0 0,4-8 0 0,2-2 0 15,2-4-14-15,2 0-2 0,2-7 0 0,1-1 0 0,2-1-5 16,0-4-2-16,-1 0 0 0,0-2 0 16,-1-4 23-16,-1 0 0 0,-2-3 0 0,-1-1 0 0,-1-1 0 0,-1 2 0 15,-2 0 0-15,0-1 0 0,-2-1 18 0,1-1 2 16,1 0 0-16,-1-1 0 0,4 1-3 0,-1 0 0 15,3 0 0-15,-1 6 0 0,2 1-17 0,-1 5 0 16,0 4 0-16,-1 2 0 0,2 1 15 0,-1 3-4 16,0 3-1-16,2 1 0 0,0 2 3 0,1 0 1 15,3 6 0-15,0 2 0 0,0 5-5 0,1-1-1 16,3 4 0-16,-2 1 0 0,2-4-8 0,2 2 12 16,0-3-12-16,1-1 12 0,2 0-12 0,-1-2 0 15,1-2 9-15,-1-4-9 0,4 0 0 0,-4-2 0 16,1-3 0-16,-2-1 8 0,-3-1-8 0,-2-2 8 15,-3-2-8-15,-3-1 8 0,-1-1-8 0,-2 1 9 0,-1-1-9 16,-2-2 10-16,-2 0-10 0,2-5 0 0,-1-1 0 0,1-2 0 31,-1 0-107-31,3-5-20 0,2 1-4 0,5-2-579 0,2-1-116 0</inkml:trace>
  <inkml:trace contextRef="#ctx0" brushRef="#br0" timeOffset="195366.65">27618 8705 979 0,'3'0'87'0,"-2"-2"-70"0,0 2-17 0,-1 0 0 16,0 2 236-16,0-2 44 0,0 0 9 0,0-2 2 16,0 2-135-16,-1-1-26 0,0 1-6 0,1 0 0 0,0 0-66 0,0 0-13 15,0 0-2-15,0 0-1 0,0 0-34 0,0 0-8 16,0 0 0-16,0 0 0 0,0 0-10 0,31-6-1 15,-16 3 0-15,2 2 0 0,3-2 2 0,2 0 0 16,0 0 0-16,-1 0 0 0,0 0-16 0,0 1-3 16,0 0-1-16,0-3 0 0,-2 4-31 0,-1-3-5 15,0-1-2-15,0 2 0 16,0-1-180-16,-4-2-36 0</inkml:trace>
  <inkml:trace contextRef="#ctx0" brushRef="#br0" timeOffset="195550.07">28182 8496 2282 0,'-3'0'101'0,"0"0"21"0,2 0-98 0,0 0-24 0,1 0 0 0,0 0 0 15,0 0 64-15,0 3 8 0,0-2 2 0,0 5 0 16,0 4-56-16,0 6-18 0,1 5 10 0,-1 8-10 16,0 3 0-16,-3 9 0 0,1 6 0 0,-2 5 0 15,-1 7-33-15,-2-2-3 0,1 6 0 0,-2-2-698 16,0 0-140-16</inkml:trace>
  <inkml:trace contextRef="#ctx0" brushRef="#br0" timeOffset="196649.94">27474 8291 1555 0,'6'-6'68'0,"-4"0"16"0,1 2-68 0,-2 2-16 0,-1 2 0 0,-1 0 0 15,0-2 204-15,-1 2 36 0,-1-2 8 0,-5-2 2 16,-3-2-134-16,-6 0-26 0,-3 0-6 0,-6-3 0 16,-4 2-67-16,-6-3-17 0,-6 1 0 0,-1 0 0 15,-3 2-12-15,-2 2-8 0,0 0-1 0,-1 0-1 16,-1 4 10-16,2 1 3 0,2 0 0 0,2 0 0 15,-1 4 9-15,1-4 0 0,-1 2 0 0,2 2-8 16,-2-2 8-16,1 2 9 0,-2 0-1 0,1-4-8 16,3 2 8-16,0-1-8 0,0 2 0 0,3-3 0 15,-1 2 8-15,4 0-8 0,3 0 0 0,2 1 0 16,3-3 0-16,3 3 0 0,5-2 0 0,1 4 0 0,3-1-9 0,4 0 9 16,1 1-8-16,2-1 8 0,2 2-8 0,-1 0 8 15,3 0-8-15,-1 1 8 0,3 2 0 0,-1 1 0 16,0 0 0-16,0 5 0 0,2 1 0 0,1 2 0 15,-2 2 0-15,3 5-8 0,0 0 8 0,0 1 0 16,0 2-9-16,2 3 9 0,-2 1 0 0,1-2 0 16,0 3 0-16,1-1 0 0,2 3 0 0,-1-4 0 15,-1-1 0-15,2 0 0 0,-2-1 0 0,0-3 0 16,-1 1 0-16,-1 2 0 0,0-4-12 0,-3 0 12 16,0 1-10-16,-2-1 10 0,-2 3-9 0,0-2 9 15,0 0-8-15,0-1 8 0,4-3 0 0,0-3-8 16,2-1 8-16,2-5 0 0,4-2-14 0,4 0 2 15,-2-5 1-15,3 2 0 0,4-2-5 0,1 0 0 0,1-2-1 16,3 1 0-16,2-2 6 0,3 4 2 16,2-1 0-16,4 0 0 0,3 0 9 0,2 1 0 0,-1 2-9 0,1-3 9 15,3 4 0-15,2-4 0 0,2 2 0 0,2 0 0 16,1-1 0-16,2-1 0 0,5 1 0 0,2 2 0 16,4-3 0-16,0 0 0 0,-1 0 0 0,3 1 0 15,0-2 0-15,5 0 0 0,-1 2 0 0,1-1 0 16,1 4 0-16,-5-4 0 0,-3-1 0 0,-4-4 0 15,2 4 0-15,-3-3 0 0,-1 3 0 0,-1-2 0 16,-2 3 0-16,-3-2 0 0,-1 0 9 0,-1-2-9 16,-2 1 8-16,-1-3-8 0,-2 0 8 0,1 0-8 15,-1 0 0-15,1 0 0 0,-1 0 0 0,-1 1 0 16,-4 4 0-16,1-1 0 0,-1-3-12 0,-4 4 4 16,-3-4 8-16,-2 2-12 0,-4 0 12 0,-2 0-12 0,-3 0 12 15,-1 0 0-15,1-1 0 0,-4 0 0 0,0 0 0 16,-1-2 0-16,-1 0 0 0,0-2 0 0,1 0 0 0,-1-3 0 15,3-1 0-15,-2-1 8 0,1-3-8 0,-1-1 11 16,2-2-11-16,-2 0 12 0,0-3-1 0,-1-3 0 16,-2 1 0-16,-1 0 0 0,-2 4 13 0,-3-3 4 15,-1-1 0-15,-1-2 0 0,-2-2 4 0,-1-3 0 16,1-3 1-16,-1-1 0 0,3-5-33 0,2-5 0 16,-1-1 0-16,0-5 0 0,2 4-24 0,-2 0-6 15,1 1-1-15,-2 4 0 0,1 5 11 0,-1 2 3 16,-1 5 0-16,-1 1 0 0,-2 5 17 0,-1 1 0 15,-1 0 0-15,-4 3 0 0,-1 0 15 0,-1 3 3 16,-2 0 1-16,-3 2 0 0,-6 0 5 0,-3 2 0 0,-2-3 1 16,-5 4 0-16,-3-3-12 0,-4 1-2 15,-1-4-1-15,-2 1 0 0,-1-2-21 0,2-2-4 0,2-2-1 0,0-4 0 16,3-2-18-16,-1-3-4 0,1-2-1 0,2-4 0 31,2 1-85-31,-1-4-16 0,2 1-4 0,-5-4-836 0</inkml:trace>
  <inkml:trace contextRef="#ctx0" brushRef="#br0" timeOffset="197716.53">27561 7839 288 0,'7'-3'25'0,"-5"-1"-25"15,1-1 0-15,-2 4 0 0,-1-1 312 0,0 1 56 16,0 2 12-16,0-1 3 0,0-1-215 0,0-2-42 16,-1 3-9-16,1-2-1 0,1 2-12 0,-2-2-3 15,1 2 0-15,-2 0 0 0,4 0-55 0,-2 0-11 16,0 0-3-16,0 0 0 0,0 0-24 0,10-17-8 15,-6 12 0-15,0-4 0 0,1 1 0 0,-2-2 0 16,0 0 8-16,-1 0-8 0,-2 1 0 0,0 0 0 16,-2 0 8-16,0-1-8 0,-1 3 11 0,0-5-2 0,-1 3 0 15,1-1 0-15,1-6 3 0,1 1 0 16,1-1 0-16,1 0 0 0,0-3-12 0,3-1 0 0,1 2-12 0,2-5 12 16,2 1-25-16,1 0 2 0,-1 3 1 0,-1 6 0 15,1 0 8-15,-2 4 2 0,-2 2 0 0,-1 2 0 16,-2 4 12-16,0 1 0 0,-2 0 0 0,-2 1 0 15,1 2 0-15,-1 1 8 0,-2 1 0 0,-2 1-8 16,-2 1 18-16,-2 2-3 0,-1 3-1 0,-1 2 0 16,-2-2-1-16,0 4 0 0,-4 0 0 0,1 0 0 15,0 3-4-15,-1-1-1 0,0-1 0 0,-1 1 0 16,2-2-8-16,0 3 0 0,-2-3 0 0,0 0 8 16,3 0-8-16,-1-1 0 0,0 1 9 0,-1-6-9 15,4 0 0-15,0-2 0 0,2-4 0 0,2-2 0 0,2 2 0 16,5-6 0-16,1 0 0 0,2 0 0 0,3-4-15 15,4-2-7-15,3-4-2 0,4 0 0 0,2-4-18 0,4 0-4 16,1-3-1-16,1 0 0 0,0 1 23 0,-1 4 5 16,-1 2 1-16,-1 2 0 0,-2 1 18 0,-2 6 0 15,-3 0 0-15,-1 3 0 0,0 0 36 0,-1 3 2 16,-1-2 0-16,-1 1 0 0,1 2 8 0,1 1 2 16,-1-1 0-16,1 2 0 0,1-2-15 0,0-1-2 15,1 2-1-15,1-1 0 0,0 0-18 0,1 1-4 16,1-4-8-16,-2 1 12 0,2 2-12 0,-3 0 0 15,1 1 0-15,-3-2 0 0,0 4 0 0,-3-4 0 16,0 1 0-16,-2 1 0 0,-1 1-12 0,0-2-8 16,-1 2-1-16,-1 1-800 0,-1 2-160 15</inkml:trace>
  <inkml:trace contextRef="#ctx0" brushRef="#br0" timeOffset="199366.16">28682 6831 576 0,'4'-6'25'0,"-2"2"6"0,0 0-31 0,0 2 0 16,-1 2 0-16,0-3 0 0,0 3 280 0,2-1 51 16,1 1 9-16,-1-2 3 0,0 2-203 0,0 2-40 0,1 2-8 0,-1 3-1 15,-2 8-39-15,0 5-7 0,-2 7-1 0,-2 8-1 16,0 4-31-16,-3 7-12 0,-1 5 8 0,0 1-8 15,-2 3 0-15,1-4 8 0,-1-3-8 0,0-1 0 16,4-6 0-16,0 0 0 0,3-3 8 0,-1-3-8 16,3-7-10-16,0-2-4 0,4-1-1 0,1-7 0 31,0-2-121-31,2-6-25 0,1-6-5 0</inkml:trace>
  <inkml:trace contextRef="#ctx0" brushRef="#br0" timeOffset="199666.78">29059 7131 1843 0,'0'-3'164'0,"-1"0"-132"16,1 3-32-16,0 0 0 15,0 0 120-15,-2 0 16 0,2-1 4 0,-2 1 1 0,0-3-75 0,-3 0-15 16,0 3-3-16,-3-3-1 0,0 1-38 0,-5 0-9 16,0 4 0-16,-5 0 0 0,0 1-10 0,-2-2-4 15,-1 4-1-15,0 0 0 0,1 0 15 0,-1 1-9 16,1 0 9-16,2-2-8 0,2 2 8 0,2 0 0 15,2 0 0-15,2 1 0 0,4-1 13 0,1-1-1 16,3 3-1-16,4-1 0 0,1 1-11 0,2 2 0 16,2 2 9-16,1-2-9 0,1 3 12 0,2-1-1 15,0-1-1-15,1 4 0 0,1-5 2 0,-1 2 1 16,1-2 0-16,-1 3 0 0,-1-5-4 0,1 2-1 16,0 0 0-16,0-1 0 0,2 1-8 0,-1-4-12 0,1 1 2 0,2-1 1 31,0 3-187-31,1-3-36 0</inkml:trace>
  <inkml:trace contextRef="#ctx0" brushRef="#br0" timeOffset="205450.7">22795 12449 518 0,'-2'0'46'0,"1"0"-37"15,1 2-9-15,0-2 0 0,0 0 305 0,1 0 59 16,-1-2 12-16,0 2 3 0,0 0-279 0,0-2-56 16,0 0-12-16,0 2-1 0,0 0 13 0,0 0 4 15,3-21 0-15,-3 11 0 0,1 0-2 0,-1-2 0 0,1-2 0 16,1 2 0-16,-1-3-11 0,-1 1-3 0,-1 2 0 15,-1-3 0-15,0 4-3 0,-1-6-1 0,0 1 0 0,-2-2 0 16,1-5-13-16,-1-3-3 0,3-4-1 0,0-4 0 16,2-4-11-16,0-4 0 0,4-5-12 0,0 0 12 15,3 3-13-15,2-3 5 0,-1 2 8 0,2 2-13 16,0 4 13-16,-1 5 0 0,-3 8 0 0,0 1 0 16,-1 7 0-16,-1 2 12 0,-2 3-3 0,0 4 0 15,-2 2 2-15,-2 4 0 0,2-1 0 0,-1 2 0 16,1 2-11-16,-1 0 8 0,0 0-8 0,-2 0 8 15,3 0-8-15,-1 2 0 0,0-2 0 0,1 0 0 16,0 0 0-16,0 0 0 0,0 0-11 0,0 0 11 0,0 0 0 0,-16 19 0 16,13-16 0-16,0 1 0 0,-2 2 0 0,0-2 0 15,0 4 0-15,-3 0 0 0,-2 1 0 0,-1 3 0 16,-1 2 0-16,-2 3 0 0,-1-1 0 0,-1 0-8 16,0 0 8-16,1 0 0 0,3-6-8 0,2-1 8 15,4-7-8-15,1-1 8 0,4-1-17 0,0-1 1 16,1-1 1-16,1-1 0 0,0 0-8 0,2-4-1 15,0-3-1-15,1 2 0 0,1 0 25 0,0 0-8 16,1-2 8-16,1-3 0 0,0 4 0 0,0-1 17 16,0 1-2-16,0-1-1 0,-2 6 4 0,0-2 1 15,-1 4 0-15,0-1 0 0,0 3 6 0,0 0 2 16,-1 3 0-16,2-1 0 0,0 2 4 0,3 2 1 16,0 0 0-16,1 0 0 0,1 2-11 0,0 1-1 15,-2-3-1-15,1 0 0 0,0 0-2 0,-1-2 0 0,2 2 0 0,0-5 0 16,1 4-9-16,-1-4-8 0,1 2 12 0,-1-1-12 15,0 2 0-15,-3-1-12 0,2 0 0 0,-1-3-845 16,-2 1-169-16</inkml:trace>
  <inkml:trace contextRef="#ctx0" brushRef="#br0" timeOffset="208666.58">26752 11027 1335 0,'2'-4'59'0,"-1"0"13"0,2 0-58 0,-1 2-14 0,2-2 0 0,-3 2 0 16,2-2 48-16,0-2 6 0,4-4 2 0,1-2 0 15,2-4-35-15,0 1-6 0,-3-1-2 0,0 1 0 0,-1 4-13 0,-3 0 0 16,1 3 0-16,-1-1 0 15,-2 2 31-15,1 2 0 0,1 1 0 0,-2 2 0 0,-1 1 23 0,0 2 5 16,-1-1 1-16,-2 0 0 0,1 2 9 0,-2 1 3 16,2 1 0-16,-3-1 0 0,-1 2-30 0,-3 3-6 15,-1 0 0-15,-1 2-1 0,-3 0-15 0,-1 5-2 16,-2-1-1-16,-1 2 0 0,0 0-1 0,0 2-1 16,-2 4 0-16,0 3 0 0,-1 0-4 0,0-2-1 15,0 2 0-15,0 0 0 0,0 0-10 0,1-2 0 16,2-1 0-16,2-1 8 0,0-2-8 0,2-3 0 15,3-2 0-15,2-2 0 0,3-3 0 0,2-3 0 16,3-2 0-16,1-1 0 0,1 0 0 0,2-2 0 16,0 1 0-16,4-2 0 0,0 3 0 0,2-3 0 0,1 1-9 15,0 2 9-15,2-1 0 0,-1 2 0 0,3-2 0 16,0 0 0-16,3 1 0 0,-1 2 0 0,1-1 8 0,1 2-8 16,1 0 0-16,1-2 11 0,0 0-11 0,1 1 10 15,2-2-10-15,2-3 12 0,1 0-12 0,1-3 12 16,0-4 0-16,2-2 1 0,0 0 0 0,1-5 0 15,0 2 2-15,1 0 0 0,-3-1 0 0,0 1 0 16,0-1-7-16,-4 4 0 0,-1-1-8 0,-4 3 12 16,0 4-4-16,-5-2 0 0,-5 4-8 0,-1-2 12 15,-3 3-12-15,-4-2 0 0,-1 2 0 0,0 0 0 16,-1 2 0-16,-3 1-15 0,0-3 2 0,-1 3 0 16,-1 0-31-16,-1 0-7 0,-2 1-1 0,2-1 0 15,-1 0-38-15,2-3-8 0,0-2-2 0,0-2-556 16,1 0-112-16</inkml:trace>
  <inkml:trace contextRef="#ctx0" brushRef="#br0" timeOffset="208900.02">26869 10846 979 0,'-9'-1'43'0,"3"-2"9"0,1 3-41 0,3 3-11 0,1-3 0 0,1 1 0 0,0 1 266 0,-2 1 51 16,1 2 11-16,0 4 1 0,1 3-210 0,1 2-43 15,0 3-8-15,2 3-1 0,0 4-34 0,0 2-6 16,1 3-2-16,-3-1 0 0,0 7-15 0,-1-1-10 16,-1 1 12-16,-4 3-12 0,-1 3 8 0,-3 4-8 15,-1 2 0-15,0 1 0 0,-1 1 0 0,1 3 0 0,2 2 0 16,1-4 0-16,4-6-17 0,3-9-11 0,3-9-1 0,5-5-701 16,2-8-140-16</inkml:trace>
  <inkml:trace contextRef="#ctx0" brushRef="#br0" timeOffset="209450.1">27555 10779 806 0,'-7'0'72'0,"-1"3"-58"0,4-3-14 0,2 0 0 16,4 0 241-16,-2 0 46 0,-3 0 9 0,-2 0 1 15,0 0-210-15,1 0-43 0,3-3-8 16,4 1-1-16,2 1-35 0,2-2 0 0,-7 3 0 0,21-4 0 15,-7 1 24-15,1 0-3 0,1-1 0 0,1 4 0 16,1-2 26-16,1 2 5 0,1-2 0 0,0 2 1 16,-1 2 3-16,1-2 0 0,1 2 0 0,-1-2 0 15,-3 0-28-15,3 0-6 0,2 0-1 0,-1 0 0 16,2 0-21-16,-2-2 0 0,0 2 0 0,-2-2 0 16,0 0 0-16,-1 2 0 0,0 0 0 0,-5 0 0 15,0 0-13-15,-3 0 2 0,-3 0 1 0,-2 2 0 0,-2 0-2 16,-3 0-1-16,-2 0 0 0,-1 0 0 15,-2-2-75-15,-3 3-16 0,-3-2-2 0,-1 1-877 16</inkml:trace>
  <inkml:trace contextRef="#ctx0" brushRef="#br0" timeOffset="209716.19">27717 10842 1152 0,'-7'6'102'0,"-1"1"-82"16,5-4-20-16,0 0 0 0,2 1 227 0,0-1 41 15,-4 6 8-15,-3 5 1 0,0 3-208 0,0 3-41 16,2 2-9-16,4-4-2 0,3 1-4 0,1-3-1 16,3 3 0-16,4-2 0 0,1 1-12 0,2 1 9 15,2 1-9-15,-2 1 8 0,2 1-8 0,-2 0 10 16,1 1-10-16,-4-1 10 0,-1 3 10 0,-1 1 3 0,-1-4 0 0,-2 0 0 16,1 3-13-16,-2-5-2 0,0 1-8 0,1-4 12 15,1-2-12-15,1-5 0 0,3-2 0 0,-1-1 0 16,2-4-15-16,2 1 4 0,0-4 1 0,-1-1 0 15,1-2 10-15,-1-3 0 0,2 2 0 0,-2-4 0 16,-1 0 0-16,-3 0 0 0,-1-2 0 0,-3 0 0 31,-2-3-88-31,-5 1-16 0,0 0-4 0</inkml:trace>
  <inkml:trace contextRef="#ctx0" brushRef="#br0" timeOffset="209950.6">27789 11048 172 0,'-4'-4'16'16,"1"1"-16"-16,0 3 0 0,2 0 0 15,1 3 383-15,-1-3 73 0,-3 1 16 0,-1-1 2 16,-2 3-278-16,-1-2-56 0,0 1-12 0,0 1-1 0,3 0-76 0,1 1-15 16,2-1-4-16,1-1 0 0,2 2-32 0,1-2 0 15,5-2 0-15,1 2 0 0,5-4 20 0,3 0-4 16,3-2 0-16,3-2 0 0,1-5-3 0,5 0-1 16,1-2 0-16,2-2 0 0,1 2-12 0,-1 3 0 15,0-2 0-15,-3 3 0 0,-1 3-21 0,-2 2-1 16,-3 0 0-16,-3 2 0 0,-3 2-22 0,-4 0-4 15,-3 2 0-15,-3 0-1 16,0 3-117-16,-3-2-23 0,-1 3-5 0</inkml:trace>
  <inkml:trace contextRef="#ctx0" brushRef="#br0" timeOffset="210233.02">28286 10919 633 0,'-6'5'28'0,"2"-4"6"0,2 2-34 0,1-3 0 0,-1 2 0 0,2-2 0 16,-1 0 79-16,1 0 9 0,-1 0 1 0,0 1 1 16,-2-1-21-16,2 3-4 0,1-3-1 0,0 0 0 15,1 0 16-15,2 0 4 0,-1 0 0 0,2 0 0 16,-2 0 20-16,2 0 4 0,-4 0 0 0,0 0 1 16,0 0 7-16,18 25 0 0,-11-12 1 0,0 2 0 15,0 7-46-15,0 1-10 0,1 2-1 0,1 4-1 16,0-1-41-16,1 1-8 0,-2-1-2 0,2-2 0 15,-1 1-8-15,-1-4 0 0,4-1-12 0,-4 0 12 0,1 0-26 16,-1-2 2-16,0-1 1 0,-1-3 0 0,1-1-15 0,-2-8-3 16,-1 2-1-16,-1-6 0 15,-2 0-92-15,-2-3-18 0,0-3-4 0</inkml:trace>
  <inkml:trace contextRef="#ctx0" brushRef="#br0" timeOffset="210433.79">28548 11055 1497 0,'-3'5'66'0,"-2"-1"14"0,0-1-64 0,1 0-16 16,1-1 0-16,1 0 0 0,-2 0 269 0,-2 0 51 15,-4 6 9-15,-3 2 3 0,-6 2-229 0,-3 3-46 16,0 1-9-16,-2 0-1 0,1 0-38 0,-1 3-9 16,-1 1 0-16,3 2 0 0,0 0-19 0,1-1-5 15,2 1-2-15,3 1 0 16,3-1-79-16,1-2-16 0,5 1-3 0,1-5-1 15,2-4-94-15,3 1-18 0</inkml:trace>
  <inkml:trace contextRef="#ctx0" brushRef="#br0" timeOffset="211083.16">28755 10921 1612 0,'1'0'144'0,"-1"0"-116"0,0 0-28 0,1 0 0 16,0 0 164-16,-1 0 26 0,2 0 6 0,0 0 0 15,1 4-115-15,0 2-23 0,1 7-5 0,0 3-1 0,-2 9-30 0,-1 5-6 16,-1 6-2-16,-2 8 0 0,-3 4-14 0,-1 3 8 16,0 2-8-16,0 0 0 0,-1 1 0 0,2 3 0 15,3 0 0-15,1-4 0 0,4-7-36 0,2-6-6 16,3-7-2-16,0-6 0 0,4-5 8 0,-3-6 2 15,3-1 0-15,-4-7 0 0,0-2 1 0,-2-2 0 16,-1-4 0-16,-3-4 0 16,2-2-76-16,-3-4-15 0,0-6-4 0</inkml:trace>
  <inkml:trace contextRef="#ctx0" brushRef="#br0" timeOffset="212718.91">28835 10987 1785 0,'-2'1'159'0,"0"2"-127"0,2-3-32 0,0 1 0 16,2-1 116-16,-2 1 16 0,0 0 4 0,0 2 1 16,-2 1-86-16,4-2-18 0,-1 4-3 0,0-2-1 15,2-2-20-15,2 2-9 0,0 2 8 0,2-2-8 16,0-1 0-16,4 3 0 0,1 0 0 0,0 4-11 16,2-3 11-16,0 4-12 0,2 3 12 0,-2-2-12 15,0 1 12-15,-3 0 0 0,0 2 0 0,-4-3 8 16,0 0 4-16,-5 0 2 0,-2 0 0 0,-4 1 0 15,-2 2 0-15,-4-2 0 0,-3-1 0 0,-3 5 0 16,-3-1-14-16,-2 0 0 0,-1 2 0 0,-2 1 0 16,1-1-29-16,0-2 1 0,1 1 0 0,2-5 0 15,3-6-53-15,2-2-11 0,3-2-1 0,3-7-1 16,3-2-29-16,5-3-5 0,3-5-2 0,5-3 0 16,2 0-6-16,5-3-2 0,5-1 0 0,0 0 0 15,2-4 2-15,0 5 0 0,3 1 0 0,-2 1 0 0,0 5 91 0,-1 0 18 16,-2 4 4-16,0 1 1 0,-3 3 118 0,-2 3 23 15,1-1 5-15,-1 1 0 0,-1 0 44 0,0 0 8 16,-1 2 1-16,1-2 1 0,-2 3-88 0,0 0-18 16,-3-2-3-16,2 2-1 0,-1 0-24 0,0 0-6 15,1 2-1-15,-2-2 0 0,3 0-9 0,0 2-3 16,2 0 0-16,-1 1 0 0,1-2-4 0,-1 1-1 16,2 1 0-16,-3-3 0 0,1 1 12 0,-2-1 1 15,0 3 1-15,-4-3 0 0,1 0 10 0,-2 0 1 16,-1 0 1-16,-1-3 0 0,-1 2-2 0,1-2 0 0,-2 3 0 15,-1-3 0-15,0-1-10 0,0 1-2 0,0 0-1 0,-1-3 0 16,-1-1-31-16,1 1 0 0,-1 0 0 0,0 0 0 16,-1 0-18-16,-2 2-3 0,-2 1-1 0,1 1 0 15,-2 4-6-15,-2 1 0 0,-1 4-1 0,-2 4 0 16,-2 3 6-16,1 5 2 0,0-1 0 0,0 2 0 16,3-1 6-16,1-1 2 0,2-1 0 0,4-2 0 15,2-1-3-15,3-6-1 0,4 2 0 0,2-6 0 16,4-1-11-16,3-3-3 0,3 0 0 0,3-7 0 15,3 0 31-15,1-2 0 0,-1-3-8 0,0 0 8 16,0-1 9-16,-2 2 5 0,-1-1 1 0,-4 3 0 16,-1 2 10-16,-3 0 3 0,-2 1 0 0,-2 4 0 15,-2-1 0-15,0 6 1 0,-1-3 0 0,-1 2 0 0,-1-2-21 0,0 4-8 16,-1-2 0-16,-1 2 0 0,1 2-9 0,-1-2-8 16,-1 2-2-16,0-3 0 0,0 0 7 0,0 0 2 15,1 1 0-15,-1-4 0 0,0 0-6 0,1 2-2 16,-1-2 0-16,0 0 0 0,0 0 18 0,0 0 0 15,0 0 0-15,0 0 0 0,0 0 12 0,0 0 8 16,0 0 3-16,0 0 0 0,0 0 0 0,0 0 0 16,0 0 0-16,0 0 0 0,0 0-23 0,0 0 0 15,0 0-10-15,0 0 10 0,0 0-36 0,0 0-1 16,0 0 0-16,-9-18 0 0,10 11 4 0,1 1 1 16,2-2 0-16,0 1 0 0,2 1 12 0,-2 1 4 15,1-1 0-15,-2 0 0 0,0 0-12 0,0-3-1 0,1 2-1 16,0-2 0-16,1 0-28 0,0-2-6 15,0 2 0-15,0 0-1 0,0-1-7 0,1-1 0 0,0-1-1 0,1 1 0 16,1 4 41-16,-2-3 9 0,0 1 2 0,-1 3 0 16,0-1 30-16,-1 4 7 0,-2 0 0 0,1 3 1 15,-2 0 23-15,0-3 4 0,0 3 0 0,-1 0 1 16,2 0-12-16,-1-4-2 0,0 2-1 0,2-2 0 16,0-1-14-16,1-2-4 0,2-2 0 0,2-3 0 15,1-4 23-15,5-4 4 0,1-1 1 0,1-3 0 16,1 0 3-16,1-1 1 0,0 1 0 0,-1 0 0 15,1-1 8-15,-3 1 3 0,-2 6 0 0,0-1 0 16,-4 3-6-16,0 0-1 0,-1 5 0 0,-1 0 0 16,-1 5 5-16,-1 0 1 0,-2 3 0 0,-2 3 0 15,0 0-5-15,0 0-1 0,-1 3 0 0,-2 0 0 16,2 6-37-16,-4 7-11 0,0 3 0 0,-1 10 0 0,-3 10 0 16,-2 8-8-16,-2 6 0 0,-2 1 0 0,0 6 8 0,4-4 0 15,2-1 0-15,4-6-8 0,5-3 8 0,3-5 0 16,3-6 0-16,3-5 0 0,0-4-9 0,1-7 9 15,2-1-10-15,-1-4 10 0,-1-4-21 0,3-1 1 16,-2-7 1-16,2-1 0 0,-1-2-16 0,2-5-3 16,0-3-1-16,0-3 0 0,0 0-9 0,-3-2-3 15,0-2 0-15,-2 0 0 0,-1 1-3 0,-3-1-1 16,-2 0 0-16,-3-3 0 0,-3 1 31 0,-3-1 5 16,-3-1 2-16,-3-2 0 0,-2 0 17 0,-3 0 0 15,-2-3 0-15,-4 0 0 0,-2 3 0 0,-2 2 0 16,1 5-13-16,-1 5 4 0,0 4-9 0,-2 5-2 15,4 1 0-15,1 0 0 0,5 4 20 0,3-2 0 0,3 2 8 16,3-2-8-16,5 0 16 0,3 0-4 0,2-2 0 0,3 4 0 16,2-4 4-16,3 2 1 0,4 2 0 0,3-2 0 15,6-2 25-15,0 0 5 0,3-2 1 0,2-1 0 16,0 0-16-16,1-1-4 0,1 0 0 0,2-4 0 16,0 1-28-16,0-2 8 0,-1 2-8 0,1-1 0 15,2 0 0-15,-3 0 0 0,0 0-12 0,1 0 12 16,0 1-9-16,1-3 9 0,1 2 0 0,0-2-9 15,-5 0 22-15,2 0 5 0,-2-2 1 0,-1 2 0 16,-2-2 9-16,0 3 1 0,-3 1 1 0,-3 0 0 16,-2 4-2-16,-5 2-1 0,-1-2 0 0,-3 4 0 15,-4 0-5-15,-2 0-1 0,-2 1 0 0,-2 2 0 16,-2-1-12-16,-4 2-9 0,0 2 12 0,-6 3-12 0,-2 1 0 16,-4 3 0-16,-3 3 0 0,-2 5 0 0,0 1 0 0,1 3 0 15,1-3 0-15,5 1 0 0,2-5 0 0,3-2 0 16,6-5 0-16,2 1 0 0,5-6 0 0,3 0 0 15,1-2 0-15,4-1 0 0,3 4 0 0,1-5 0 16,4 2 0-16,3-2 0 0,2 2 0 0,3-2 0 16,3 2 0-16,2 2 0 0,1 1 0 0,0 0 0 15,-1 2 0-15,1 0 0 0,0 4 0 0,-3 3-11 16,-2-1 0-16,-2 1 0 0,-1 1-1 0,1 2 0 16,-2 2 0-16,-4-1 0 0,0 1 12 0,-4-2-8 15,-2 0 8-15,-2-1-8 0,-3-2 8 0,-3-2 16 16,0 1-4-16,-4-3-1 0,-1-2 9 0,-4 3 3 15,-1-4 0-15,-6 1 0 0,-1-1-3 0,-6-2 0 0,-2 0 0 16,-7-1 0-16,-2-3-61 0,-7 0-13 0,-4-1-2 0,-5-2-1 31,-5 0-143-31,-6 0-28 0</inkml:trace>
  <inkml:trace contextRef="#ctx0" brushRef="#br0" timeOffset="213566.84">26449 12169 1670 0,'0'4'148'0,"0"-4"-118"0,1 0-30 0,0 0 0 0,3 0 109 0,-1 0 16 0,4 0 3 0,4-3 1 16,7 2-73-16,8-1-14 0,10-2-3 0,7-2-1 16,6 0-9-16,0-1-1 0,1-1-1 0,-1 0 0 15,-1 2-11-15,2-2-3 0,-1 0 0 0,3-1 0 16,4 3-2-16,3-4-1 0,2 2 0 0,-1 2 0 0,0-2 14 16,2 2 4-16,-2 0 0 0,1-3 0 0,1 2 5 15,2 0 2-15,3 1 0 0,-3 0 0 0,-1 0-7 0,-1-1-2 16,-2 0 0-16,0 1 0 0,-6 4-3 15,3-2-1-15,6-2 0 0,-1 2 0 0,-3 2-10 0,-2-2-1 16,-4-1-1-16,-1 4 0 0,-2 1-10 0,-1-3 0 16,3 1 0-16,-4 1 8 0,1 1-8 0,-5-3 0 15,2 3 0-15,-3-2 0 0,-3 0 0 0,2-1 0 16,1 0 0-16,0-3 0 0,2 0 0 0,1 2-9 16,-1 0 9-16,1-1 0 0,-1 4 0 0,-1-1 0 15,-3-1 0-15,-2 2 0 0,-3-1 0 0,0 2 0 16,-2 0 0-16,-4 2 0 0,1 2 0 0,0-2 0 15,-1 3 10-15,0 1-2 0,-1 1 0 0,1-1 1 16,-2-1 0-16,1 0 0 0,2 0-9 0,-1-2 0 16,-1 0 0-16,0 0 0 0,-1-3 0 0,-1 0 0 0,2 0 0 0,-1 0 0 15,1 0 0-15,0 0 0 0,1 3 0 0,0-3 0 16,-2 0 0-16,-2 4 8 0,-1-2-8 0,-3 2 0 16,-1 0 8-16,-2-1-8 0,-2 3 0 0,-2-1 8 15,0 2-8-15,-2-3 0 0,0 3 0 0,1-1 0 31,-1 2-76-31,-1-1-12 0,0-1-1 0,1-2-731 0,2 2-145 0</inkml:trace>
  <inkml:trace contextRef="#ctx0" brushRef="#br0" timeOffset="-205896.81">18869 8090 1515 0,'-10'5'67'0,"3"-5"14"0,3 1-65 0,2-1-16 16,2 0 0-16,2 0 0 0,-1-1 39 0,1-2 4 0,2-1 1 0,1-1 0 15,2-2-13-15,-1-2-3 0,1-1 0 0,-2 1 0 16,-2 0 13-16,0-1 3 0,1 0 0 0,-3 2 0 16,-1 0 18-16,-1 2 4 0,-2-3 1 0,-2 2 0 15,-4 1 0-15,2-3 0 0,-3 2 0 0,1-2 0 16,-2 0-25-16,1 2-5 0,2-6-1 0,0 0 0 16,5-2-36-16,0-5 0 0,3-1 0 0,1-4 0 15,4 2-22-15,2-5-6 0,-1-1 0 0,1 1-1 16,-1 0 11-16,1 2 2 0,-1 1 1 0,-3 0 0 15,2 3 15-15,-2-1 0 0,-1 1 0 0,-2 3 0 16,0 0 15-16,-2 0 5 0,-1 4 2 0,0 2 0 16,-1-2 9-16,1 1 1 0,1-1 1 0,1 2 0 0,-2-2-13 15,2 1-2-15,2 0-1 0,2-3 0 0,2 1-17 0,2 0 8 16,4-3-8-16,4 0 0 0,1 0 0 0,0 1 0 16,-2 4 0-16,-3-1-9 0,0 6 9 0,-1-1-12 15,-3 1 12-15,-2 3-12 0,-2 2 12 0,-1 0 0 16,-2 2 0-16,0 2 0 0,-1-3 20 0,0 3-1 15,0-1 0-15,-2 1 0 0,-2 0 12 0,3 0 2 16,-2 0 1-16,0 0 0 0,1 0-9 0,0 0-1 16,1 1-1-16,-1-1 0 0,2 0-15 0,1 0-8 15,-1 3 10-15,-1-3-10 0,1 2 0 0,0-2 0 16,1 2 0-16,-1 0 0 0,-2-2 0 0,2 3 0 16,-1-3 0-16,-2 3 0 0,0 0 0 0,-3-2 0 15,-1 1 0-15,-3 2 0 0,0 2 0 0,-3 1-8 16,0-1 8-16,-4 1-10 0,3 4-1 0,-2-3 0 15,2 4 0-15,3-3 0 0,1-3 1 0,2 0 0 0,4-2 0 16,1-3 0-16,3 1-7 0,0-4-2 0,2 2 0 0,2-1 0 16,-1-3-5-16,2-2 0 0,0-3-1 0,2-1 0 15,0 0 5-15,0-2 2 0,0 2 0 0,-1 2 0 16,0-1 10-16,-1 3 8 0,-2 2-12 0,0 3 12 16,-2 1 0-16,0 0 0 0,0 0 0 0,0 0 0 15,-2 3 19-15,2-1 1 0,0 0 0 0,-1 1 0 16,1 0 12-16,0 4 2 0,1-4 1 0,1 2 0 15,0 0-12-15,2 1-3 0,2-1 0 0,1 1 0 16,5-2-20-16,-1 0 9 0,4-2-9 0,1 2 0 16,3-1 0-16,1-3 0 0,-1 3 0 0,1-3-845 15,-1 3-167-15</inkml:trace>
  <inkml:trace contextRef="#ctx0" brushRef="#br0" timeOffset="-190746.35">26989 13191 230 0,'-3'-16'10'0,"2"4"2"0,-1 3-12 0,1 2 0 16,-1 6 0-16,2-1 0 0,-1 2 264 0,-1-3 49 16,-2-1 11-16,-1 1 1 0,0 0-168 0,-1 0-33 15,1 3-8-15,0 0 0 0,1 0-40 0,2 0-7 16,-1 1-1-16,3 1-1 0,0-2-39 0,2 0-7 15,1 0-1-15,2 0-1 0,3 0 1 0,3-2 0 16,1 2 0-16,2-1 0 0,-1 1-3 0,2 0 0 16,0 0 0-16,1 3 0 0,0 1 13 0,0 2 2 15,-1 0 1-15,0 4 0 0,0 1-12 0,-3 0-2 16,0 4-1-16,-2-1 0 0,0 1-4 0,0 1-1 16,0-1 0-16,-1 1 0 0,-2 0-13 0,-1 0 0 15,-1 2 8-15,-1-1-8 0,-2-1 0 0,-2 0 0 0,-1 0 0 0,-3 0 0 16,-2-1 0-16,-4-3 0 0,2 2 8 0,-6-3-8 15,2 2 0-15,-3 0 0 0,-2-3 0 0,-2 2-10 16,-2 0-2-16,1-2-1 0,2-1 0 0,2-3 0 16,0-1-4-16,2-2-1 0,3-1 0 0,2-2 0 15,4 0-3-15,1 0-1 0,2 0 0 0,2-2 0 16,1 0 6-16,0 1 0 0,1 1 1 0,-1-1 0 16,1 1 6-16,2-4 1 0,0 4 0 0,1-2 0 15,1 2 8-15,3 0-10 0,-1 0 10 0,2 0-10 16,1 0 10-16,2 2 0 0,0-1 8 0,0 3-8 15,1 1 10-15,3-1-2 0,0-1-8 0,1 2 12 16,2-1-3-16,1 0-1 0,1-1 0 0,1 2 0 0,-2 2 1 16,0-4 0-16,0 3 0 0,-3 2 0 0,0 1-9 0,-2-1 12 15,-3 2-12-15,-2-2 12 0,1 3 3 0,-4-1 1 16,-2 2 0-16,-1 0 0 0,0 2-1 0,-2 1 0 16,-2 2 0-16,-1 2 0 0,-2-1-1 0,-2 4 0 15,0-2 0-15,-2 2 0 0,0 3-4 0,-4 0-1 16,0 0 0-16,-2-2 0 0,-1 2-9 0,0-3 10 15,-1-2-10-15,-2-2 10 0,-1 1 0 0,-2-4 0 16,-3 1 0-16,0-4 0 0,-3-4-10 0,1 0 10 16,0-4-10-16,-1 0 10 0,0-4-26 0,2-1-4 15,2-8-2-15,0-5 0 16,0-4-162-16,3-13-33 0</inkml:trace>
  <inkml:trace contextRef="#ctx0" brushRef="#br0" timeOffset="-189794.51">28276 13128 1267 0,'-6'0'112'0,"2"0"-89"15,2 0-23-15,1 0 0 0,1 0 108 0,1 0 18 16,0 0 3-16,0 0 1 0,3 0-63 0,0 0-13 0,2 0-2 0,-6 0-1 15,0 0-21-15,30-3-4 0,-18 3-1 0,0 0 0 16,2 0-5-16,1 3-2 0,0-3 0 0,2 0 0 16,0 0 13-16,1 1 2 0,0 1 1 0,-2 1 0 15,1-3 1-15,2 0 0 0,1 0 0 0,1 0 0 16,0-3-19-16,1 0-4 0,0-2-1 0,-1 0 0 16,0 0-11-16,-3 1 0 0,-1 0 0 0,-2-1 0 15,-3 4 0-15,-4-3 0 0,-3 3-12 0,-4 0 12 16,-2 1-33-16,-3 0 1 0,-2 1 0 0,-4 0 0 15,-4 3-140-15,-2 0-27 16,-4 2-5-16</inkml:trace>
  <inkml:trace contextRef="#ctx0" brushRef="#br0" timeOffset="-189146.81">28494 13175 633 0,'0'0'28'0,"0"1"6"0,0 1-34 0,0-2 0 0,0 1 0 0,0 2 0 15,0-1 240-15,0 2 42 0,-1 5 8 0,-1 4 2 0,-1 6-168 0,-2 7-32 16,-3 7-8-16,0 6 0 0,-2 5-44 0,-1 3-9 15,1 4-2-15,0 0 0 0,4-3-10 0,2-5-3 16,4-8 0-16,2-6 0 0,5-4 17 0,1-6 3 16,5-6 1-16,-1 0 0 0,2-4-17 0,-1-2-3 15,2-2-1-15,-1-2 0 0,0-1-16 0,3-4 8 16,-1-1-8-16,0-2 0 0,0-3 0 0,0 0-12 16,-1-6 0-16,-2 2 0 15,0-4-62-15,-2 1-12 0,-4-1-2 0,1-3-1 16,-2 1-46-16,-4 1-9 0,0 1-1 0,-4 0-1 15,0 1-1-15,-2 2 0 0,-1-1 0 0,-1 2 0 16,-1 0 45-16,-2-1 9 0,-1 1 1 0,-2-2 1 0,1 2 91 0,-3 1 17 0,3 1 4 0,-2 4 1 16,1 4 19-16,1 0 4 0,0 4 1 0,1 5 0 15,1-1 46-15,2 1 8 0,1 2 3 0,3-3 0 16,-1 0 13-16,3-2 4 0,2 0 0 0,1-1 0 16,0 0-47-16,2-3-9 0,5 0-1 0,0-4-1 15,6 2-39-15,1-2-8 0,3-2-2 0,1-4 0 16,1 4-13-16,2-4 11 0,1 1-11 0,0-1 10 15,2 4-10-15,-2 0-16 0,-2 0 4 0,-2-1 1 16,-3 4-34-16,-1 0-7 0,-1 1-2 0,-2 1 0 16,-2-2-14-16,-1 3-4 0,-2-1 0 0,0-2 0 15,0 3 55-15,-2-2 17 0,1 1-10 0,-2 1 10 0,-2 0 35 16,3 0 12-16,-3 1 2 0,1 4 1 0,-1 0 3 16,1 3 1-16,0 5 0 0,1 5 0 0,0 2-4 0,-2 7-1 15,2 3 0-15,2 2 0 0,-3-1-6 16,0 0-2-16,2 1 0 0,-1-7 0 0,1 1-29 0,1-8-12 15,1-1 11-15,3-5-11 0,1-2-20 0,0-4-11 16,2-4-1-16,0 0-1 0,2-4-19 0,1-3-4 16,-1-2-1-16,-3-2 0 0,2-3 30 0,-1-2 7 15,-2 0 0-15,-2-2 1 0,0 2 19 0,-4-2 0 16,0 3 0-16,-3 1 0 0,-3 2 8 0,-2 2 4 16,0 1 2-16,-3 0 0 0,-1 2 22 0,0 1 5 15,-2 1 1-15,0 3 0 0,-4 0-2 0,0 1 0 16,-2 4 0-16,0-2 0 0,-2 4-28 0,-2 0-12 0,2 4 8 0,0-1-8 15,1 2-22-15,0 1-10 0,3 0-1 16,1 0-1-16,3-3-2 0,1-2-1 0,3-1 0 16,2-1 0-1,1-5-108-15,1 1-22 0,2-2-4 0,2-2-482 0</inkml:trace>
  <inkml:trace contextRef="#ctx0" brushRef="#br0" timeOffset="-188930.25">29413 13448 1209 0,'3'2'108'0,"-1"1"-87"0,-2 0-21 0,0 0 0 16,0 2 238-16,0 0 43 0,0 5 9 0,0 6 2 16,0 6-168-16,0 9-32 0,-3 4-8 0,1 3 0 15,-2 4-65-15,1 1-19 0,0 2 8 0,-2-1-8 0,2 6-27 16,0-4-9-16,0-2-3 0,1-4 0 0,2-6 11 0,0-5 1 16,2-7 1-16,1-5 0 0,-1-6 3 0,1-4 1 15,-3-6 0-15,1-2 0 0,-1 1-3 0,-1-7-1 16,1-4 0-16,-2-2 0 15,1-7-108-15,0-9-22 0,2-2-4 0</inkml:trace>
  <inkml:trace contextRef="#ctx0" brushRef="#br0" timeOffset="-187996.33">29451 13533 230 0,'9'-10'20'0,"-4"4"-20"16,-1 2 0-16,0 2 0 0,-1 1 265 0,-1 1 49 16,2 0 10-16,2-3 1 0,3 3-142 0,2-2-29 15,4 0-6-15,1 0 0 0,0 2-53 0,-3 2-11 16,0-2-1-16,-2 4-1 0,-2-1-38 0,-3 0-8 15,0 1-2-15,-2 0 0 0,-1 1-25 0,-1-2-9 16,-2 4 0-16,0-4 9 0,-3 6-9 0,1-2 0 0,-2 5 0 0,-1-3-11 16,0 4 11-16,0-3 0 0,0 2 0 0,0-5 0 15,1 2 0-15,1-3 0 0,-2 0 0 0,1 1 0 16,3-4 0-16,0 0 0 0,1 1 0 0,0-3-8 16,0 1-5-16,2 1-1 0,1 0 0 0,0 0 0 15,2-2-2-15,1 2-1 0,3-3 0 0,1 0 0 16,2-4 4-16,4 1 1 0,2-5 0 0,2 0 0 15,4-6 12-15,3 0 0 0,2-5 0 0,-1 3 0 16,1 0 0-16,-3-2 15 0,-3 2-3 0,-2-3-1 16,-2 3 19-16,-4 1 4 0,-3 2 1 0,-3 3 0 15,-1 0 10-15,-4 4 3 0,-3 1 0 0,-1 1 0 16,-1 4 1-16,-3-3 1 0,1 6 0 0,-4-3 0 16,1 2-26-16,-2 2-4 0,-2 2-2 0,0 4 0 0,-1 3-29 15,-2 1-5-15,2 6-2 0,1-4 0 0,3 3 7 0,1-6 2 16,3 2 0-16,2-5 0 0,2-1-3 0,3-6-1 15,3 4 0-15,1-4 0 0,-1 0-1 0,2-3 0 16,2 0 0-16,0-5 0 0,4 1 14 0,-1-3 0 16,2-2 0-16,1-1 0 0,0 0 0 0,1-2 0 15,-1 0 0-15,-2-1 0 0,-2 5 11 0,-2 3-11 16,-1 2 10-16,-1 1-10 0,-2 4 20 0,0 2-3 16,-1 5 0-16,0 4 0 0,-1 6-17 0,1 3 10 15,-1 3-10-15,0-1 8 0,0 5-16 0,1-3-4 16,3-1-1-16,-1-3 0 0,2-6-12 0,1-4-3 15,3-4 0-15,2-6 0 0,4-6 4 0,3-8 0 16,5-4 0-16,-1-11 0 0,0 1 24 0,0-6 0 0,2-8 0 16,-2-2 0-16,0-2 12 0,-2-3 0 0,1-4 1 0,-3 0 0 15,-2 4 28-15,-1 0 6 0,-1 6 1 16,-3 3 0-16,-3 2 1 0,-3 3 1 0,3-1 0 0,-6 5 0 16,-1 3-15-16,-2 6-3 0,-3 5-1 0,-1 8 0 15,0 1-17-15,-1 6-3 0,0 0-1 0,-2 3 0 16,2 6-10-16,-2 4 0 0,1 9 0 0,-3 6 0 15,0 10-13-15,-1 3 5 0,0 4 8 0,-2-1-13 16,0 3 13-16,-1 1-11 0,2 3 11 0,-1-1-10 16,2-2 10-16,3-4 0 0,0-3 0 0,2-3 0 15,2-3-14-15,2-7 2 0,2-5 1 0,4-5 0 16,0 1-8-16,2-6-1 0,2 0-1 0,1-5 0 0,3 0 5 16,-1-4 2-16,2-2 0 0,-1-2 0 0,3 0 14 0,-2-4 0 15,2-2-10-15,-1-3 10 0,-2 2-8 0,-1-5 8 16,-2-1-10-16,-3 0 10 0,-2 0-13 0,-5-3 3 15,-1-1 1-15,-3 0 0 0,-4-8-27 0,-2 0-6 16,-4-3-1-16,-3-4 0 16,-1 3-40-16,-3-3-8 0,-6-3-1 0,0 2-1 0,-1 3 44 0,1 2 9 15,1 6 1-15,-1 3 1 0,0 4 38 0,2 8 0 16,0 1 0-16,4 2 8 0,0 4 40 0,5-3 7 16,3 3 1-16,3 3 1 0,3-3-2 0,1 0-1 15,4 1 0-15,1-1 0 0,3 3-22 0,3-3-5 16,3 0-1-16,5 0 0 0,0 0 13 0,3-3 2 15,3 2 1-15,4-2 0 0,3 3-9 0,1-2-1 16,1 1-1-16,1-2 0 0,0 3-21 0,-2-2-10 0,-2 2 10 16,0 0-10-16,-2 0 0 0,-4 2 0 0,-2 1 0 0,-2-3 0 15,-3 3-16-15,-1 0-5 0,-4 1-2 0,-4-2 0 32,-2-2-103-32,-3 1-21 0,-2 2-4 0</inkml:trace>
  <inkml:trace contextRef="#ctx0" brushRef="#br0" timeOffset="-183446.85">21689 6975 115 0,'-7'-2'0'0,"2"2"10"0,1-4-10 0,0 4 0 15,2-2 0-15,1 2 0 0,1-3 280 0,-2 2 53 16,0-4 11-16,-1 0 3 0,0-1-198 0,0 0-39 16,1 0-8-16,1-1-2 0,-1 1-56 0,1 0-12 15,-1 2-3-15,-1-1 0 0,1 1-17 0,-3 1-4 16,-1-1-8-16,-2 2 12 0,1-2 8 0,-2 2 2 15,-1-1 0-15,-1 2 0 0,0 1 0 0,0 0 0 0,-2 0 0 0,-1 0 0 16,1-3-10-16,1 3-1 0,1 0-1 0,-2 0 0 16,1-3 2-16,1 0 1 0,0 2 0 0,-2-1 0 15,2-1-3-15,0 2-1 0,-1 1 0 0,-1 0 0 16,1-3-9-16,-2 3 10 0,1 3-10 0,-1 1 10 16,2-2-10-16,-3 3 0 0,1 1 0 0,-2 0 0 15,-1 3 0-15,-2 1 0 0,0 0 0 0,-2 1 0 16,-2 3 0-16,0-1 0 0,1 2 0 0,1-1 0 15,2 0 0-15,4-1 0 0,3-3 0 0,2-4 8 16,5 0-8-16,1-6 0 0,3 0 0 0,2 0 0 16,-2 0 0-16,2 0 0 0,1-2 0 0,-1 0 0 15,1 2 0-15,-2 0 8 0,1 0-8 0,-1 2 0 0,0 0 0 16,0-2 0-16,0 0 0 0,0 0 0 0,-9 19 8 0,1-9-8 16,2 2 8-16,0 1-8 0,0 2 12 0,1 1-4 15,-2 3 0-15,4-3 0 0,2 0-8 0,1 0 0 16,2-3 0-16,2-1 0 0,-1-2 0 0,4-2 0 15,0 2 0-15,2-3 0 0,-1 2 0 0,1-2 0 16,1 0 0-16,-1 2 0 0,-1-1-9 0,0-1 9 16,-1 2 0-16,0-2 0 0,1 2 0 0,-3 1 0 15,1-1 0-15,0-2 0 0,0 3 0 0,1 1 0 16,0-1 0-16,2-2 9 0,2 0-9 0,2-4 0 16,3 1 9-16,2-4-9 0,0 2 0 0,5-3 0 15,0-3 0-15,2 0 0 0,0-1 0 0,3 1 0 16,0 0 0-16,2-2 0 0,-4 4 0 0,1 1 0 15,2 0 0-15,-1 1 0 0,-1 1 0 0,-1 1 0 16,3 0 0-16,-3 4 0 0,1-5 0 0,-1 2 0 0,-3 0 0 0,2-4 0 16,2-2 12-16,2 0-3 0,0-4 0 0,2-3 0 15,1-2-9-15,1-2 12 0,-4 1-12 0,-1 0 12 16,2-1-12-16,-2 1 10 0,-2 2-10 0,-5 4 10 16,-3 0-10-16,-3 2 0 0,-4 0 0 0,-2 2 0 15,-4 4 0-15,-3-4 0 0,-1 2 0 0,1 0 0 16,-2 0 0-16,-2 0 8 0,2 2-8 0,-1-4 0 15,2 2 13-15,-1-4-2 0,2 2-1 0,-2 2 0 16,0 0-10-16,7-20 12 0,-3 11-12 0,0-1 12 16,-2 0-12-16,0-2 0 0,0 0 0 0,-2-1 0 15,0 1-11-15,-2-2 3 0,-1-2 0 0,0-1 0 0,0 0-20 16,-1-1-3-16,-1 1-1 0,0-4 0 0,1 1 4 16,-2-2 0-16,-1 1 0 0,-2 1 0 0,2 4 18 0,-1 4 10 15,0-1-10-15,-1 1 10 0,1 2 0 0,0 4 0 16,-1-1 0-16,-1 2 0 0,0 1 0 0,2 0 0 15,-1-1 0-15,0 1 0 0,3 2 0 0,-1-2 0 16,-1 1 0-16,2 0 0 0,0 2 0 0,0-2 0 16,-2 1 8-16,2 1-8 0,-1-2 0 0,-2 3 0 15,2 0 0-15,-1-2 0 0,0 4 0 0,-1 1 0 16,-1-2 0-16,1 4 0 0,1-1-14 0,-2-1 0 16,2 3 0-16,0 1 0 0,-1-1-46 0,2 0-8 15,-1 0-3-15,2 0 0 16,0 1-25-16,1-1-4 0,3-3-2 0,-1 4-368 15,1-4-74-15</inkml:trace>
  <inkml:trace contextRef="#ctx0" brushRef="#br0" timeOffset="-182410.44">22254 6995 1562 0,'-7'10'69'0,"2"-1"15"0,0-3-68 16,2 0-16-16,3-2 0 0,3-2 0 0,-2 2 53 0,2 0 7 15,0 4 2-15,2 5 0 0,4-3-24 0,1 0-5 16,0-2-1-16,2-2 0 0,0-4-12 0,2 0-2 15,1-4-1-15,0 0 0 0,1-3-1 0,0 2 0 0,2-3 0 0,2-1 0 16,-1 1-6-16,-1 0-2 0,0 2 0 16,0-2 0-16,-2 2 4 0,2 1 1 0,0 0 0 0,1 1 0 15,-1 1 3-15,2-2 0 0,3 3 0 0,2-4 0 16,2 2-8-16,1-2-8 0,0 2 11 0,0-1-11 16,1 2 9-16,-2-1-9 0,0-1 0 0,-2 2 9 15,-1-2-9-15,-2 3 0 0,-4 0 9 0,0-1-9 16,-3 5 14-16,-3-4-2 0,-2 2 0 0,-3 2 0 15,-1 0 8-15,-1-2 0 0,-3 2 1 0,0-2 0 16,-2 2 6-16,0-1 1 0,0-2 0 0,0 1 0 16,1-2-13-16,-1 0-3 0,0 0 0 0,0 0 0 15,0-2-12-15,0 1 11 0,0 1-11 0,0-3 10 16,0 1-10-16,0-2 8 0,0 1-8 0,0 3 8 16,0 0-8-16,0 0 0 0,0 0 0 0,-7-22 8 0,3 15-8 0,2 1 10 15,-3-3-10-15,0 1 10 0,1 0-10 0,-1-1 0 16,0-1 0-16,-1 0 8 0,0 0-8 0,-2-2 0 15,3-1 0-15,-1-2 0 0,1-1-10 0,0-3-1 16,-2 0 0-16,1 2 0 0,0 0-1 0,-1 0-1 16,2-2 0-16,1 3 0 0,1-3 13 0,2 3-11 15,1-6 11-15,1 4-10 0,2-4 2 0,0 3 0 16,1 3 0-16,2-4 0 0,0 3 8 0,-1 3-10 16,1-2 10-16,-2 5-10 0,0 1 10 0,-3 4 0 15,2 2 0-15,-3 0 0 0,0 4 0 0,-2 0 8 16,1 0-8-16,-3-2 8 0,2 4 13 0,-3-2 3 15,-1 0 1-15,1 1 0 0,-1 2-13 0,-1-1-4 16,0 5 0-16,0-1 0 0,0-1-8 0,1 3 0 16,-1 1 0-16,1 1 0 0,1 0-11 0,1 0 3 0,-1-2 0 15,3 2 0-15,-2-1 8 0,0 1-8 0,0-4 8 0,2 1-8 16,-2 2 8-16,-1-3-13 0,2-2 5 0,0 2 8 16,-1-3-24-16,1-2 4 0,-1 1 0 0,3-4 0 15,0-2-27-15,3-2-5 0,0-1 0 0,2-6-1 31,1 1-29-31,1-4-6 0,2-3 0 0,0-1-1 0,1 3 39 0,1 0 8 0,-1 2 2 0,-1 1 0 16,0 6 40-16,-1-1 0 0,-1 4 0 0,-1 3 0 16,0 2 27-16,0-3 7 0,0 6 2 0,-1-3 0 15,2 2 17-15,-1 2 4 0,0-3 1 0,0 4 0 16,0-1-9-16,1-2-1 0,1 4-1 0,1-2 0 16,2 2-8-16,-3-2-2 0,3-2 0 0,0 5 0 15,-1-4-13-15,0 3-4 0,3 1 0 0,-1-1 0 0,0 0-4 0,0 0 0 16,-1-1-1-16,1 0 0 0,-1 1-15 0,-2-4 11 15,0 2-11-15,-1-2 10 0,1 0-10 0,-2-2 0 16,1 0 0-16,1 0 0 16,0-4-111-16,5 0-21 0,3-4-4 0</inkml:trace>
  <inkml:trace contextRef="#ctx0" brushRef="#br0" timeOffset="-167213.46">22549 15742 172 0,'1'-5'16'0,"0"1"-16"0,0 4 0 0,-1 0 0 15,0 0 251-15,1 0 47 0,1-2 10 0,-1 0 1 16,1 0-174-16,1 1-35 0,-1-4-8 0,0 3 0 16,-1 2-21-16,0 0-4 0,0 0-1 0,-1 0 0 15,0-2-12-15,2 2-2 0,-2-3-1 0,0 2 0 16,0-1-3-16,0 2-1 0,0 0 0 0,0 0 0 16,0 0 7-16,0 0 2 0,-2-20 0 0,0 18 0 15,1-1-13-15,-2 2-3 0,1-2 0 0,-1 3 0 16,1-2-11-16,-2 2-2 0,2 0-1 0,-2 2 0 0,1-2-15 15,0 0-3-15,-1 3-8 0,0-3 12 0,0 0-12 0,1 1 0 16,0 2 0-16,1-3 0 0,-1 0 0 0,0 0 0 16,0 0 0-16,1-3 0 0,-2 2 0 0,-1-2 0 15,0 0 9-15,-1 0-9 0,0-1 8 0,-3-2-8 16,-1 3 8-16,-1 0-8 0,-1-1 0 0,-2 2 8 16,-2-1-8-16,1 3 0 0,2 0 0 0,-1 3 0 15,-1-1 0-15,0 5 0 0,2-4 0 0,-2 0-9 16,-1 4 9-16,-2-3 0 0,2 5-14 0,-1-3 4 15,0 0 1-15,-1 0 0 0,1 0-2 0,-1 0 0 16,0-2 0-16,-1 0 0 0,-1 2 2 0,-3 0 0 16,2-3 0-16,-2 3 0 0,-3-2 9 0,-1 2-10 15,-3 0 10-15,-1 0-10 0,-1 4 10 0,1 0-12 16,1 0 12-16,3 0-12 0,4-2 12 0,2-1 0 0,3-1 0 16,2 0-8-16,3-4 8 0,-1 0 0 0,2-2 8 15,1-2-8-15,2 1 0 0,-1 0 0 0,1-3 0 0,1-2 0 16,-2 1 0-16,1 1 0 0,1-2 0 0,-2 2 8 15,1 1-8-15,-1-3 0 0,0 3 0 0,0-1 0 16,0 2 0-16,1-1 0 0,-4 2 0 0,1 1 0 16,-1 1 0-16,1 2 0 0,0-1 0 0,1 2-8 15,-1 0 8-15,3 1 0 0,-3 0 0 0,1 1-8 16,0-1 8-16,0 2-8 0,0 2 8 0,1-3-8 16,-1 0 8-16,0 0-10 0,1 1 10 0,-1-2-10 15,2 0 10-15,2-2 0 0,-1 0 0 0,2-3 0 16,0 1 0-16,2-1 0 0,0-1 0 0,1 1 0 15,0-3 0-15,1 3 0 0,-1 0 0 0,1-2 0 0,-2 1 0 16,2 1 0-16,-2 0 0 0,0 1 8 0,-1 1-8 16,0-2 8-16,0 3-8 0,0 0 8 0,-1 4-8 15,-1-1 0-15,1 0 8 0,-2 4-8 0,2-1 0 16,-1 4 0-16,-1 0 0 0,2-1 0 0,0 0 0 0,1 2 0 16,1-2 0-16,2 2 0 0,-1-3 0 0,2 1 11 15,0-2-11-15,1 0 12 0,1 2 1 0,2 2 1 16,-2 1 0-16,1-2 0 0,-1 6 0 0,2-4 0 15,1 2 0-15,-2 2 0 0,1 2 2 0,-3-4 1 16,1 4 0-16,-2-2 0 0,-1-2-8 0,1 2-1 16,-1 2-8-16,-1-2 12 0,1 0-12 0,0-1 0 15,1-2 8-15,0-3-8 0,1 0 0 0,1 0 0 16,2 3 0-16,0-4 0 0,1 2 0 0,1 1 0 16,0-3 0-16,1-2 0 0,0 0 8 0,-1-1-8 15,2-2 0-15,-3 2 0 0,3-3 14 0,-2 1-3 0,0 2-1 0,1 0 0 16,-1 0-10-16,-2-1 8 0,1 2-8 0,-1-2 8 15,-1 1-8-15,-1-3 0 0,2 0 0 0,0-1 0 16,1 0 0-16,0-1 0 0,0 0 8 16,-1-2-8-16,1 1 0 0,0 0 12 0,1-3-12 0,0 3 12 15,-2 1-4-15,4-3 0 0,-1 1 0 0,0-2 0 16,-1 3-8-16,1-3 8 0,-1 0-8 0,1 1 8 16,0 1-8-16,-1-2 0 0,1 0 9 0,2 0-9 15,-1 3 0-15,2-2 0 0,1 2 0 0,1-1 8 16,3 2-8-16,0 0 0 0,1 2 0 0,3-4 0 15,0 2 0-15,1 0 0 0,2 1 0 0,0-4 0 16,0 2 0-16,0 2 0 0,0-1 0 0,1 0 8 0,3 1-8 0,-2-1 0 16,1-2 0-16,-2-1 8 0,-1 2-8 0,1-3 0 15,2 0 0-15,0 0 8 0,1 0-8 0,1 0 8 16,1 0-8-16,1-3 8 0,0 2-8 0,2 1 0 16,1 0 0-16,0-2 0 0,-1-1 0 0,0 2 0 15,1 1 0-15,-1-3 8 0,2 3-8 0,0-2 0 16,0 1 0-16,2 1 0 0,-2 0 0 0,0-3 9 15,2 6-9-15,-3-6 0 0,0 3 8 0,0-2-8 16,-1 0 0-16,1 2 0 0,2 0 0 0,1 0 0 16,0 0 0-16,1 0 0 0,1-2 0 0,-2 1 0 15,1-1 0-15,-2 2 0 0,1-1 0 0,-1 1 0 16,2-2 0-16,-1 1 0 0,1 1 0 0,0 1 0 16,-2-1 0-16,0 2 0 0,1-2 0 0,-1 1 0 15,1 4 0-15,-2-3 0 0,-1 0 0 0,0-2 0 0,-2 3 0 0,0-3 0 16,-3 1 0-16,1-1 0 0,0 2 0 0,1-2 0 15,1 0 0-15,-1 0 8 0,0-2-8 0,-1 1 0 16,0 1 11-16,-1-3-11 0,1 1 10 0,-2-2-10 16,0 0 11-16,-2 1-11 0,1-2 12 0,-2 1-12 15,1 0 10-15,-2-1-10 0,0 2 8 0,-1 0-8 16,0 2 0-16,0-3 0 0,1 2 8 0,-1 2-8 16,1 0 8-16,0 0-8 0,-2 0 12 0,0 0-4 15,1 0-8-15,-2 0-11 0,0 0 3 0,-1 0 0 16,0 0 8-16,0-3 0 0,0 2 0 0,0-2-8 15,-1 1 8-15,2-2-12 0,0 1 12 0,-1-4-12 16,0 4 12-16,0-4-10 0,-1 5 10 0,-2-4-10 16,0-3 10-16,0 2 0 0,-2 1 0 0,-1-3 0 0,0 1 0 15,-1 2 0-15,3-4 0 0,-2 1 0 0,1-3 0 16,3-1 0-16,2-6 0 0,3-1-8 0,2-4-16 16,2 1-4-16,-3 1 0 0,3 0 0 0,4-3-8 0,-1 0-1 15,3 3-1-15,-1 0 0 0,0 3 18 0,-2 2 3 16,0 2 1-16,-3 2 0 0,-2 0 16 0,-4 2 14 15,-2 4-2-15,-1-2-1 0,-2 5 14 0,-1-3 3 16,-1 4 1-16,0 0 0 0,2-3-2 0,-3 3-1 16,1-1 0-16,0-1 0 0,1 4-14 0,-1-5-4 15,0 2 0-15,1 2 0 0,-3-4-8 0,1 2 0 16,-1-2 0-16,0 0 0 0,-1-3 8 0,0 3-8 16,-3 0 0-16,0-2 8 0,-2 2 0 0,0 0 0 0,-1 2 0 15,-1-2 0-15,1 2 8 0,-4 2 0 0,2-2 1 16,-2 2 0-16,1-2-7 0,0 4-2 0,-2-3 0 15,2 1 0-15,-2 1 6 0,1 1 1 0,-1-3 0 0,0 3 0 16,0-2-15-16,0 2 0 0,0-2 0 0,-1 2 0 16,2-3 0-16,-3 3 11 0,1-3-11 0,-1 0 10 15,2-2-1-15,-2 1 0 0,0-2 0 0,-2 2 0 16,1-5 1-16,-4 2 0 0,0-2 0 0,-1 2 0 16,-2-2-10-16,-2 1 0 0,0 0 0 0,0 2 0 15,0 0 0-15,-1 2 0 0,0 2 0 0,0-2 0 16,-1 4 0-16,-3-3 0 0,-1 3 0 0,-2 3 0 15,-2-3 0-15,0 0-9 0,-1 1 9 0,-1-1 0 16,0 3 0-16,-3-3 0 0,2 2 0 0,-5-2 0 16,0 1 0-16,-4 2 0 0,-3-1 0 0,-4 2 0 0,-4 0 0 15,-7 2 0-15,-4-2 0 0,-4 2 0 0,-3 2 0 0,3 2 0 16,4-1 0-16,2 1 0 0,4 0-8 0,6-4 8 16,5-4-12-16,3-2 12 0,6-2-8 0,1-2 8 15,3-2 0-15,2-4 0 0,3 1 0 0,-1-4-8 16,1 0 8-16,2-1 0 0,2 0 0 0,-1-2 0 15,3 1 0-15,-2-1 0 0,1 4 0 0,-2-2 0 16,0 2 0-16,-2 2 9 0,-3 1-9 0,-5-1 0 16,-5 2 0-16,-1 1 8 0,-1 4-8 0,-1-1 0 15,5 4 0-15,0 1 0 0,6 2-9 0,2-1 9 16,4 3 0-16,1-2 0 0,1-1 0 0,0 2 0 16,2-2 0-16,-3-2 0 0,1 4 0 0,0-4 0 15,0 2 0-15,-1 0 0 0,-2 0 0 0,-1-2 0 0,-1 3 0 16,-1-3 9-16,-1 1-9 0,-1 1 0 0,-3 0 0 0,0 0 0 15,-1 2 0-15,1 1 0 0,-1-2 0 0,2 1 0 16,2 2 0-16,2-1 0 0,0-1-8 0,3 0 8 16,4-2 0-16,-1-1-9 0,1 2 9 0,2-3 0 15,0 0-9-15,1 0 9 0,-2-3 0 0,2 3-9 16,-1-1 9-16,-2 1-10 0,0 0 10 0,-6 0-10 31,-4 0-69-31,-8 0-13 0,0 1-4 0,-12 4-1200 0</inkml:trace>
  <inkml:trace contextRef="#ctx0" brushRef="#br0" timeOffset="-165680.37">14611 16747 748 0,'-2'6'67'0,"-1"-2"-54"16,1-4-13-16,0 2 0 0,2-2 287 0,0 0 54 0,0 0 11 0,0 0 3 15,2 0-260-15,-1 0-52 0,0 0-11 0,-1 0-1 16,0 0-31-16,0 0 0 0,0 0 0 0,0 0 0 16,24-6-33-16,-21 6-3 0,2-2-1 0,-2-1 0 15,-1 2-19-15,-1 1-3 0,-2 0-1 0,0 0 0 16,0 0 21-16,-2 0 4 0,1 4 1 0,-2-7-721 15</inkml:trace>
  <inkml:trace contextRef="#ctx0" brushRef="#br0" timeOffset="-163930.28">14325 16583 172 0,'-2'-3'16'0,"-1"3"-16"0,2-4 0 0,0 4 0 15,1-2 51-15,0 2 7 0,0-3 2 0,-1 2 0 16,1-2-60-16,-1 0-11 0,1-1-2 0,0 2-1 16,1-2 14-16,1 2 0 0,1 2 0 0,-1 0-9 15,1 0 48-15,-1-3 9 0,-1 3 3 0,3-1 0 16,-1 1 71-16,-1 0 14 0,1-3 4 0,-1 3 0 16,0-2-13-16,1 1-3 0,-1-2 0 0,1 2 0 15,-1 1-26-15,1 0-6 0,-1-2 0 0,1 2-1 16,0 0-31-16,2 0-7 0,2 2-1 0,0-2 0 0,2 1-31 15,2 2-6-15,1-2-2 0,1 1 0 0,0-2 1 0,1 0 0 16,-2 0 0-16,2 0 0 0,1-2 6 0,-2 1 0 16,2-3 1-16,-1 2 0 0,0-1 0 0,-1 2 0 15,0-2 0-15,0 1 0 0,-2 1-1 0,1-2 0 16,1 3 0-16,-3 0 0 0,-1 0-10 0,0 0-2 16,0 0-8-16,1 0 12 0,0 3-12 0,-1-3 0 15,3 0 0-15,-1 0 0 0,0 0 0 0,1 0 0 16,3-3 0-16,0 0 0 0,2-2 0 0,-1 0 0 15,2-4 0-15,0 0 0 0,1 2 11 0,0-3-11 16,2 1 12-16,0 1-12 0,0 0 15 0,-1 2-4 16,0 0-1-16,0 2 0 0,-2 2-10 0,0-2 0 0,-1 4 9 15,-1 1-9-15,-1 2 0 0,0-1 0 0,1 4 0 16,0 1 0-16,1-4-9 0,3 3 9 0,0-2-10 0,1-1 10 16,1 0 0-16,-1-3 0 0,1 0 0 0,1 0 0 15,1-2 0-15,2 1 0 0,2-2 0 0,-1-1 0 16,-1 1 16-16,0 0-1 0,1 0 0 0,-1-4 0 15,-1 5 9-15,-3-2 3 0,0 2 0 0,-1-2 0 16,-1 2-8-16,-2 0-2 0,0 2 0 0,-3 0 0 16,-3 0-9-16,0 0-8 0,1 0 9 0,-2 0-9 15,0 4 0-15,0-4 0 0,0 1 0 0,-1 2 0 16,0-3 0-16,-1 2 0 0,-2-2 0 0,0 0 0 16,1 0 0-16,-2 4 0 0,1-4 0 0,0 0 0 15,0 2 11-15,-1-2-11 0,0 4 12 0,1-4-12 16,-2 3 11-16,-2-2-11 0,2 1 10 0,0 1-10 0,-1-3 8 0,1 3-8 15,-1-3 0-15,-1 4 9 0,1-1-9 16,0-2 0-16,1 1 9 0,-2 1-9 0,1 1 0 0,0-2 0 16,2-1 0-16,-2 2 0 0,-1-1 0 0,1-1 0 15,1 2 0-15,-3-3 0 0,1 1 0 0,-1-1 8 16,1 3-8-16,-1-3 0 0,0-3 0 0,-1 3 0 16,0 0 0-16,0-1 8 0,1 1-8 0,-2 0 0 15,0 0 0-15,0 0 0 0,0 0-16 0,0 0-5 16,0 0-1-16,0 0 0 15,-19-6-164-15,7 2-33 0</inkml:trace>
  <inkml:trace contextRef="#ctx0" brushRef="#br0" timeOffset="-162163.78">17388 16532 172 0,'-2'4'16'0,"-1"-4"-16"0,1 2 0 0,1-2 0 16,1 0 299-16,-2 0 57 0,0 0 11 0,-2 1 2 15,-1 2-242-15,-1-3-49 0,1 1-10 0,2-2-1 16,0 1-25-16,1-4-5 0,-1 2-1 0,2-2 0 16,0-2-4-16,1 0-2 0,0-1 0 0,0-1 0 15,1 0 2-15,-1 2 0 0,2 1 0 0,0 4 0 16,-1-3 20-16,1 4 5 0,1 0 1 0,-1 1 0 15,1 2-14-15,2 1-2 0,1-1-1 0,2 6 0 16,2 0-27-16,2 2-6 0,1 0 0 0,1 2-8 0,1-3 0 16,2 2 0-16,0-3 0 0,-1-2 0 0,4-1 11 0,0-1-11 15,1-3 10-15,1 1-10 0,2-2 24 0,2-1 0 16,3 0-1-16,2-1 0 0,0 1 9 0,0 1 3 16,2 1 0-16,0-2 0 0,-3 3-5 0,1-2-1 15,-2-1 0-15,0 3 0 0,2-3-13 0,2 2-4 16,-1-2 0-16,-1 0 0 0,1 0-12 0,-1 0 0 15,0-2 0-15,-2-1-10 0,-3 2 2 0,0-2 0 16,1 0 0-16,-3-1 0 0,-1 3 8 0,-2-3 0 16,3 3-9-16,-2-4 9 0,2 1 0 0,-1 0 0 15,1 2 0-15,0-2 0 0,2 2 8 0,2 1-8 16,-4 1 12-16,3-3-4 0,2 3-8 0,-1 0 12 16,0 0-12-16,-1 3 12 0,0 0-12 0,-1-2 0 15,-1 4 0-15,-1-1 0 0,0 2 0 0,-2 0 0 0,-1 1 0 0,1 3 0 16,2-2 0-16,-1-2 0 0,2 4 0 0,-1 0 0 15,0-2 0-15,1-2 0 0,0 0 0 0,-2-1 0 16,2-1 0-16,0-2 0 0,0-2 0 0,0 0 0 16,1 0 0-16,0-2 0 0,-2-1 0 0,-1 2 0 15,2-2 0-15,-1 0 0 0,-1 0 0 0,-1 1 0 16,1-2 0-16,-4 2 8 0,0-2-8 0,-3 0 0 16,-2 2 8-16,-1 0-8 0,-3 2 0 0,0 0 8 15,-3 0-8-15,0 2 0 0,-1-2 0 0,-1 0-11 16,0 2-18-16,0-2-4 0,-2 0-1 0,2 3 0 15,-1-3-26-15,0 0-6 0,-1-3-1 0,-1 3 0 16,-1-4-15-16,-1 2-3 0,-1-2-1 0,1-1-602 16,-3-1-120-16</inkml:trace>
  <inkml:trace contextRef="#ctx0" brushRef="#br0" timeOffset="-161679.08">18958 17177 1152 0,'1'0'102'0,"-1"0"-82"0,0 0-20 0,1 0 0 0,-1 0 277 0,1 0 51 16,2-2 11-16,0 1 1 0,2-2-252 0,0-5-52 15,3 0-9-15,-2-4-3 0,-1-4-24 0,0-3-16 0,0-6 3 0,-1-3 0 16,-2-2-35-16,0 2-8 0,1-3 0 0,-2 5-1 15,2 4 13-15,-2 1 2 0,0 5 1 0,0 0 0 16,1 3 41-16,-1 0 0 0,1 1 11 0,0 3-3 16,0 1 17-16,0 2 3 0,0 0 1 0,0 0 0 15,-1 2 9-15,1 1 2 0,-2 3 0 0,0-2 0 16,0 4-18-16,-3 1-3 0,1-2-1 0,-4 5 0 16,-3 0-18-16,-3 7 0 0,-5 5 8 0,-1 5-8 15,1 0 0-15,-3 8-9 0,1 1 1 0,-1 2 0 16,4-2 8-16,-1-4 0 0,1-3 0 0,1-5 0 15,3-5-17-15,-1-6 1 0,5-2 1 0,3-7 0 16,1-3-42-16,3-1-9 0,-2-2-2 0,3 0 0 16,0-4 8-16,4-2 0 0,1-4 1 0,2 0 0 15,3-3 26-15,4 1 5 0,2-1 0 0,0 5 1 16,0 0 27-16,2 4-8 0,0 1 8 0,1 2 0 0,-1 3 46 16,2 4 14-16,0 0 4 0,0 1 0 0,-1 2 22 15,2 0 5-15,-1 3 1 0,-1 3 0 0,-2-3-23 0,-1 2-4 16,-2 0-1-16,-4-1 0 0,-2-1-40 0,-2 0-9 15,-1-1-2-15,-1 0-779 16,0 1-156-16</inkml:trace>
  <inkml:trace contextRef="#ctx0" brushRef="#br0" timeOffset="-143795.45">18493 9635 1404 0,'-9'0'62'0,"4"0"13"0,0 3-60 0,3-3-15 15,0 0 0-15,1 0 0 0,1 0 80 0,-1 2 12 16,-2 0 4-16,1 0 0 0,-1-2-28 0,1 3-4 16,1-2-2-16,1-1 0 0,1 2-10 0,-1-2-1 15,0 0-1-15,0 0 0 0,0 0-26 0,0 0-4 0,20-2-2 0,-13 1 0 16,2 2-18-16,0-1 8 0,2 0-8 0,-1 2 0 15,2-2 13-15,-1 0-4 0,3 1-1 0,-2 2 0 16,2-1 1-16,0 0 0 0,3 0 0 0,-3 1 0 16,4 0 0-16,-2-3 0 0,0 3 0 0,-1-2 0 15,1 4 7-15,0-4 0 0,0 2 1 0,0-2 0 16,0 4-2-16,-1-1-1 0,1-2 0 0,0 2 0 16,-1-1 0-16,1 2 0 0,-1 3 0 0,0-2 0 15,-1 0-6-15,0 0-8 0,0-2 11 0,0 2-11 16,3 0 0-16,-3-3 0 0,2 1 0 0,-1-2 0 15,3 2 0-15,-2-3 0 0,1 2 0 0,0-3 0 16,1 2 8-16,-1-2-8 0,2 0 0 0,0-2 0 16,1 2 0-16,-1-2 0 0,-1 2 0 0,-1 0 0 0,0-1 0 15,-1 0 0-15,0 1 8 0,0 0-8 0,-1-3 0 0,1 2 0 16,-1-1 0-16,1-1 0 0,-2 2 0 0,3-2 0 16,-1 1 0-16,0 1 0 0,2 1 0 0,-2-3 0 15,2 1 0-15,-1 1 0 0,1 1 0 0,1 0 0 16,-2 0 0-16,1 0 0 0,-2 0 0 0,0 1 0 15,0-1 0-15,1 0 0 0,0 0 0 0,2 0 0 16,1-1 0-16,1 1 0 0,4-4 0 0,-3 1 0 16,-1 0 0-16,1 0 0 0,-2-1 0 0,0 2 0 15,-1-2 0-15,1 2 0 0,-2-1 0 0,-1 2 0 16,-1 1 0-16,0 0 0 0,-1 0 9 0,-2 1-9 16,0 2 0-16,-1-1 9 0,1 0-9 0,-1 2 0 15,0-2 0-15,2 3 8 0,-1-2-8 0,2 1 0 0,0-1 0 0,1 0 0 16,2-3 0-16,0 0 0 0,2 0 8 0,1 3-8 15,1-3 0-15,0-3 0 0,-1 3 0 0,0-2 0 16,0 1 0-16,-1-3 0 0,-1 3 0 0,1-1 0 16,-3 2 0-16,1 0 0 0,-1 0 0 0,-1 2 0 15,0-1 0-15,-1 0 0 0,-1 2 0 0,1-3 0 16,1 1 0-16,0 4 0 0,0-5 0 0,2 3 0 16,-2 0 0-16,1-3 0 0,2 4 0 0,-2-2 0 15,0 2 0-15,2-4 0 0,-2 1 0 0,2 0 0 16,-2 3 0-16,2-4 0 0,-2 0 0 0,-1 0 0 15,1 0 0-15,1 0 8 0,0 0-8 0,1-4 8 16,-1 2 3-16,1-2 0 0,-1 2 0 0,1-1 0 16,1 2-11-16,-1-2 10 0,2 1-10 0,-1 1 10 15,0 1-10-15,-1 0 0 0,0 0 0 0,2 0 0 16,-3 0 0-16,0 0 0 0,1 0 0 0,-1 0 0 0,3-3 0 16,0 3 0-16,4-2 0 0,-3 1 0 0,2 1 0 0,-1-4 0 15,1 1 0-15,-1 0 0 0,2-2 0 0,-1 1 0 16,2 0 8-16,-2 2-8 0,2-2 0 0,-2 2 0 15,0 2 9-15,0-2-9 0,-1 2 8 0,1-2-8 16,-1 2 10-16,0 0-10 0,-1-3 8 0,-1 2-8 16,1-1 0-16,1-1 0 0,-1 2 0 0,0 1 8 15,-1-2-8-15,0 2 0 0,0 0 0 0,-1 2 0 16,-2-2 0-16,0 0 0 0,-1 1 0 0,-1 2 0 16,1-3 0-16,0 0 0 0,-1 0 0 0,0 0 0 15,0 0 8-15,-1 0-8 0,-1 0 8 0,2 0-8 16,1-3 11-16,-1 2-11 0,0 1 13 0,0-2-4 15,1-2-1-15,0 1 0 0,2 3 0 0,0-3-8 0,-1 0 12 0,1 2-4 16,-1 1-8-16,1-3 12 0,-1 3-12 0,0 0 12 16,-1 0-12-16,0 0 0 0,2 3 0 15,-2-3 8-15,-1 1-8 0,0-1 0 0,2 0 0 0,-2 0 0 16,1 0 0-16,0-1 0 0,1 1 0 0,0-3 0 16,1 3 0-16,-1-3 0 0,3 0 0 0,-1 0 0 15,0 3 0-15,0-3 0 0,1-1 0 0,-2 4 0 16,1-2 0-16,-1 2 0 0,-1 0 0 0,1 0 0 15,-2 0 0-15,0 0 0 0,-1 0 0 0,-1 0 0 16,1 0 0-16,-1 0 0 0,0 0 0 0,1 0 0 16,0 0 0-16,0-3 0 0,2 3 0 0,-1-1 0 15,3-1 0-15,-1 1 0 0,1-2 0 0,1-1 0 0,0 2 0 0,-1-1 0 16,0 2 0-16,0-1 0 0,-1-1 0 0,0 2 8 16,0-2-8-16,-1 3 0 0,1-2 0 0,-2 2 0 15,1 0 0-15,0 2 0 0,-1-2 0 0,0 0 0 16,1 0 0-16,-2 0 0 0,1 0 0 0,2 0 0 15,0 0 0-15,1-2 0 0,-1 1 0 0,-1-3 0 16,1 2 0-16,1-2 0 0,-2 1 12 0,1 1-2 16,-1 2-1-16,-2-1 0 0,-1 1-9 0,1 0 0 15,0 0 9-15,0 1-9 0,-1 1 0 0,1-2 0 16,-1 3 0-16,0-2 8 0,1 2-8 0,0-1 0 16,2 2 0-16,-1-4 0 0,0 0 0 0,3 0 0 15,-2 0 0-15,2 0 0 0,-1-3 0 0,-2 2 0 16,0-1 0-16,2 2 0 0,-2-3 0 0,-1 3 0 0,0 0 0 15,-1 0 0-15,0 0 0 0,-1 0 0 0,-1 3 0 0,0-3 0 16,0 0 0-16,0 0 0 0,0 0 0 0,0 2 0 16,0-2 0-16,1 0 0 0,1 0 0 0,-2 0 0 15,1 0 0-15,-2 0 0 0,2-2 0 0,-3 2 8 16,1 0-8-16,1 0 11 0,-2 0-11 0,1 2 12 16,-1-2-12-16,0 0 0 0,1 1 0 0,-3 2 0 15,1-2 0-15,-1 1 0 0,1 1 0 0,-1-3 0 16,0 1 0-16,-1-1 8 0,1 3-8 0,-2-3 8 15,0 0-8-15,1 2 0 0,0-2 0 0,1 0 0 16,0 0 0-16,-2 0 0 0,1 0 0 0,-2 0 0 16,-1 0 0-16,0 0 8 0,0 0-8 0,0 1 12 15,0-1-4-15,-2 3 0 0,2-3 0 0,-1 0 0 16,2 2-8-16,-1-2 8 0,2 0-8 0,1 2 8 16,2-2-8-16,0 2 0 0,2-4 0 0,3 0 8 0,-2 0-8 15,2-1 0-15,0 0 9 0,1-1-9 0,2 1 10 0,-1-3-2 16,0 3-8-16,0-1 12 0,1 1-12 0,-2 0 8 15,0 0-8-15,0 1 0 0,1 2 0 0,-2-1 8 16,1-2-8-16,-2 3 0 0,2-2 0 0,-1 0 0 16,1 2 0-16,0-3 0 0,-1 0 0 0,1 1 0 15,0 0 0-15,-1 0 0 0,-2 0 0 0,2-2 0 16,-1 4 0-16,-1-4 0 0,0 4 8 0,-1-2 0 16,-1 2-8-16,-2-3 12 0,0 3-12 0,-3 0 9 15,-1 3-9-15,-2-3 8 0,0 0-8 0,-1 0 0 16,-2 0 9-16,2 0-9 0,-2 0 0 0,0 2 9 15,0-2-9-15,0 0 0 0,0 0 0 0,-2 0 0 16,2 0 0-16,0 0 0 0,0 0 0 0,0 0 0 0,0 0 0 0,0 0 0 16,0 0 0-16,0 0 0 0,0 0 0 0,0 0 0 15,0 0 8-15,0 0-8 0,0 0 0 0,0 0 0 16,0 0 0-16,0 0 0 0,0 0 0 0,0 0 0 16,0 0 8-16,0 0-8 0,0 0 0 0,0 0 0 15,0 0 0-15,0 0 0 0,0 0 0 0,0 0 0 16,0 0 0-16,0 0 0 0,0 0 0 0,0 0 0 15,0 0-12-15,0 0 0 0,0 0 0 0,0 0 0 16,0 0-155 0,0 0-30-16</inkml:trace>
  <inkml:trace contextRef="#ctx0" brushRef="#br0" timeOffset="-142995.81">23821 10489 460 0,'-1'2'41'0,"-1"-1"-33"0,1-1-8 0,1 0 0 16,0 0 188-16,-1 0 36 0,1 0 8 0,-2 3 0 15,0-3-40-15,-1 0-9 0,0 0-2 0,3 0 0 16,0 0-69-16,0 0-15 0,0 0-2 0,0 0-1 16,0-22-70-16,3 12-15 0,0 0-9 0,2-5 12 15,1 1-12-15,-1 0 0 0,0-3 9 0,0-2-9 16,0 1 23-16,-2 1 0 0,0 1 0 0,0-1 0 0,-2-1 10 0,0 0 3 16,1-4 0-16,-4-1 0 0,2 2 8 15,-2 1 1-15,1-2 1 0,-2 1 0 0,1-1-21 0,0 0-4 16,1-1-1-16,0-1 0 0,-2 0-20 0,1-1 0 15,0 1 0-15,-1 1-8 0,1 4 8 0,-2-4 0 16,0 7 0-16,0-2-8 0,1 5 8 0,-1 1 0 16,0 2 0-16,-1 4 0 0,0 0 0 0,0 2 0 15,1 2 0-15,-4-1 0 0,2 2 9 0,0 1 1 16,0 0 0-16,-2 0 0 0,2 0 0 0,-1 0 0 16,2 1 0-16,-2 2 0 0,1-3-10 0,1 2 0 15,2-2 0-15,-2 0-11 0,1 0 11 0,0 0-8 16,1 0 8-16,0 1-8 0,-1 2 8 0,1-3 0 15,-1 2 0-15,0-2 0 0,-2 4-8 0,0-2 8 16,0 0-8-16,1 0 8 0,0 1-20 0,1-3 2 0,2 0 0 16,-1 0 0-16,2-2-4 0,0 1-1 0,2-3 0 15,0-1 0-15,2-1-4 0,0 0-1 0,2-1 0 0,1-2 0 16,1 3 18-16,0-2 10 0,0 2-12 0,2 0 12 16,-1 2 0-16,-1-2 12 0,-1 4 0 0,-1 2 0 15,0-3 13-15,0 3 3 0,0 3 0 0,0-1 0 16,0 2 8-16,0-2 3 0,1 5 0 0,0-4 0 15,0 3 5-15,2 1 0 0,0-1 1 0,3 0 0 16,4-2-22-16,1-1-5 0,2 0-1 0,0 1 0 16,3-4-17-16,2 0 0 0,-1 0 0 0,1-4 0 15,-2 4 0-15,-1-3 0 0,0 6 0 0,-3-3 0 16,-2 1-65-16,-3 2-20 0,-2 3-4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13T17:00:55.9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15169 12201 633 0,'-8'0'56'0,"3"-2"-44"0,3 2-12 0,2 0 0 0,0 0 163 0,-1 0 30 16,-2 0 7-16,-3-1 0 0,-1-1-124 0,-1 1-26 16,1 1-5-16,1 0-1 0,-1 0 28 0,4 0 4 15,-1 1 2-15,2-1 0 0,0 2-11 0,1-2-3 0,0 1 0 16,1 1 0-16,0 0-20 0,0 0-4 0,2 1 0 15,1-3-1-15,-1 1-11 0,1 1-1 0,-3-2-1 0,0 0 0 16,0 0-16-16,0 0-10 0,22 13 12 0,-16-13-12 16,3 0 16-16,-1 0-3 0,1 0-1 0,-1-3 0 15,-1 3 11-15,-1 0 1 0,-1 3 1 16,0-3 0-16,0 0 6 0,-1 0 1 0,1 0 0 0,0 0 0 16,-2 1-16-16,1 0-2 0,0 0-1 0,-1 2 0 15,1-2-13-15,0 1 0 0,0 2 8 0,0 1-8 16,1-1 0-16,3 2 0 0,-2-3 0 0,1 1 0 15,2 1 0-15,1-1 0 0,-1-1 0 0,1 0 0 16,-1 0 0-16,3-3 0 0,0 1 0 0,-1-1 0 0,1 0 0 16,2 0 0-16,-2 2 0 0,1-2 0 15,-2-2 0-15,0 2 0 0,0 0 0 0,0-1 0 0,2 1 0 0,0-3 0 16,-2 3 0-16,2-2 0 0,-2 1 9 16,1-2-9-16,1 3 8 0,-2-4-8 0,1 2 0 0,-1-2 0 15,0 1 8-15,2-2-8 0,-2-2 0 0,0 4 0 16,1-4 0-16,1 0 0 0,-2 2 0 0,-1 1 8 15,0-2-8-15,0 0 0 0,-2 0 0 0,1 0 8 16,-1 2-8-16,0-2 0 0,2 2 8 0,-2 2-8 16,1-5 8-16,0 4-8 0,-1 0 8 0,1 2-8 15,1-1 8-15,-3-1-8 0,2 3 9 0,-2 0-9 16,2 3 10-16,-1-3-10 0,0 2 12 0,0 2-4 16,0-2-8-16,1 3 12 0,1 4-12 0,2-1 0 15,1 0 0-15,-1 4 0 0,2 1 0 0,0-4 0 16,2 6 0-16,1-4 0 0,-1 2 0 0,0-2 0 0,1 0 0 0,0 0 0 15,1-1 0-15,-1-2 0 0,0 0 0 0,1 2 0 16,-1-1 8-16,3-2-8 0,-1-1 0 0,0 1 9 16,0-1 1-16,-1-3 0 0,-1 2 0 0,-1-1 0 15,3 0-2-15,1-1-8 0,-2 0 12 0,1 1-4 16,-1-2-8-16,2 2 0 0,-2 1 0 0,1-4 0 16,0 1 0-16,-1-2 0 0,2 3-8 0,1-6 8 15,0 1-8-15,0-2 8 0,2 1-10 0,0-4 10 16,0 1-10-16,1 0 10 0,2 0-10 0,-3 0 10 15,1 2 0-15,-2-1 0 0,-2 1-8 0,0 1 8 16,0 0 0-16,-3 2 0 0,0-2 0 0,-2 3 0 16,1-2 0-16,0 1 0 0,0 1 0 0,2-3 10 15,-2 1-10-15,1 1 8 0,1-2-8 0,2-1 8 16,0 4-8-16,0-3 0 0,0 0 0 0,-2-1 0 0,2 2 0 16,0 2 0-16,-2 0 0 0,1-2 0 0,-2 4 0 15,0 2 0-15,1 1 0 0,-1-2 0 0,-1 4 0 0,0-1 0 16,0-3 0-16,-1 4 0 0,2-1 0 0,2-2 0 15,-2 2 0-15,1-4 0 0,-4 2 0 0,1-2 0 16,0 2 0-16,0 0 0 0,-1-1 0 0,-1 2 0 16,2-1 0-16,-3 2 0 0,0-3 0 0,-1 3 0 15,0-2 0-15,-1-1 0 0,1 0 0 0,-1 1 0 16,1-1 8-16,0 0-8 0,0-1 0 0,0-1 0 16,3-1 0-16,-2 3 0 0,3-3 8 0,-1-3-8 15,0 2 0-15,3-1 8 0,0-1-8 0,0 0 0 16,3-1 0-16,-2-2 0 0,1 2 0 0,-2-1 0 15,2 1 8-15,-2 2-8 0,1 1 0 0,-2 1 0 0,0-3 9 16,2 3-9-16,-2 0 0 0,2 0 0 0,0 3 0 0,2-3 8 16,1 1-8-16,1-1 0 0,0 0 0 0,1 0 0 15,0-1 0-15,2 1 0 0,0 0 0 0,-1-3 0 16,1 3 0-16,1-2 0 0,0 0 0 0,1 2 0 16,-1 0 12-16,0-2-3 0,-2 2 0 0,-2 0 0 15,-1 2-1-15,0-2-8 0,-1 0 12 0,0 0-4 16,-1 0-8-16,1 2 12 0,2 0-12 0,-2 1 12 15,1-2-12-15,0 1 0 0,0 1 0 0,2-3 0 16,-1 1 0-16,0 1 0 0,0-2 0 0,1 0 0 16,-1 3 0-16,1-3 0 0,0 0-9 0,-1 0 9 15,0 1 0-15,-1-2 0 0,1-2 0 0,-1 3 0 0,-1-3 0 16,2 0 0-16,-1 0 0 0,2 0 0 0,-1 1 0 0,0 0 0 16,-1 0 0-16,2-2 9 0,-1 2-9 0,0 1 0 15,0-2 0-15,-1 1 0 0,-1 0 0 0,-3 0 0 16,-1-2 0-16,-2 2 0 0,-2-1 0 0,0 2 8 15,-5-1-8-15,-2 2 8 0,-1-4-8 0,-2 0 8 16,2 2-8-16,0-2 8 0,-1-2-8 16,2-7 0-16,3-3 0 0,0-2 0 0,2-8 0 0,3-5-16 15,-2-4 3-15,2-6 0 0,1 3-8 0,-2-3-2 16,3-3 0-16,0-3 0 0,-1-1 13 0,-2 1 10 16,-1 3-13-16,-1 2 5 0,-1 1 8 0,-2 3 0 15,-1 0 0-15,-2-1 0 0,-2 6 0 0,-2 1 8 16,-1 3-8-16,-3-3 0 0,-1 1 0 0,-1 3 0 15,-1-3 0-15,1 1 8 0,1-1-8 0,0-1 0 16,2-6 0-16,1-3 0 0,3-3 0 0,2-7 0 0,-1-5 0 0,3-4 0 16,1-7-9-16,2 4-3 0,0 0-1 0,1 3 0 15,4 6 5-15,1 0 8 0,-2 3-13 0,0-2 5 16,-3 2 8-16,-1 0-10 0,-3 4 10 0,-3 9-10 16,-2 5 10-16,-2 4 8 0,-3 6-8 0,-3 2 11 15,1 5-11-15,-2 2 8 0,1 2-8 0,-2 2 8 16,-1-3-8-16,-2 5 12 0,1 0-12 0,0 0 12 15,-2-2-12-15,-1 4 0 0,0-1 9 0,-3-1-9 16,-3 1 0-16,0 0 0 0,-2 1 0 0,-2 0 0 16,-3 2 0-16,-1-2 0 0,-4 2 0 0,-1 4-8 15,0-2 8-15,-1 4-8 0,0-2 8 0,-3 4-8 16,-3 2 8-16,0 0 0 0,-2 0 0 0,-2 2-8 0,-1 2 8 16,-3 1-10-16,-2-1 10 0,1 2-10 0,1-2 10 0,0-4-13 15,-1 2 5-15,0-2 8 0,2-1-12 0,-2-2 12 16,1 0-12-16,-1-3 12 0,2 0-16 0,-4-3 5 15,-2 0 1-15,-2-2 0 0,0 4 10 0,-1-2-12 16,2-1 12-16,-5 4-12 0,-1 0 1 0,-1-2 0 16,4-2 0-16,-2 2 0 0,1 0 11 0,1 0 0 15,3-1 0-15,0 0 0 0,-1-1 0 0,0-2 0 16,1 0 0-16,0 0 0 0,5-3 0 0,0-1 0 16,3 0 0-16,-1-2 0 0,-3-1 0 0,1 0 0 15,-4 3 0-15,-1-3 0 0,-1 1 0 0,-1 2 0 16,3 2 0-16,0-2 0 0,-3 0-12 0,-1-3 4 15,1 1 0-15,0-4 0 0,1 0-20 0,3 1-4 16,6-1-1-16,4 0 0 0,1 0-15 0,1 3-2 16,4 1-1-16,-2 0 0 0,2 4-2 0,-1 0-1 0,-3 1 0 0,-2-1 0 15,1 3 29-15,-1 0 5 0,2 1 2 0,1 4 0 16,3 0 31-16,4 0 7 0,1 0 0 0,3 0 1 16,2 0 32-16,3 3 7 0,2-2 0 0,2 1 1 15,3 1-26-15,1-2-6 0,4 2-1 0,0-3 0 16,4 0-12-16,0 0-2 0,5 0-1 0,-1 0 0 15,2 1-2-15,-1-1-1 0,3 0 0 0,-1 1 0 16,1 0-10-16,0 2 0 0,-1 3 0 0,1 0 0 16,-2 0 0-16,1 4-14 0,0 3 3 0,0 3 1 15,-2 0 2-15,1 2 0 0,-2 2 0 0,0 1 0 16,-1 1 8-16,0 1 0 0,0-1 0 0,0 0-8 16,-2 3 8-16,0-2 0 0,-1 5 0 0,-2-5 0 0,0 4 0 15,-1 2 0-15,1-1 0 0,-1 2 8 0,3 1 3 0,-4 7 1 16,0 5 0-16,-3 6 0 0,2 1-12 0,-3 7 0 15,-2 4 0-15,-1-2 8 0,-1 0-8 0,1 0 0 16,2-4 0-16,0-3 0 0,0 1 0 0,1 1 0 16,2-4 0-16,0-2 0 0,0-1 0 0,1-2 0 15,0-2 0-15,1-3 0 0,3-1 0 0,-1 1 0 16,2 0 0-16,2-2 0 0,1 3-9 0,3-1 9 16,5-5-12-16,3 1 12 0,4 1-12 0,4-1 12 15,3-3-12-15,3 1 12 0,3-3 0 0,2 1 0 16,2 1 0-16,0-1 0 0,1-1 0 0,0-2 0 15,2 3 0-15,-1-3 0 0,-3 2 10 0,2 0-1 16,-1-2 0-16,0-1 0 0,-1 1 5 0,-3-3 1 16,-2 0 0-16,-1-2 0 0,0 2-4 0,-1-2-1 0,-2-1 0 0,-1-4 0 15,0-1-10-15,1-2 0 0,2-3 9 0,1-3-9 16,1-7 0-16,2 0 0 0,4-7 0 0,3-2 8 16,3-4-8-16,1-2 9 0,3-1-9 0,2-1 10 15,2 1-10-15,-2 2 0 0,-2 0 9 0,-3 1-9 16,0 3 0-16,-5-2 0 0,0 5 0 0,4-2 8 15,4 2-20-15,4-2-3 0,4 4-1 0,0-2-1102 16</inkml:trace>
  <inkml:trace contextRef="#ctx0" brushRef="#br0" timeOffset="766.24">17421 13754 1951 0,'-8'-12'86'16,"4"-1"18"-16,2-4-83 0,2 3-21 0,2 0 0 0,2 4 0 0,-1-8 15 0,0-11-2 0,2-18 0 0,1-10 0 15,-1-6 40-15,-2 3 8 0,-2 5 2 0,-3 8 0 16,-1 6-18-16,-2 3-3 0,-1 1-1 0,-1 2 0 16,-1 6-29-16,1-2-12 0,2 0 8 0,-1-1-8 0,2 0 12 15,0-3-4-15,3-3 0 0,1-6 0 0,1-3-8 0,4-1 0 16,3-5 0-16,1 0 0 0,3 1-17 15,-4 1 1-15,2 4 0 0,-4 6 0 0,2 5 8 0,-3 8 8 16,-2 9-12-16,-1 10 12 0,-2 6 8 0,-3 3 8 16,2 3 1-16,-4 0 1 0,-1 3 14 0,-4 4 4 15,-2 6 0-15,-2 3 0 0,-2 7-10 0,-5 7-2 16,-8 9 0-16,-6 12 0 0,-11 0-24 0,-1 7 8 16,-3 2-8-16,7-7 0 0,6-2 0 0,9-14 8 15,5-4-8-15,8-8 0 0,7-12 0 0,3-7 0 16,4-6 0-16,2-6 0 0,1 0-16 0,1-3-6 15,2-1-1-15,1-7 0 0,1-4-19 0,3-4-4 16,4-5-1-16,-1-3 0 0,2-1 11 0,1-3 1 16,7-1 1-16,0-1 0 0,4-1 10 0,0 2 1 0,2 1 1 15,1 2 0-15,-1 3 22 0,1 2 0 0,-2 3 0 0,6 0 0 16,-1 4 11-16,3 1 6 0,0 5 2 0,0 2 0 16,1 6 20-16,1 4 4 0,4 2 1 0,4 6 0 15,5 0-2-15,-2 6 0 0,-2 1 0 0,-2 3 0 16,-5 6 1-16,-2 0 0 0,-5 4 0 0,-6 0 0 15,-5 2-7-15,-3-6 0 0,-4 3-1 0,-3 3 0 32,-1 0-152-32,-2 7-31 0</inkml:trace>
  <inkml:trace contextRef="#ctx0" brushRef="#br0" timeOffset="3233.18">20394 12463 1490 0,'5'0'66'0,"-1"0"14"0,1 0-64 0,-1-2-16 0,1 2 0 0,-3 0 0 0,3 0 46 0,1 0 6 16,7 0 2-16,3 0 0 0,1 2-19 0,2-2-4 15,-2 2-1-15,-1-2 0 0,-1 2-30 0,0-4 8 16,-2 2-8-16,-2 0 0 0,3-2 0 0,-2 0 0 15,1-2 0-15,0 2 0 0,2-1 0 0,-1 0 0 16,1-1 0-16,-1 0 0 0,1 2 0 0,-2-2 0 16,-1 2 0-16,-1-1 0 0,-1 2 0 0,0 1 0 15,0 0 8-15,-2 0-8 0,2 0 0 0,-1 1 9 16,-2 2-9-16,2-3 8 0,1 2-8 0,-1-1 0 0,1 2 0 16,-2-1 0-16,2-2 0 0,0 1 0 0,1 2 0 0,-1-1 0 15,2 2 0-15,0-3 0 0,-1 4 0 0,0-3 0 16,0 2 0-16,1-2 0 0,1 3 0 0,1-5 0 15,3 3 0-15,-1-3 0 0,1 0 0 0,3-2 0 16,1-2 0-16,0 0 0 0,2 0 0 0,1-3-11 16,3 0 11-16,-1 1 0 0,1 0 0 0,-2-3 0 15,-2 4 0-15,-2 0 0 0,-2 1 0 0,-2 1 0 16,-1 0 11-16,-1 1-3 0,-1 0 0 0,-2 2 0 16,0 0 5-16,-2 4 1 0,1-1 0 0,-2 0 0 15,2 0-6-15,-2 0 0 0,1 0-8 0,0 1 12 16,0-1-12-16,1 0 0 0,1-2 0 0,0 2 0 15,3-3 0-15,0 2-12 0,0-2 3 0,2 1 0 0,1-1 9 0,-1 0 0 16,3-1 0-16,-3 1 0 0,3-2 0 0,0 2 0 16,-1 0 0-16,0-3 0 0,-1 2 0 0,0 1 0 15,-1-3 0-15,-1 3 0 16,0-2 0-16,2 1 0 0,-4 1 0 0,0-3 0 0,0 2 0 0,-1 1 0 16,1 0 0-16,-1 0 0 0,0 0 0 0,-1 0 0 15,0 1 0-15,0 2 0 0,-2 0 0 0,1 0 0 16,-1 1 0-16,1-2 0 0,0 2 0 0,0-1-10 15,1 0 1-15,2-1 0 0,2-2-7 0,1 0 0 16,3-2-1-16,1-2 0 0,1 2 3 0,2-4 1 16,1 2 0-16,-1-2 0 0,4-3 13 0,-3 2-9 15,1 0 9-15,-1 1-8 0,-1-2 8 0,-3 1 0 16,0 1 10-16,-3 3-10 0,1-1 27 0,-1 0-1 16,-2 2 0-16,1-1 0 0,-1 3-1 0,-2 3 0 0,0-3 0 0,0 0 0 15,0 2-9-15,0-1-3 0,1 2 0 0,1-2 0 16,0-1-13-16,1 3 0 0,2-3 8 0,1-3-8 15,1 3 0-15,2-1 0 0,-1-3 0 0,2 2 0 16,-3-1 8-16,1-1-8 0,-1 1 11 0,0-3-11 16,0 3 21-16,-1-1-2 0,0 2-1 0,-2 1 0 15,1 1-6-15,-2 0-2 0,-1 1 0 0,0 1 0 16,-1 0-10-16,0 0 0 0,1 1 0 0,0 3 0 16,0-5 0-16,3 1 0 0,1 1 0 0,1-2-11 15,1-1-2-15,3-1-1 0,2 1 0 0,0-3 0 16,0 0 14-16,0-3-11 0,-1-1 11 0,0 4-10 15,-1-4 10-15,0 3 0 0,-2 0 0 0,1 1 0 0,-2 2 12 16,0-1-1-16,1 2-1 0,-2-2 0 0,2 2-1 0,1-1 0 16,-2 1 0-16,1-1 0 0,2 1-9 0,1 0 0 15,0-3 9-15,0 2-9 0,0-1 0 0,-1-1 8 16,1 2-8-16,-3-4 0 0,1 1 0 0,-2 1 0 16,0 0 0-16,0 1 0 0,3 0 0 0,-1 0 0 15,0 1 0-15,0 1 0 0,1 0 0 0,-1-3 0 16,1 3 0-16,2 0 0 0,-1 0 9 0,3-2-9 15,0 1 12-15,1-2-12 0,1 1 23 0,-3-2-3 16,2 0 0-16,0-2 0 0,-2 2 3 0,1 2 0 16,-1-2 0-16,1 2 0 0,-3 2-5 0,1-3-1 15,-1 6 0-15,-2-3 0 0,1 0-9 0,-1 2-8 16,0-1 12-16,0-1-12 0,2 3 0 0,0-3 0 16,0 0 0-16,1 0 0 0,-1 0 0 0,2-4-9 15,2 2 9-15,1-2-8 0,0 1 8 0,0-3 0 0,2 0 0 0,2 2 0 16,1-2 0-16,1 3 0 0,0 0 8 0,1-1-8 15,1-2 0-15,-1 2 0 0,0 2 0 0,-1-2 0 16,-2 2 0-16,-2-1 8 0,-1 0-8 0,1 0 0 16,-2 2 0-16,-1-2 0 0,-1 3 0 0,1-1 8 15,-1 0-8-15,0 1 0 0,-1 0 0 0,1 1 0 16,-1 0 0-16,0 6 0 0,2-4 0 0,-3 3 0 16,2 3 0-16,-3 1 0 0,0 0 0 0,0 1 0 15,1 0 0-15,0 0 0 0,3-1 0 0,1-2 0 16,3-2 0-16,2-1 0 0,1-2 0 0,5 1 0 15,4 0 0-15,1-2 0 0,1-2 0 0,-1 0 0 0,1-2 12 16,2 1-3-16,-2-3 0 0,0 4 0 0,2 1 7 0,-1 2 0 16,0-2 1-16,-2 4 0 0,-3-4-5 0,-1 2-2 15,-2-3 0-15,-1 0 0 0,-1-3-10 0,1 3 0 16,1-1 0-16,-1 1 0 0,2 0 0 16,1 0 0-16,0 0 0 0,0 0 0 0,2-3-10 0,0 1 10 15,1 1 0-15,-1-2-9 0,2 2 9 0,-3 1 0 16,3 0-9-16,-4 4 9 0,-1-1 0 0,-1 0 0 15,0 3 0-15,-1-2 0 0,-2 2 0 0,-2-5 0 16,-3 4 0-16,-1-4 0 0,-3 2 8 0,-1 1-8 16,2 0 8-16,-4-2-8 0,-1 3 13 0,-2-4-2 15,-1 3-1-15,-1 1 0 0,-1-4 2 0,0 4 0 16,-1-2 0-16,-1 1 0 0,-1 1-4 0,1-1 0 16,-1 0 0-16,-1-2 0 0,1 2 0 0,-1-2 0 15,1 2 0-15,-1-2 0 0,1 0-8 0,0 0 0 0,3-2 0 0,0 0 8 16,1 0-8-16,1 0 0 0,0 0 0 15,1 0 0-15,-1 0 0 0,0-2 0 0,2 0 0 0,-2 2 0 16,0-2 0-16,-1-2 0 0,3 2 0 0,-3-1 0 16,1 3 0-16,0 0 0 0,-1 3 0 0,3-3 0 15,-1 0-10-15,3-3 10 0,0 2-13 0,0-1 5 16,1-2 8-16,0 0 0 0,4-1 0 0,0 1 0 16,4-2 0-16,0 3 0 0,0 0 0 0,1-1 11 15,-1 4-11-15,1 0 10 0,1 2-10 0,-1 0 10 16,-2 1 2-16,1-3 1 0,-3 1 0 0,0 1 0 15,2 1-3-15,-1-3-1 0,-1 1 0 0,0 1 0 16,-2-2-9-16,0 3 0 0,-1-3 0 0,1 1 0 0,0-1 0 0,-3 0 0 16,1 0 0-16,1-1 0 0,1 1 0 15,-2-5 0-15,0 4 0 0,-2-5 0 0,-1 1 0 0,-3 0 0 16,-2 2 0-16,-4-1 0 0,-1 2 0 16,-3 0 0-16,-3 0 0 0,-3 2 0 0,-2 0 0 0,-3 0-16 15,-2 0 4-15,-4 0 1 16,-5 2-94-16,-8 0-19 0,-13 4-4 0</inkml:trace>
  <inkml:trace contextRef="#ctx0" brushRef="#br0" timeOffset="3884.06">26275 13440 1612 0,'2'0'144'0,"-1"0"-116"0,-1 0-28 0,1 0 0 0,0 0 183 0,2-2 30 0,1 2 7 0,1-4 0 16,1 1-141-16,1-4-29 0,2 1-6 0,-2-5 0 0,1 0-33 16,-2-6-11-16,-1-6 0 0,0-6 9 0,-3-6-37 15,2-10-7-15,-2-2-1 0,1-7-1 16,-2-3-16-16,-1 2-3 0,0-2-1 0,-1 5 0 0,1 2 21 0,-1 8 5 16,-1 3 1-16,1 3 0 0,-1 4 30 0,0 1 20 15,1 5-4-15,0 2 0 0,0 4 21 0,-2 4 4 16,1 2 1-16,-1 4 0 0,0 2-1 0,-1 2 0 15,1 0 0-15,-2 3 0 0,3 1-1 0,0 1-1 16,0 1 0-16,0 0 0 0,1 0-14 0,-2 0-2 16,1 1-1-16,-2 0 0 0,0 3-14 0,-1 0-8 15,0-1 10-15,-1 2-10 0,-1 3 0 0,-2 0 0 16,0 2 0-16,0-1 0 0,0 1 0 0,1 0-12 16,1 2 12-16,0-2-10 0,0-1 2 0,2 0 0 0,1-1 0 0,0-3 0 15,1 1 8-15,0 0-10 16,1-2 10-16,1-3-10 0,1 0-2 0,0 1-1 0,-1-4 0 0,2 1 0 15,0 0-14-15,2-3-2 0,2-1-1 0,2-5 0 16,3 2 1-16,4-3 0 0,3-4 0 0,2 1 0 16,0-1 29-16,2 2 0 0,-1 0-8 0,0 3 8 15,1 2 18-15,-1 2 6 0,-2-1 2 0,1 4 0 16,-3-1 14-16,1 4 4 0,3 0 0 0,-1 1 0 16,-1 3-6-16,3 1-1 0,1 1 0 0,2 4 0 15,1-3-5-15,-2 2 0 0,-1 0-1 0,2 1 0 16,-2-3-15-16,-1 4-4 0,0-1 0 0,-2 0 0 15,-3-1-12-15,-1 0 0 0,-3-2-9 0,-2-1 9 16,-4-2-125-16,-2 2-19 0,-2 0-4 0</inkml:trace>
  <inkml:trace contextRef="#ctx0" brushRef="#br0" timeOffset="7215.63">20951 10115 576 0,'-9'-4'25'0,"3"2"6"0,0-2-31 0,2 4 0 0,3-2 0 0,1 2 0 15,0 0 142-15,-1-4 22 0,-2 0 5 0,1-2 1 0,-1 0-118 0,1 0-23 16,1-3-5-16,-2 3 0 0,2 0 4 0,-2 0 0 16,1 2 1-16,-3-2 0 0,0 2 8 0,-2-2 2 15,-1 2 0-15,-2 2 0 0,-2-1 4 0,0 2 1 16,-1 5 0-16,1-2 0 0,-1 2-3 0,1 2 0 16,0 1 0-16,1 2 0 0,1 0-19 0,1 1-4 15,2 2-1-15,0 0 0 0,0 6-8 0,2 0-1 16,1 7-8-16,1 1 12 0,0 5-1 0,2-1-1 15,1 3 0-15,-3-1 0 0,2-1 9 0,0-3 1 16,-1 5 1-16,0-2 0 0,0 1-10 0,-2 0-3 16,2-1 0-16,-1-5 0 0,1-2-8 0,2-1-11 15,0-4 3-15,1 0 0 0,1-4-17 0,1-5-3 16,2 0-1-16,-1-4 0 0,-1-2 6 0,1-2 2 0,-2-1 0 0,2-1 0 16,-1-1-22-16,-1-1-4 0,1 0-1 0,-2-3 0 31,0 2-105-31,0-6-22 0,-2-2-4 0</inkml:trace>
  <inkml:trace contextRef="#ctx0" brushRef="#br0" timeOffset="7405.6">20619 10390 1490 0,'-25'6'66'0,"6"0"14"0,3-1-64 0,5 0-16 0,5-1 0 0,3-2 0 16,1 4 98-16,-5 1 17 0,-1 2 3 0,-2 5 1 15,4 1-81-15,3 3-16 0,6-2-3 0,2 1-1 16,5-1-6-16,1 0-2 0,4-1 0 0,-1-2 0 0,4 2-2 15,-1-4 0-15,0 0 0 0,3 2 0 0,-1-2-8 0,0 0-11 16,0-4 3-16,2-1 0 16,2-3-116-16,6-3-22 0,6-5-5 0,4-9-594 15</inkml:trace>
  <inkml:trace contextRef="#ctx0" brushRef="#br0" timeOffset="8216.62">18613 10282 1728 0,'-13'4'153'0,"5"2"-122"0,-1 0-31 16,3 0 0-16,1 1 64 0,1-4 8 0,-1 6 0 0,-4 5 1 0,-5 5-52 15,-7 10-10-15,-3 4-3 0,-3 2 0 0,2-3-8 0,-1-1 10 16,3-1-10-16,-2-3 10 0,4-4-10 0,0-2 0 16,4-1 0-16,2-4 8 0,1-1-8 0,2-3 0 15,2-2 0-15,0 0 0 0,1-1 0 0,1-3-14 16,-1 4 3-16,2-4 1 0,2 0-36 0,-1-1-7 16,3 0-2-16,-2-1 0 15,0 2-111-15,1-4-22 0,2 0-5 0</inkml:trace>
  <inkml:trace contextRef="#ctx0" brushRef="#br0" timeOffset="8438.79">18279 10640 633 0,'0'0'56'0,"0"0"-44"15,0-3-12-15,0 3 0 0,0 0 230 0,0 0 44 16,0 3 9-16,0-3 1 0,0 0-147 0,1 1-29 16,-1 1-7-16,0-2-1 0,0 0-56 0,0 0-12 15,-1 20-3-15,-2-9 0 0,0 5-21 0,-4 4-8 0,0 5 0 0,-3-1 9 16,-2 5-9-16,-2-1 8 0,2 2-8 0,-2 1 8 15,-1-3-8-15,2 1-9 0,2-7 9 0,3-6-13 16,4-3 13-16,6-7 0 0,4-4 0 0,5-2 0 16,3-2-9-16,7-7 1 0,8-5 0 0,7-7 0 15,5-5-2-15,5-2 0 0,-1-4 0 0,9-6 0 16,4 0-20-16,7-2-4 0,4 1-1 0,-3 1-845 16</inkml:trace>
  <inkml:trace contextRef="#ctx0" brushRef="#br0" timeOffset="9165.81">23028 9961 1267 0,'-8'2'112'0,"1"-2"-89"0,3 1-23 0,2-1 0 0,2 3 159 0,-2-3 27 16,-4 2 6-16,-2 0 0 0,-3 2-139 0,-1 0-28 16,1-1-5-16,-1-2-2 0,3 1-18 0,0 2 0 15,0-4 0-15,-1 3 0 0,2-2 0 0,-3 1-11 16,-1 2 11-16,0 5-10 0,-2-2 10 0,-3 5 0 16,-1 7-9-16,-2-1 9 0,0 7 0 0,-1 5 0 15,0 7 0-15,-1 1 0 0,-1 4 0 0,2-1 0 0,2 2 0 16,1-4 0-16,4 2 8 0,1-3-8 0,1 0 0 15,2 2 8-15,1-7-8 0,2 1 0 0,2-8 0 0,0-4 0 16,1-4-18-16,1-4 4 0,0-3 1 0,1-5 0 16,0-2-27-16,0-4-6 0,1 0-1 0,-2-4-504 15,2-2-101-15</inkml:trace>
  <inkml:trace contextRef="#ctx0" brushRef="#br0" timeOffset="9365.23">22532 10406 1267 0,'-6'0'112'0,"0"1"-89"0,1 2-23 0,0-1 0 16,3 2 157-16,0-2 27 0,1 4 6 0,-2 4 1 16,-2 4-132-16,-3 8-27 0,0 7-4 0,-1 8-2 15,0-2-26-15,2 5 0 0,2-4 0 0,2-1 0 0,5-7-15 0,1-7 2 16,6-5 0-16,3-6 0 0,6-4-10 0,5-8-1 16,6-2-1-16,4-6 0 0,3-6-13 0,8-3-2 15,6-5-1-15,2-2 0 16,0 1-38-16,-2-3-7 0,1-1-2 0,2-3-603 15</inkml:trace>
  <inkml:trace contextRef="#ctx0" brushRef="#br0" timeOffset="9617.44">24015 10131 921 0,'-6'0'82'0,"0"0"-66"0,2 3-16 0,2-2 0 16,-1 1 280-16,-1 1 52 0,-2 1 10 0,-5 3 2 15,-5 5-274-15,-3 6-55 0,-2 5-15 0,-2 8 0 16,1 4 0-16,-3 6-13 0,0 3 1 0,0 3 1 16,2 1-33-16,1-1-8 0,-1-2 0 0,4 2-1 31,0-1-36-31,3-7-7 0,2-7-2 0,5-9 0 15,1-7-6-15,2-6-2 0,2-6 0 0</inkml:trace>
  <inkml:trace contextRef="#ctx0" brushRef="#br0" timeOffset="9799.68">23591 10495 403 0,'-9'6'36'0,"2"0"-36"0,-2-2 0 0,4 2 0 0,2 0 321 0,1-2 58 15,1 5 11-15,-1 1 2 16,-2 11-295-16,0 5-59 0,2 6-12 0,2 5-2 0,1-3-24 0,4-1-8 15,2-3 0-15,3-6 0 0,4-3 8 0,4-7-13 16,5-2 5-16,4-6 8 0,7-3-25 0,4-10 2 16,2-1 1-16,2-8 0 0,4-7-15 0,2-5-3 15,1 0-1-15,0-5-704 0</inkml:trace>
  <inkml:trace contextRef="#ctx0" brushRef="#br0" timeOffset="11066.25">25326 10266 1872 0,'-3'-2'83'0,"2"2"17"0,2-3-80 0,-1 2-20 0,0 1 0 0,2 1 0 0,-2 2 22 0,1-2 1 15,0 4 0-15,0-2 0 0,1 6-12 0,-2 3-3 16,-3 5 0-16,-1 0 0 0,-1 5 15 0,0 3 2 15,-1 6 1-15,0-3 0 0,0 7-17 0,0-1-9 16,0 1 10-16,1-2-10 0,-2-2 0 0,2-3 0 16,1-5 0-16,-1-4 0 0,1-3-14 0,-1-6-2 0,2-2-1 0,1-2 0 15,1-4-39-15,-2-2-7 0,3-2-1 0,-1 0-1 32,0-2-109-32,0-2-22 0,-1 0-4 0,0 0-396 0</inkml:trace>
  <inkml:trace contextRef="#ctx0" brushRef="#br0" timeOffset="11232.81">25155 10637 1076 0,'3'-6'48'0,"-2"2"9"0,1 0-45 0,0 2-12 0,-1 2 0 0,0 0 0 16,2 0 99-16,-1 0 17 0,4 0 4 0,0 0 1 15,3 2-22-15,-2 2-5 0,1 6-1 0,-2 2 0 16,0 7-48-16,-2 7-9 0,-2 9-3 0,-2 7 0 16,-2 5-23-16,-2 6-10 0,-1 4 8 0,3-4-8 15,2-2 0-15,4-13 0 0,5-10-14 0,9-12 5 0,8-13-35 16,10-13-8-16,9-9 0 0,10-15-763 15</inkml:trace>
  <inkml:trace contextRef="#ctx0" brushRef="#br0" timeOffset="11633.95">27203 10337 288 0,'0'0'25'0,"0"0"-25"0,1 0 0 0,0 0 0 16,1 0 381-16,-1 2 71 0,3-1 15 0,0 2 2 16,3 0-360-16,0 4-72 0,2-1-14 0,-3 0-3 15,0 0-2-15,-1 2 0 0,-1 0 0 0,-2 2 0 16,2 3-18-16,-3-1 10 0,0 4-10 0,-1 2 8 16,2 2-8-16,-1 5 0 0,-1 1 0 0,0 1 0 0,-1-1 0 15,1-1 0-15,0 0 0 0,1-6 8 0,-1 0-16 16,4-7-4-16,1-2-1 0,0-4 0 0,2-4-30 0,2-4-5 15,-1 0-2-15,1-2 0 16,0-2-140-16,-2 0-28 0,-1-3-6 0</inkml:trace>
  <inkml:trace contextRef="#ctx0" brushRef="#br0" timeOffset="11815.57">27186 10617 345 0,'-8'0'15'0,"2"1"4"0,0 2-19 0,2-3 0 15,2 2 0-15,0-2 0 0,0 2 278 0,-2 1 52 16,-2 2 10-16,-3 3 3 0,1 3-236 0,-2-1-47 15,2 0-10-15,2 0-2 0,1 2-20 0,2-2-4 16,1 2 0-16,5 1-1 0,3-1-23 0,3-2 9 16,4 2-9-16,6-4 0 0,8 0 0 0,8-5 0 0,8-6 0 15,6-7-9-15,5-6-7 0,4-6 0 0,1-3-1 0,0-1 0 32,1-5-156-32,2 0-31 0</inkml:trace>
  <inkml:trace contextRef="#ctx0" brushRef="#br0" timeOffset="12133.75">28941 10345 1152 0,'13'0'102'0,"-6"0"-82"0,1-2-20 0,-3 2 0 15,0 0 132-15,-3 0 23 0,2 2 4 0,1-2 1 16,2 0-116-16,1 4-22 0,-1-4-5 0,-2 4-1 0,-3-2 9 0,-2 2 2 15,-2-2 0-15,-2 2 0 0,-2 2 4 0,0 0 1 16,-2 1 0-16,0 2 0 0,-1 1-24 0,-1 6-8 16,0 5 0-16,0 8 9 0,2 7-9 0,-1 7 0 15,4-1-10-15,0 8 10 0,3 0-31 0,1-2 0 16,1-1 0-16,2 0 0 0,0-5-7 0,1-4-2 16,2-4 0-16,-1-5 0 0,2-3 24 0,-1-4 5 15,0-4 1-15,0-5 0 0,-2-7 20 0,0-2 4 16,-3-2 1-16,-1-4 0 0,-1-2-3 0,-1-6 0 15,-4-2 0-15,-1-7 0 16,-1-3-128-16,-2-7-27 0,1-3-5 0</inkml:trace>
  <inkml:trace contextRef="#ctx0" brushRef="#br0" timeOffset="12399.78">28904 10475 576 0,'0'-9'51'0,"0"3"-41"0,0 5-10 0,-1-2 0 16,1 3 189-16,-1 0 36 0,1 0 7 0,-3 3 2 15,1 1-107-15,-4 2-22 16,-2 0-4-16,-2 4-1 0,-2 2-44 0,0 2-10 0,-1 2-2 0,0-1 0 15,-1 1-29-15,1-4-7 0,0 2 0 0,1-3-8 16,-2-1-11-16,4-4-9 0,3-2-1 0,2-2-1 16,3-2-36-16,0 0-7 0,2 0-2 0,2-2 0 15,1-2 15-15,2-2 2 0,3 1 1 0,0-2 0 16,3 0 36-16,4-1 13 0,1-2-9 0,0 2 9 16,-1 0 0-16,3 2 16 0,0-1-3 0,1 4 0 15,-2-1 15-15,0 4 2 0,-1 1 1 0,0 4 0 0,0-1 17 16,1 2 3-16,-3 0 1 0,1 0 0 0,0 2-3 15,-3 0 0-15,1-1 0 0,-1-1 0 0,-1 0-41 0,0-1-8 16,1 0 0-16,-4-4-877 16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13T17:01:31.9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27343 11098 230 0,'-3'0'10'0,"1"0"2"0,-1 0-12 0,2 0 0 0,1 0 0 0,-1 0 0 15,-1-2 89-15</inkml:trace>
  <inkml:trace contextRef="#ctx0" brushRef="#br0" timeOffset="441.37">27409 10936 1209 0,'2'0'108'0,"-1"-2"-87"0,0 2-21 0,-1 0 0 0,1-3 80 0,1 2 12 15,0-1 3-15,2-2 0 0,-1-1-58 0,2-1-11 16,-1-2-2-16,-1 2-1 0,-2 0-6 0,-1 2-1 16,0-2 0-16,-3 2 0 0,0 2 0 0,-1-2 0 15,-3 2 0-15,0 2 0 0,-1 0 11 0,-1 2 1 16,-1-1 1-16,-2 4 0 0,-2-1 6 0,1 0 1 15,-5 0 0-15,1 0 0 0,0 3 7 0,-3-4 1 16,0 1 1-16,0 0 0 0,0-2-3 0,-2 1-1 16,4 0 0-16,-2 0 0 0,1 1-18 0,0-2-4 15,-1 2-1-15,-2-2 0 0,1 2-8 0,-2 0-2 16,3-2 0-16,1 2 0 0,-1-2-8 0,0-2 0 0,2 2 0 16,1-4 0-16,4 2 0 0,1-2 0 0,-2-2 0 15,2 2 0-15,-1-2 0 0,0 2 0 0,0-2 0 0,0 0 0 16,-3 2 0-16,1-1 0 0,1 2 0 0,-2 1 0 15,1 0 0-15,0 0 0 0,-1 1-9 0,0 2 9 16,0-1 0-16,1-2 0 0,2 4 0 0,-1-2 0 16,2-2-14-16,1 0 4 0,-1-2 1 0,3 2 0 15,0-4-27-15,3 2-4 0,1-5-2 0,1 4 0 32,0-3-105-32,3-3-21 0,1 1-4 0,1 0-626 0</inkml:trace>
  <inkml:trace contextRef="#ctx0" brushRef="#br0" timeOffset="808.81">26808 10700 1098 0,'8'-4'48'0,"-3"2"11"16,-1 2-47-16,-1-3-12 0,0 2 0 0,-2 2 0 0,1-1 91 15,1-1 16-15,1 1 3 0,1-2 1 0,-2 0-10 0,1 2-1 16,-2-1-1-16,0 0 0 0,0 1-36 16,-2 0-7-16,0 0-2 0,1 0 0 0,-1 0-22 0,-1 0-4 15,1 1 0-15,-1-1-1 0,1 0 1 0,0 0 0 16,0 0 0-16,0 0 0 0,0 0-5 0,-21 9-1 15,13-5 0-15,0 1 0 0,-3 1-5 0,-3 0-1 16,2 1 0-16,-3 2 0 0,0 1-4 0,0 0 0 16,0-2-1-16,1 2 0 0,-1 0-11 0,2-1 10 15,2-3-10-15,0 2 10 0,1 0-10 0,1-2 0 16,2 1 0-16,0 0 0 0,-1-1 0 0,2-2 0 16,0 2 0-16,1-1 0 0,1-1 0 0,-1 2 0 0,0-2 0 15,0 2 0-15,-1-3 0 0,0 2 0 0,0 3 0 0,-2-2 0 16,2 3 0-16,-1 1 0 0,1 2 9 15,1-2-9-15,0 0 0 0,2 2 0 0,3 0 0 0,3-2 0 16,2 3 0-16,1-3 0 0,5-2 0 0,3 2 0 16,2 0 0-16,3-1 0 0,4-3 0 0,3 0 0 15,5-1 0-15,1 0-8 0,1-1 8 0,3-2 0 16,0-4-32-16,2 2-2 0,-2-4 0 0,0-1-666 16,0 0-134-16</inkml:trace>
  <inkml:trace contextRef="#ctx0" brushRef="#br0" timeOffset="6875.29">26703 12504 57 0,'-3'-2'0'0,"0"-2"0"16,2 4 0-16,1 0 0 0,-3 0 332 0,2 1 62 15,-1-1 12-15,-1 0 2 0,-4 3-230 0,2-3-46 0,-1 6-10 0,2 1-2 16,0 6-57-16,2 5-12 0,-1 5-3 0,2 5 0 15,0 7-27-15,-2 5-5 0,0 5-2 0,-1 6 0 16,0-1-14-16,-2 0 8 0,0 1-8 0,-2-3 0 16,1-4 0-16,1-7 0 0,2-4 0 0,3-9-10 15,0-6-10-15,1-4-1 0,1-5-1 0,1-1 0 16,0-8 2-16,0-4 0 0,2-2 0 0,1-7 0 16,3-7-11-16,0-7-1 0,2-7-1 0,0-7 0 15,2-7-139-15,-1-6-28 0,-1-4-6 0,1-4-1 16,0 1 38-16,-2-2 7 15,-2 6 2-15,0 6 0 0,-3 5 107 0,1 10 21 0,0 4 5 0,0 10 1 16,0 7 154-16,-2 5 30 0,-1 7 6 0,1 3 2 16,-2 3-48-16,0 1-10 0,-1 2-1 0,0 3-1 0,1 2-7 0,1 4-2 15,1 7 0-15,0 0 0 0,1 3-33 0,-1 3-8 16,1 1 0-16,-2-1-1 0,-2 1-25 0,3-3-5 16,-2 0-1-16,-1-2 0 0,0 1-10 0,0-5-2 15,1-1-1-15,2-5 0 0,-1-4-11 0,4-4 0 16,2-2 0-16,3-8 0 0,3-2 0 0,4-10 0 15,6-6-12-15,4-7 12 0,4-8-41 0,4-3-1 16,2-5 0-16,1-3 0 16,0-2-49-16,-3 3-9 0,-4 5-3 0,-3 5 0 0,-4 3 32 0,-7 10 7 15,-6 6 0-15,-5 8 1 0,-5 6 71 0,-3 5 13 16,-5 5 3-16,-4 3 1 0,-5 2 63 0,-2 6 12 16,-2 7 2-16,-2 3 1 0,0 2-16 0,-2 5-3 15,-2 6-1-15,-1-1 0 0,1 2-25 0,3-5-5 0,3-5-1 16,4-5 0-16,3-8-28 0,5-4-7 0,3-5-1 0,4-7 0 15,1-2-32-15,3-5-8 0,3-2 0 0,2-3-1 32,3-5-57-32,3-3-11 0,1-2-3 0,3-5 0 15,2-1-98-15,1-2-20 0,2 3-4 0,-1 0-1 16,-1 5-18-16,1 4-4 0,1 4-1 0,-1 0 0 0,-1 2 170 0,-2 1 33 0,-1 2 7 0,0 0 2 16,1 1 129-16,-3 0 25 0,-2 2 6 0,-3-2 1 15,-2 4 48-15,-1 2 9 0,-4 0 3 0,-3 2 0 16,0 2-32-16,-2 2-7 0,-2 4 0 0,0 0-1 15,-2 6-36-15,-2 1-7 0,-2 5-2 0,1 4 0 16,-2 0-53-16,2 3-10 0,0-2-3 0,2-1 0 16,1-1-40-16,1-2 0 0,1-2 0 0,2-2 0 0,1-2-38 15,2-2-10-15,2-1-1 0,1-3-1 16,2-1-130-16,4-4-27 0,1-2-5 0,1-4 0 16,1-4 81-16,2-6 17 0,3-2 3 0,1-5 1 15,1-5 26-15,3-6 4 0,4-6 2 0,2-1 0 0,1-6 66 0,1-3 12 16,-1 5 0-16,-1-2 0 0,-2 4 80 0,-4 2 10 15,-5 3 2-15,-5 6 0 0,-4 3 50 0,-4 5 10 16,-2 6 3-16,-2 2 0 0,-3 5-50 0,-2 4-9 16,0 5-3-16,-3-1 0 0,0 6-33 0,-2 5-8 15,-2 4 0-15,-2 7-1 0,1 7-34 0,-2 5-6 16,-2 4-2-16,3 1 0 0,0 3-9 0,2-2 12 16,5-2-12-16,4-6 12 0,7-6 24 0,4-11 6 15,5 1 1-15,7-9 0 0,4 0-10 0,7-8-1 16,3-2-1-16,4-8 0 0,3-2-15 0,2-6-2 0,2-7-1 0,-1-4 0 15,-1-1-70-15,-3-2-15 0,1-1-2 0,-7 0-990 16</inkml:trace>
  <inkml:trace contextRef="#ctx0" brushRef="#br0" timeOffset="7180.18">26287 13444 115 0,'-3'-2'10'0,"3"0"-10"0,1 0 0 0,3-2 0 0,2 4 376 0,3-5 72 16,6-2 16-16,12-6 2 0,15-6-293 0,19-9-58 15,15-1-12-15,16-5-3 0,10 2-41 0,8 1-9 16,2 3-2-16,5 2 0 0,4 0-36 0,-3 4-12 16,-7 6 8-16,-2 3-8 0,1 1 0 0,-5 3 0 15,-5 6 0-15,-1-1 0 0,0 4-10 0,3 0-2 16,4 0-1-16,0 0 0 16,-2 0-86-16,10 0-17 0,10-3-3 0</inkml:trace>
  <inkml:trace contextRef="#ctx0" brushRef="#br0" timeOffset="10108.77">27366 6487 345 0,'3'-4'31'0,"-1"1"-31"16,-2 0 0-16,1 2 0 0,1 1 240 0,-1 0 41 15,0-3 9-15,0 0 2 0,3-2-142 0,-3 1-28 16,2 0-6-16,-3 1 0 0,-2 0-5 0,1 1-1 16,-1 0 0-16,-3 0 0 0,0 2-40 0,0 0-8 15,-3-3-2-15,1 2 0 0,-2 1-40 0,-2 0-8 16,0 0-1-16,-4 1-1 0,-1 2-10 0,-2-1 0 16,-6 0 0-16,-3 3-11 0,-3 2-1 0,1 2-1 15,-2-2 0-15,0 3 0 0,0 2 0 0,0 1 0 16,-1 2 0-16,1-4 0 0,1 4 1 0,4-7 1 15,4 2 0-15,3-2 0 0,3-2-49 0,4-4-11 16,3 1-1-16,3-3-1 16,2-3-39-16,3-1-8 0,1 2-2 0,3-2 0 15,0-1 12-15,2-1 2 0,0 1 1 0,1-1 0 0,1 0 58 0,1-5 11 0,2 3 2 0,0-4 1 16,1 2 56-16,0-5 11 0,2 4 3 0,-2-4 0 16,0 3 36-16,0 2 7 0,-1 0 2 0,-1 0 0 15,-1 4-13-15,1 0-3 0,-4 3 0 0,-3 0 0 16,0 0-8-16,-1 3-1 0,-1 3-1 0,-3-3 0 15,1 3-6-15,-4 1 0 0,-4 5-1 0,-4 1 0 16,-1 2-11-16,-4 2-3 0,-4 4 0 0,-1 3 0 16,-2 1-18-16,-2 1-4 0,1-4-1 0,0 2 0 15,5-3-2-15,1-1 0 0,2-6 0 0,6 0 0 16,3-1 5-16,5-2 1 0,2-2 0 0,3-1 0 16,3 1-14-16,3-1 8 0,4 1-8 0,2 0 0 15,4 3 0-15,4-3 0 0,4 0 0 0,2-2 0 0,2-2-24 16,7 0 1-16,2-2 1 0,2-2-657 15,1 2-131-15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13T17:02:24.1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27564 4042 1382 0,'-1'-8'61'0,"-2"1"13"0,1 4-59 0,1-1-15 0,1 0 0 0,0 4 0 16,-2-2 140-16,2-2 26 0,-1-2 5 0,-1-3 1 0,-2-1-102 15,-1-2-20-15,-1 2-4 0,-2-2-1 0,0 3-21 0,-2-1-5 16,0 0-1-16,-2 4 0 0,-2 0-10 0,-2-1-8 16,1 2 12-16,-1 3-12 0,1 0 13 0,-1 2-4 15,-1 0-1-15,-1 0 0 0,1 4-8 0,-3 1 0 16,-1-1 9-16,-1 5-9 0,-1-3 0 0,-2 3 9 15,0 2-9-15,0 0 0 0,1 3 15 0,-1-2-4 16,3 4-1-16,-1 3 0 0,0 3 0 0,-2 3 0 16,0 3 0-16,1 1 0 0,0-1-10 0,2 1 0 15,2 0 0-15,2 0 8 0,3-5-8 0,4-1 0 16,2 1 0-16,4-5 0 0,4 1 0 0,1-4 0 16,3 2 0-16,4 1 0 0,0-2-9 0,3 1 9 15,0-2 0-15,1 2 0 0,3 4 0 0,2 1 0 16,1-1 0-16,-2 0 0 0,0 2 0 0,-2-1 0 0,1-1 0 0,1 2 0 15,1 1 0-15,0-1 0 0,2 2 0 0,1-3 0 16,2-1 0-16,1-1-8 0,5-1 8 0,4-5 0 16,2-4 0-16,1-3-8 0,3-1 8 0,2-7 0 15,1-4 0-15,0 1 0 0,0-5 0 0,-2 0 0 16,-1 0 0-16,-1-2 0 0,2 0 0 0,-3-3 0 16,-3 1 0-16,-4-2 0 0,-2 2 0 0,-3 0 0 15,-5-3-38-15,-3 1-1 0,-1 4 0 0,-3-2 0 16,-4 0-47-1,1 2-10-15,-1-3-1 0,-1 4-1 0,0-4-96 0,-3 3-19 0,1-1-4 0</inkml:trace>
  <inkml:trace contextRef="#ctx0" brushRef="#br0" timeOffset="316.86">27871 4554 1040 0,'1'6'46'0,"-1"-2"10"0,0-4-45 0,0 0-11 0,1 0 0 0,-1 3 0 0,0-3 93 16,1 1 17-16,1 4 3 0,0-2 1 0,1 0-46 15,-1 1-10-15,0 2-2 0,0-2 0 0,0 2-15 0,-1-3-3 16,-1 4-1-16,0 1 0 0,0 2-5 0,0-2 0 15,-2 3-1-15,1-1 0 0,-1 0-12 0,2-2-3 16,2 0 0-16,1 0 0 0,2-2-16 0,2-2 0 16,2-1 8-16,4-3-8 0,3-3 0 0,2-1 0 15,5-1 0-15,1-2 0 0,4-5 0 0,-1-1 0 16,1 0 0-16,-1-3 0 0,-1 1 10 0,-1-5-10 16,0 4 8-16,-3 1-8 0,-1-3 18 0,-4 1-2 15,-2-1 0-15,-2 1 0 0,-5 4 25 0,-3-3 5 16,-2 4 1-16,-2-1 0 0,-5-1 20 0,1 1 4 15,-1 2 1-15,-1-1 0 0,0 2-24 0,-4 1-4 0,-2-1 0 16,-1 2-1-16,-4 0-34 0,0 2-9 0,-2 0 0 0,-3 0 0 16,0-1-12-16,-2 1-6 0,-1 3-2 0,1 0 0 15,3-1-32-15,0 2-6 0,3-1-2 0,2 2 0 32,4 1-70-32,2-2-14 0,3 2-4 0,4-1-742 0</inkml:trace>
  <inkml:trace contextRef="#ctx0" brushRef="#br0" timeOffset="683.71">28553 3904 518 0,'-2'-4'23'0,"-1"0"5"0,2 2-28 0,0-2 0 16,1 2 0-16,0 2 0 0,-1-4 153 0,1-1 26 16,0 0 5-16,0-4 0 0,0 1-63 0,0 0-13 15,1-2-2-15,0 4-1 0,0 0-9 0,2 0-3 16,-2 3 0-16,1 2 0 0,2-1-19 0,0 2-4 16,2 0-1-16,1 2 0 0,5 2-27 0,1 0-6 15,5 4 0-15,1-2-1 0,6 1-11 0,3 0-3 16,5 2 0-16,-1-3 0 0,0-2-13 0,3-2-8 15,-1-1 8-15,1-1-8 0,2 0 0 0,-2-1 0 0,0 1 0 16,-1-2 0-16,-2 2 0 0,-1 0 0 0,-3 0-10 0,-2 0 10 16,-1-3-13-16,-3 6 4 0,-3-6 1 0,-4 3 0 15,-4-1-24-15,-4 1-5 0,-4 0-1 0,-3 0 0 32,-3-3-147-32,-3 3-30 0</inkml:trace>
  <inkml:trace contextRef="#ctx0" brushRef="#br0" timeOffset="851.05">29047 3951 806 0,'-5'6'72'0,"0"-2"-58"0,1 2-14 0,2-2 0 16,-1 0 204-16,2 3 37 0,1-1 8 0,-3 5 2 15,1 10-145-15,-2 7-29 0,-1 7-5 0,4 10-2 16,-2 2-39-16,2-2-8 0,0 1-2 0,1 2 0 16,0-1-21-16,1 0 8 0,-1-2-8 0,0-1 0 0,0 3-13 0,0-2-7 15,0-4-2-15,0-3-865 16</inkml:trace>
  <inkml:trace contextRef="#ctx0" brushRef="#br0" timeOffset="1233.92">26865 5367 1944 0,'-5'1'86'0,"4"1"18"0,1-2-84 0,3 3-20 0,0-3 0 0,3 1 0 15,3-1 36-15,5 0 4 0,9 0 0 0,12-1 0 16,11-2 8-16,11 0 3 0,6-4 0 0,3-1 0 15,4 0-31-15,1-4-7 0,6 0-1 0,3-2 0 16,3 3-12-16,4-1 0 0,4 0 0 0,2 0 0 16,2 0 0-16,0-1 0 0,1 1 0 0,0 2 0 15,1 4 0-15,-3 0 0 0,0 2 0 0,3 0 0 16,6 4 0-16,-2-2 0 0,-2 4 0 0,1 0 0 0,5 0 0 0,-1-2 0 16,-1 4 0-16,-5-2 0 0,-4 2 0 0,-3 2 0 15,2 0 0-15,-7 4-10 16,-6 3-101-16,-4 3-20 0</inkml:trace>
  <inkml:trace contextRef="#ctx0" brushRef="#br0" timeOffset="30900.07">28974 6283 576 0,'2'-6'51'0,"1"0"-41"0,-2 3-10 15,0 3 0-15,-1-2 179 0,1 0 33 16,2-4 8-16,2-2 0 0,1-2-72 0,0-4-14 0,-1 2-3 0,0-1-1 16,-1 3-34-16,-1-1-6 0,0 4-2 0,-1-2 0 15,0 3-32-15,-2-1-8 0,0 0 0 0,-3 4-1 16,-1-3-25-16,-2 3-5 0,-4-1-1 0,-2-1 0 15,-4 4-16-15,-4 2 0 0,-2 2 0 0,-5 3 0 16,-4 3-17-16,-3 1-4 0,-2 2-1 0,1 4 0 16,0-4 8-16,3 2 2 0,3 1 0 0,2-4 0 15,4 1 12-15,3 0 0 0,5-3-10 0,1-1 10 16,5 1 0-16,1-3 0 0,3 0-9 0,1-2 9 16,3 2 0-16,1 0 0 0,3 0 0 0,0 4 0 15,2-1-11-15,3 1 11 0,4-1-10 0,3 4 10 0,2-3-12 0,4 0 3 16,3 1 1-16,1-1 0 0,3 0-1 0,0-1 0 15,0 1 0-15,-2-1 0 0,-2 0 9 0,-1-4 0 16,-2 3-9-16,-2-2 9 0,0 3 0 0,-3-2 0 16,-1 2 0-16,-3-3 0 0,-1-1 0 0,-1 1 0 15,-1 3 0-15,-2-3 0 0,1 0 0 0,-2 4 0 16,-2-6 0-16,-3 2 0 0,-1-1 14 0,-1 0-2 16,-3 1-1-16,-2 1 0 0,-3-3 14 0,-3 3 3 15,-4 0 1-15,-5 3 0 0,-4 1-14 0,-7 3-3 16,-3 1-1-16,-4-2 0 0,-1 2-19 0,2-1-4 15,2-2-1-15,4 0 0 0,3-2-25 0,7-4-5 16,6-3-1-16,5-3 0 16,5-3-83-16,3-3-17 0,7-2-3 0,3-6-653 0</inkml:trace>
  <inkml:trace contextRef="#ctx0" brushRef="#br0" timeOffset="31217.34">29486 6044 1778 0,'-4'-1'79'0,"0"1"16"0,2 0-76 0,0 0-19 0,2 0 0 0,0 0 0 15,2 0 89-15,-2 0 15 0,0 0 2 0,0 0 1 0,0 1-59 16,0-1-12-16,0 0-3 0,0 0 0 0,0 0-20 0,27 6-4 15,-16-3-1-15,3-1 0 0,2-2-8 0,2 0 0 16,4-2 0-16,3-1 0 0,2 0 0 0,3-1 8 16,0-5-8-16,-1 2 0 0,1 1 0 0,-3 0 0 15,-1-4 0-15,-3 1 0 0,-5 3-27 0,-2 0-4 16,-5-2-1-16,-3 3 0 16,-5 4-132-16,-3 1-26 0,-2 0-6 0</inkml:trace>
  <inkml:trace contextRef="#ctx0" brushRef="#br0" timeOffset="31417.04">29519 6104 1036 0,'-1'3'92'0,"-2"2"-73"15,2 0-19-15,-1 0 0 0,2-1 140 0,-2 0 25 16,2 2 5-16,-2 4 1 0,-1 7-57 0,-2 9-11 16,-1 6-3-16,-1 5 0 0,-1 4-20 0,-3 4-5 0,0 5-1 0,-2 5 0 15,-2 4-46-15,0-2-8 0,1 0-3 0,3-4 0 16,1-1-17-16,2-8 0 0,1-3 0 0,4-4-9 15,1-5-21-15,4-3-4 0,3-4-1 0,0-7 0 16,1-2-14-16,-1-3-3 0,2-3-1 0,-1-4 0 16,-1 0-3-16,1-6-1 0,-1 0 0 0,-1-5 0 31,-1 1-88-31,-1-4-18 0</inkml:trace>
  <inkml:trace contextRef="#ctx0" brushRef="#br0" timeOffset="31601.07">29315 6618 979 0,'7'-6'87'16,"1"0"-70"-16,-2 1-17 0,-2 4 0 0,-1-2 128 0,4 1 21 16,2-3 5-16,9-2 1 0,4-4-8 0,4 1-2 15,1 3 0-15,-2 1 0 0,-2 0-57 0,0 1-11 16,-2 1-2-16,-2 0-1 0,1 1-52 0,0-4-10 16,0 1-3-16,0-2 0 15,-1 0-107-15,1-4-22 0,2-1-4 0,2-3-499 16,1 0-100-16</inkml:trace>
  <inkml:trace contextRef="#ctx0" brushRef="#br0" timeOffset="31751.08">29928 6283 172 0,'-2'0'16'0,"1"0"-16"16,-1 1 0-16,2 2 0 0,0-3 360 0,-1 2 68 15,0 2 15-15,-4 2 2 0,-1 6-246 0,-5 4-50 16,-3 8-9-16,-2 7-3 0,0 0-68 0,-3 5-13 0,1 4-4 0,-1 1 0 16,2 0-37-16,-2-3-15 0,2 0 11 0,0-6-11 15,3-4-20-15,2-6-9 0,2-2-3 0,4-5 0 31,3-5-180-31,3-1-36 0</inkml:trace>
  <inkml:trace contextRef="#ctx0" brushRef="#br0" timeOffset="32467.65">30512 5896 2001 0,'-3'-4'88'0,"2"1"20"0,0 0-87 0,0 2-21 15,1 1 0-15,0 0 0 0,0 0 16 0,0 0 0 16,-2 0-1-16,1 0 0 0,-1 0 1 0,2 0 0 15,0 0 0-15,0 0 0 0,-19 11-4 0,14-5-1 16,-1 3 0-16,0-3 0 0,1 0-11 0,0 0 0 16,0 2 0-16,1-3 0 0,-1 1-10 0,2-1-4 15,-1 0-1-15,0-2 0 0,2 0-7 0,-1 1-2 16,1-1 0-16,-1 2 0 0,1-1 8 0,1 0 2 16,-1-2 0-16,1 2 0 0,0-2 14 0,1 2 0 0,0-1 0 15,0-3-9-15,0 3 28 0,-1-3 5 0,1 3 2 0,-1-3 0 16,-1 0 29-16,2 0 5 0,0 1 2 0,0-1 0 15,0 0 6-15,0 0 2 0,0 0 0 0,0 0 0 16,0 0-24-16,0 0-5 0,0 0-1 0,0 0 0 16,0 0-20-16,0 0-4 0,0 0 0 0,0 0-1 15,0 0-4-15,0 0-1 0,0 0 0 0,0 0 0 16,0 0 5-16,0 0 1 0,0 0 0 0,0 0 0 16,0 0 7-16,0 0 1 0,21-6 1 0,-15 2 0 15,2-2-5-15,-2 0-2 0,0-2 0 0,0 2 0 16,-2-3-18-16,0 3 0 0,-2-1 8 0,0 1-8 15,-4-1-10-15,1 1-6 0,-1 0 0 0,-2 0-1 0,-1 0-9 16,-1 2-2-16,-2-1 0 0,-3 1 0 0,0 1 0 16,-1-1 0-16,-1 2 0 0,1-2 0 0,1 4 8 0,0-3 0 15,1 3 1-15,1 0 0 0,3 0 19 0,2-2 0 16,2 1-8-16,1 1 8 0,1-3 0 0,2 1 0 16,1 0 0-16,0 2 0 0,3-2 0 0,2 1 0 15,1 2 8-15,0 1-8 0,3 2 13 0,0-1 0 16,2 0 0-16,2 4 0 0,1-4-1 0,4 3-1 15,2 3 0-15,3-3 0 0,-1 0-11 0,1 2 8 16,3 0-8-16,0-1 8 0,3-1-8 0,0 1 0 16,2-3 0-16,-2 1 0 0,-1-1 0 0,-1-2 0 15,-4-1 0-15,-3 2 0 0,-3-3 0 0,-3 0 0 16,-3 0-12-16,-4 0 12 0,-3 2-23 0,-3-2 3 16,-3 2 1-16,-2 0 0 15,-3 2-77-15,-3-2-16 0,-3 2-4 0,-5 0 0 16,-2 1-120-16,-4 1-24 0</inkml:trace>
  <inkml:trace contextRef="#ctx0" brushRef="#br0" timeOffset="32666.79">30685 6018 172 0,'-7'3'16'0,"4"-2"-16"0,3-2 0 0,-2 2 0 0,2-1 336 0,0 0 65 0,-2 3 13 0,1-1 2 15,-1 2-193-15,-1-1-39 0,1 4-8 0,-1-1-2 16,2 2-81-16,-1 2-16 0,0 3-3 0,2-1-1 16,-1 4-50-16,0 0-11 0,0 3-1 0,-1 3-1 15,1 4-10-15,0 2 0 0,-2 1 0 0,-1 2 0 16,-3 3 0-16,1 5 0 0,-3-1 8 0,3 0-8 15,-2 3-47-15,-1 3-11 0,0 0-2 0,2-3-1 16,2-5 9-16,1-5 1 0,3-5 1 0,1-4 0 16,4-6-56-16,-1-4-11 0,5-3-3 0,-1-3-461 15,1-5-93-15</inkml:trace>
  <inkml:trace contextRef="#ctx0" brushRef="#br0" timeOffset="33050.24">31636 5807 230 0,'1'0'20'0,"-1"0"-20"0,0 0 0 0,0 0 0 15,0 0 316-15,0 0 60 0,0 0 11 0,0 2 2 16,0-2-244-16,-1 0-49 0,0 0-9 0,1 0-3 16,0 0-12-16,0 0-2 0,0 0-1 0,-21 16 0 15,13-12-6-15,0 2-2 0,-2 3 0 0,-3 3 0 16,1-1-20-16,-5 7-4 0,-2 4-1 0,-4 6 0 16,0 5-12-16,-1 7-4 0,-2 7 0 0,-3 8 0 15,-3 8-6-15,-3 4-2 0,-2 2 0 0,0 6 0 16,-1-2-12-16,-3 10 9 0,-2 9-9 0,-3 2 8 15,2-5-8-15,2-8 0 0,3-2 0 0,3-6 0 16,4-3 0-16,3-7 0 0,3-6-8 0,0-7 8 16,3-10-8-16,2-5 8 0,2-5-10 0,2-5 10 0,4-8-16 15,3-4 2-15,3-4 1 0,3-3 0 16,1-6-124-16,3-4-25 0,2-2-5 0</inkml:trace>
  <inkml:trace contextRef="#ctx0" brushRef="#br0" timeOffset="34317.44">31671 6246 1918 0,'-8'-4'85'0,"3"2"18"0,0-1-83 0,3 2-20 0,3 1 0 0,0-2 0 16,0 0 40-16,2 0 3 0,-1-2 1 0,3-2 0 15,3 0-22-15,2-3-4 0,2 2-1 0,2-2 0 0,2 3 7 16,1-3 0-16,0 2 1 0,2 3 0 0,-1 2-9 0,0-1-1 16,-2 3-1-16,0 3 0 0,0 3 4 0,-2 0 1 15,-1 4 0-15,-2 2 0 0,-1 4-8 0,-2 5-2 16,-2 2 0-16,-2 3 0 0,-4 2-9 0,0 4 0 15,-5 3 0-15,-4 3 0 0,0-3 0 0,-2 2 0 16,-1-3 0-16,-2-1 0 0,2-5 0 0,-3-2 0 16,1-4 0-16,1-1 0 0,-2-5-11 0,0-2-4 15,-1-3-1-15,-1-4 0 16,2 0-90-16,-1-5-18 0,1-1-4 0,0-2-776 0</inkml:trace>
  <inkml:trace contextRef="#ctx0" brushRef="#br0" timeOffset="34483.9">31568 6502 806 0,'6'-13'36'0,"-2"4"7"0,-2 2-35 0,1 4-8 16,-1 0 0-16,-1 3 0 0,2 0 255 0,-1-2 49 0,5 1 9 0,-1-2 3 16,2 3-195-16,0 0-38 0,-1 6-8 0,-1 3-2 15,1 2-31-15,-4 8-6 0,0 5-2 0,-2 5 0 16,0 3-18-16,-1 1-3 0,0 3-1 0,0-1 0 16,0-4-24-16,0-3-6 0,2-2-1 0,0-4 0 15,0-3-37-15,1-3-8 0,1-4-2 0,-3 1 0 31,3-3-158-31,-4-3-31 0</inkml:trace>
  <inkml:trace contextRef="#ctx0" brushRef="#br0" timeOffset="34634.04">31616 6800 460 0,'11'-16'20'0,"-2"6"5"0,1 1-25 0,-3 4 0 0,-1 5 0 0,-2 0 0 16,0 2 232-16,3 0 42 0,8 2 8 0,5 4 2 0,2 5-108 15,0 3-22-15,-1 4-4 0,-2 1-1 0,1 1-57 0,-4-2-11 16,-1-1-2-16,0-4-1 0,-1-1-69 0,1-3-9 15,0-5-11-15,2-2-666 16,1-4-134-16</inkml:trace>
  <inkml:trace contextRef="#ctx0" brushRef="#br0" timeOffset="35067.91">32457 5996 172 0,'4'-2'8'0,"-3"2"1"0,-1 0-9 0,1 0 0 0,-1 2 0 0,0-2 0 16,1 0 472-16,-1 0 93 0,0 3 19 0,-1 3 3 15,0-3-406-15,-2 4-81 0,0 3-16 0,-3 2-3 16,-2 6-49-16,1 2-9 0,-3 6-3 0,-1 3 0 16,-3 4-20-16,1 2 0 0,-2 3 0 0,1 0 0 15,2-1 0-15,2 2-15 0,1-3 4 0,3-2 1 16,2 0-8-16,2-5-2 0,3 0 0 0,3-3 0 16,1-3 7-16,3-1 1 0,2-5 0 0,3-1 0 0,1-3 12 15,3 0 0-15,1-4 12 0,2 0-12 0,2 0 31 0,2-3-1 16,-1 1 0-16,2 0 0 0,-4-5 18 0,1 2 3 15,3-2 1-15,0-1 0 0,-2 2-17 0,-1-3-3 16,-1 0-1-16,-3 0 0 0,-2 0-19 0,-3 0-3 16,0-3-1-16,-5 3 0 0,0-1-21 0,-3 1-5 15,-3-2-1-15,-1 2 0 16,-2-3-129-16,-3 2-25 0,1 1-6 0</inkml:trace>
  <inkml:trace contextRef="#ctx0" brushRef="#br0" timeOffset="36451.03">28861 7583 576 0,'-2'0'25'0,"0"0"6"0,2 0-31 0,0 0 0 0,2 0 0 0,-2 0 0 16,1-3 188-16,1 3 32 0,1 0 7 0,2-2 1 15,0 0-100-15,1 2-20 0,0-2-4 0,1 2-1 16,0 0-21-16,1-1-4 0,0 1-1 0,2-3 0 16,0 3-28-16,2-2-5 0,0 1-2 0,3-2 0 15,1-3-22-15,3 0-4 0,-1 0 0 0,6-2-1 16,2-1-6-16,3 0-1 0,5-1 0 0,3-3 0 16,5 3-8-16,1-1 0 0,2 1 9 0,0 1-9 15,2 0 0-15,-2 1 0 0,1 0 0 0,0 0 0 0,0 6 0 0,1-2 0 16,0 5 0-16,-2 2 0 0,-4-3 0 0,0 2 0 15,1 0 0-15,0 0 0 0,-2 1 8 0,1-2 4 16,3 1 1-16,-1 1 0 0,3 0 3 0,1-1 0 16,1 0 0-16,-1 1 0 0,-3-3-3 0,1-3 0 15,-2 3 0-15,0-4 0 0,2 1 0 0,-2-2 0 16,-2 1 0-16,0 0 0 0,3 2-1 0,0-1-1 16,0 2 0-16,-1 1 0 0,-3 0 0 0,-2-2 0 15,-2 2 0-15,-2 0 0 0,-2 0 7 0,-1-3 2 16,-3 3 0-16,2 0 0 0,-1 3-5 0,2-3-1 15,0 2 0-15,3-2 0 0,-2 0-14 0,1 0 0 16,2-2 0-16,-1-2 0 0,0-1 0 0,-2 0 0 16,1-1 0-16,-1 0 0 0,-1 0 8 0,0-1-8 15,-1 4 0-15,0 0 0 0,-2 3 11 0,-2 0-11 0,-1 0 12 0,-4 3-12 16,0-2 20-16,0 1-4 0,-1 2 0 0,-2 2 0 16,2-2-16-16,-1 1 10 0,-1 1-10 0,1-1 8 15,-2 0-8-15,0-1 0 0,2-2 0 0,-2 2 0 16,-1-4 0-16,1 0 0 0,1 0 0 0,-3 0-11 15,-2 0 11-15,1 0 0 0,-2 0 0 0,-2 0 0 16,0 0 12-16,-3 0-3 0,0 2 0 0,-2-2 0 16,-3 2 3-16,0 0 0 0,1-2 0 0,-3 3 0 15,-1-2-12-15,-1 1 0 0,0-1 0 0,-2 2-11 16,1 1-19-16,-4 1-4 0,1-2-1 0,-4 0 0 16,-1 3-151-16,-2-1-30 0</inkml:trace>
  <inkml:trace contextRef="#ctx0" brushRef="#br0" timeOffset="37067.94">30811 8212 979 0,'-7'7'87'0,"1"0"-70"16,2-2-17-16,3-4 0 0,1 1 204 0,-2-2 36 15,-1 4 8-15,-4 2 2 0,0 3-154 0,0-3-32 0,-1 0-5 16,3-6-2-16,2 0 1 0,0-2 0 0,2-4 0 0,0-2 0 16,-3 0-24-16,1-5-5 0,1 0-1 0,-1-2 0 15,2-4-14-15,0-1-3 0,1-2-1 0,0-3 0 16,0-3-10-16,0-1 8 0,0-3-8 0,1 0 8 15,0 1-8-15,2 3 0 0,-2-1 0 0,-1 3 0 16,1 3 0-16,-1 3 0 0,0 4 0 0,-2 1 0 16,-1 4 0-16,1 5 0 0,-2 0 0 0,1 0 12 15,0 6 4-15,1-3 2 0,-3 2 0 0,1 1 0 16,0-1 1-16,-1 1 0 0,2 1 0 0,-1 0 0 16,0 2-4-16,2 0-1 0,-2-3 0 0,0 3 0 15,2 0-14-15,-1 0 0 0,1-2 0 0,1 2 0 0,-2-1-8 16,1 2-2-16,0 2 0 0,0-2 0 0,0 2-1 15,-2 0 0-15,0 0 0 0,0 2 0 0,-1 0 3 0,1-1 0 16,-1 1 0-16,0 0 0 0,1 0-20 0,0-4-3 16,3-2-1-16,0-2 0 15,3-2-36-15,2-2-8 0,2-4-2 0,4-2 0 16,2-3-10-16,3-3-1 0,1 0-1 0,2 0 0 0,1-1 58 0,0 3 12 16,-1 2 3-16,1 2 0 0,-4 4 65 0,-2 2 12 15,-3 2 4-15,0 2 0 0,-1 2 35 0,1-1 7 16,-2 4 2-16,2-1 0 0,-1 2-21 0,0 0-4 15,-1 0-1-15,1 1 0 0,0-2-21 0,0 1-4 16,1 0-1-16,2-1 0 0,-3-1-22 0,3-1-5 16,1 2-1-16,-2-1 0 0,0-4-16 0,1 1-3 15,-3 2-1-15,0-3 0 0,-3 0-8 0,-1 0 0 16,-2 2-12-16,-2-2 12 16,-1 0-96-16,-1 1-12 0,-1 4-3 0,-4-1-1100 0</inkml:trace>
  <inkml:trace contextRef="#ctx0" brushRef="#br0" timeOffset="41516.74">26957 11124 230 0,'-1'-1'20'0,"-2"-1"-20"15,3-1 0-15,0 3 0 0,-1-1 121 0,0 1 20 16,-1-3 4-16,-1 0 1 0,-2-1-38 0,-1 1-7 0,-2 0-1 16,-1 0-1-16,2 3 9 0,0-2 3 0,-2 1 0 15,2 1 0-15,0-3-15 0,1 3-2 16,1 0-1-16,3-2 0 0,-1 0-48 0,2 2-9 0,2-2-3 0,1 2 0 16,0-3-33-16,2 2 0 0,1 1 0 0,1 0-12 15,3 0 1-15,0 0 1 0,5 4 0 0,2-2 0 16,3 2 10-16,2 2 0 0,2 0 0 0,1-3 0 15,0 4 0-15,1-3 11 0,2 1-3 0,1-1 0 16,-1-1 4-16,1 1 0 0,2-1 0 0,-3-1 0 16,-1-2-12-16,0-2 10 0,1-1-10 0,0 2 10 15,-1-3-10-15,-1-2 0 0,0 0 0 0,-2 0-11 16,0-1 0-16,-4 4 0 0,-1-3 0 0,-2 3 0 16,-1-1 11-16,-2 4-13 0,-2-2 5 0,-1 2 8 0,-2 0-8 0,-1 0 8 15,-1 0 0-15,-1-3 0 0,-2 3-17 16,-2 0 1-16,0-1 0 0,-1 1 0 0,0 0-24 0,-1 0-5 15,-2-2-1-15,0-1 0 16,-2 2-27-16,-3-1-6 0,1 0-1 0,-2 0-592 16</inkml:trace>
  <inkml:trace contextRef="#ctx0" brushRef="#br0" timeOffset="41800.25">27390 11054 576 0,'0'0'25'0,"0"-3"6"0,1 2-31 0,-1 0 0 16,1 1 0-16,0 0 0 0,2-1 185 0,-1 1 31 15,3-4 7-15,3 4 1 0,2-5-140 0,2 1-27 16,1 2-5-16,0 1-2 0,2-2-21 0,0 1-4 16,-1 2-1-16,2 0 0 0,1 2-12 0,-1 1-4 0,2-2 0 0,1 4 0 15,-1-2-8-15,2 0 8 0,-3 2-8 0,2 0 8 16,-1 1 5-16,0-2 1 0,-1-1 0 0,-2 2 0 16,0-1 6-16,-3-3 2 0,-1 4 0 0,-5-4 0 15,2 2-2-15,-4-1-1 0,-1 2 0 0,-2-4 0 16,1 3-2-16,-2 0 0 0,-2 0 0 0,-1 0 0 15,-1 0-9-15,-1 1-8 0,-2-1 12 0,-3 4-12 16,0-1 0-16,-4 0 0 0,-1 0 0 0,-1 4 0 16,-1-1-44-16,0 1-7 0,1-3-1 0,1 4 0 31,1 3-115-31,2-2-23 0,1 0-5 0</inkml:trace>
  <inkml:trace contextRef="#ctx0" brushRef="#br0" timeOffset="42518.51">28207 10941 1522 0,'-7'0'68'0,"2"0"13"0,1 0-65 0,0 0-16 0,3 0 0 0,1 0 0 0,0 3 99 0,-1-3 16 15,-2 2 3-15,1 2 1 0,-1 2-50 0,3 0-9 0,2 0-3 16,1 4 0-16,3-1-39 0,2 2-8 0,0 1-2 16,4 3 0-16,0 1 4 0,2 0 0 0,-1 4 0 0,2 1 0 15,0 4-1-15,-2-3 0 0,1 4 0 0,-2-1 0 16,0-2-11-16,-3 2 0 0,1 0 9 0,-2 0-9 15,-3-3 0-15,-2 0 0 0,0 2 0 0,1-6 0 16,-3-2-17-16,0-1 1 0,0-5 1 0,1-1 0 16,1-3-8-16,0-2-1 0,-2-2-1 0,1-3 0 15,0 1-26-15,-2-4-5 0,0 0 0 0,0-2-1 16,-2-2-35 0,0-2-8-16,-2-4 0 0,-1 2-1 0,0-7-47 0,-1 3-8 0,1-4-3 15,-1 2 0-15,0-5 67 0,1 1 14 0,0-5 2 0,1-3 1 0,1 2 58 16,0-1 17-16,2 1-8 0,0 0 8 0,3 0 20 0,1 2 8 15,0 0 1-15,2 2 1 0,0 1 21 0,0 2 4 16,0 8 1-16,0 3 0 0,0 1 24 0,0 6 4 16,-1 0 2-16,-1 3 0 0,2 0-2 0,0 3-1 15,1-2 0-15,2 4 0 0,2-2-8 0,3 4-2 16,6-1 0-16,3-2 0 0,4-1-34 0,5 0-7 16,1-6-2-16,3 2 0 0,2-1-22 0,0 0-8 15,4-3 0-15,-3 4 9 0,-3 1-9 0,-4-2 0 16,-3 2-12-16,-2 2 12 0,-2 2-14 0,-6 0 5 15,-2 2 1-15,-2 0 0 0,-3 0 8 0,-2 1 16 16,-3 2-4-16,-3 0-1 0,0 2 23 0,-4 0 5 16,-2 1 1-16,0 0 0 0,-5 2-10 0,-1 0-2 15,-3 1 0-15,-2 1 0 0,-2 0-28 0,-2 0 0 0,-3 0 0 16,-3 1 0-16,0 0-20 0,-1-1-11 16,0 0-1-16,-1-1-1 0,1-4-4 0,3-3-1 0,1-2 0 0,1 1 0 15,3-4 13-15,0 0 2 0,-1 1 1 0,1-4 0 16,4 2 0-16,1-1 0 0,2-1 0 0,3 0 0 15,1 0-13-15,2 0-2 0,4 0-1 0,1-1 0 32,3-1-102-32,2-2-20 0,4-2-4 0</inkml:trace>
  <inkml:trace contextRef="#ctx0" brushRef="#br0" timeOffset="42733.91">29374 10782 1778 0,'-2'0'79'0,"-1"0"16"0,1 0-76 0,-1 0-19 0,2 1 0 0,0 1 0 0,0-2 104 0,-1 3 16 15,-1 3 4-15,-2-2 1 0,0 3-57 0,1 2-12 16,3 0-3-16,1 0 0 0,1 1-53 0,3-1 0 16,0 2-13-16,2 0 2 0,0 0-26 0,1 0-6 15,1-1-1-15,-2-2 0 16,1 3-73-16,-2-1-15 0,0 0-4 0,0-2-716 0</inkml:trace>
  <inkml:trace contextRef="#ctx0" brushRef="#br0" timeOffset="42886.99">29330 11200 1728 0,'-4'6'153'0,"0"-2"-122"0,4 1-31 0,0-2 0 16,2-2 76-16,-2 2 10 0,-2 3 2 0,1 4 0 15,0 2-88-15,1 1-32 0,0 0 0 0,0 2 1 32,0-2-156-32,2-4-31 0</inkml:trace>
  <inkml:trace contextRef="#ctx0" brushRef="#br0" timeOffset="107600.62">29918 7176 691 0,'5'-6'61'0,"-1"-1"-49"15,0 4-12-15,-1-3 0 0,0 4 143 0,-1 0 25 16,2-2 6-16,0-1 1 0,3-2-39 0,2-3-7 16,1-3-1-16,-2 1-1 0,0 2-24 0,-2 2-5 15,-2-2-1-15,-1 4 0 0,-1-1-33 0,-1 1-6 16,-1 2-2-16,-1 1 0 0,-1 0-27 0,0 3-5 0,-1 0-2 0,-1 0 0 15,-1 4-22-15,-4 2 0 0,-1 3 0 16,-5 2-8-16,-1 4-14 0,-5 1-2 0,-5 5-1 0,-4 1 0 16,-3 2 2-16,-4 3 1 0,-1-1 0 0,-2-1 0 15,3-3 10-15,2-2 1 0,1-2 1 0,4 1 0 16,3-1 10-16,2-4 0 0,3-2 0 0,2 2 8 16,3-2 4-16,1-1 2 0,2 0 0 0,3-2 0 15,1 0-14-15,3-2 8 0,2-1-8 0,3-3 0 16,2 1 0-16,3-4 0 0,2 0 0 0,2 0 0 15,7-3 0-15,3-1 0 0,5 1 0 0,6-4 0 16,3-2-11-16,3 0 11 0,2 3-10 0,5-3 10 16,1 4 0-16,-1 0 0 0,0 1 0 0,-4 2 0 15,-5 1 0-15,-3 1 0 0,0 1 0 0,-6 1 0 16,-3 1 10-16,-2-2 2 0,-5 2 0 0,-1-1 0 0,-2-1 4 16,0 2 0-16,-1-2 1 0,-2-1 0 0,1 0 4 0,-1 0 1 15,-1-1 0-15,1 1 0 0,-1-3-1 0,-1 2 0 16,0-1 0-16,-3 2 0 15,1-3 4-15,-2 2 1 0,-1-2 0 0,-1 1 0 0,-3 1 15 0,-1-2 3 16,-3 0 1-16,0-2 0 0,-3 0-1 0,-2-4-1 16,0 3 0-16,-2-4 0 0,-1 0-28 0,1-2-6 15,-1-1-1-15,1 1 0 0,0 0-8 0,0-2-9 16,2-1 9-16,-1 2-13 0,1-4-17 0,0 3-3 16,1-2-1-16,1 3 0 0,0 0-21 0,-1 0-4 15,3 1-1-15,-1 2 0 16,0-2-147-16,2-5-29 0</inkml:trace>
  <inkml:trace contextRef="#ctx0" brushRef="#br0" timeOffset="108353.74">29515 7201 2016 0,'-17'22'89'0,"5"-7"19"0,0-2-87 0,5-3-21 16,3-1 0-16,3-3 0 0,1 4 126 0,-2 2 21 16,-2 10 4-16,0 8 1 0,3 5-102 0,3 4-20 15,2-3-4-15,1 3-1 0,1 0-25 0,-1-4 0 16,0 1 0-16,0-5 0 0,-1-3-24 0,0-5 2 16,-2-2 1-16,2-2 0 0,-1-3-34 0,0-6-6 15,1-1-2-15,-2-3 0 16,2-2-25-16,-3-1-4 0,1-5-2 0,2 1-542 15,1-6-108-15</inkml:trace>
  <inkml:trace contextRef="#ctx0" brushRef="#br0" timeOffset="108600.49">29960 7343 1152 0,'4'-3'102'0,"1"2"-82"0,0 1-20 0,-1-2 0 16,-1 2 121-16,4-4 20 0,2 1 4 0,8-3 1 15,1-1-63-15,4-2-13 0,-1 3-2 0,-3-1-1 16,-5 4-10-16,-5-1-1 0,-3 2-1 0,-3 2 0 16,-2 0-3-16,-5 2-1 0,-2 5 0 0,-4-3 0 15,-4 8-1-15,-4-3 0 0,-3 8 0 0,-1-1 0 16,-2 2-31-16,-1 1-7 0,2-2 0 0,2-2-1 0,2 3-36 16,0-5-7-16,2-2-2 0,1 0 0 15,2-1-141-15,0 0-28 0,0-2-5 0,0 0-648 16</inkml:trace>
  <inkml:trace contextRef="#ctx0" brushRef="#br0" timeOffset="108783.63">29643 7141 1717 0,'-7'6'76'0,"2"-1"16"0,3 3-74 0,1-2-18 16,0 0 0-16,2 0 0 0,0 0 68 0,1 7 11 15,3 3 1-15,0 9 1 0,4 1-22 0,1 2-5 16,5 2-1-16,1-6 0 0,2-1-34 0,2-2-7 16,2-4-2-16,1-5 0 15,-1 0-89-15,1-6-17 0,1-1-4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41EB94-622F-47A6-A74E-855A1D601B7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1E6C1-7693-42A5-851A-78E8528EF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8151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69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ctr"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Calibri" panose="020F0502020204030204" pitchFamily="34" charset="0"/>
              </a:rPr>
              <a:t>AIME 2024, America High School Olympic Math</a:t>
            </a:r>
          </a:p>
          <a:p>
            <a:pPr rtl="0" fontAlgn="ctr"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Calibri" panose="020F0502020204030204" pitchFamily="34" charset="0"/>
              </a:rPr>
              <a:t>Math500, Graduate level math problem set by OpenAI</a:t>
            </a:r>
          </a:p>
          <a:p>
            <a:pPr rtl="0" fontAlgn="ctr">
              <a:buFont typeface="Courier New" panose="02070309020205020404" pitchFamily="49" charset="0"/>
              <a:buChar char="o"/>
            </a:pPr>
            <a:r>
              <a:rPr lang="en-US" sz="1800" dirty="0" err="1">
                <a:effectLst/>
                <a:latin typeface="Calibri" panose="020F0502020204030204" pitchFamily="34" charset="0"/>
              </a:rPr>
              <a:t>Codeforces</a:t>
            </a:r>
            <a:r>
              <a:rPr lang="en-US" sz="1800" dirty="0">
                <a:effectLst/>
                <a:latin typeface="Calibri" panose="020F0502020204030204" pitchFamily="34" charset="0"/>
              </a:rPr>
              <a:t> - Competition web, compared to human directly, Percentile</a:t>
            </a:r>
          </a:p>
          <a:p>
            <a:pPr rtl="0" fontAlgn="ctr"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Calibri" panose="020F0502020204030204" pitchFamily="34" charset="0"/>
              </a:rPr>
              <a:t>SWE-Bench Verified,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Github</a:t>
            </a:r>
            <a:r>
              <a:rPr lang="en-US" sz="1800" dirty="0">
                <a:effectLst/>
                <a:latin typeface="Calibri" panose="020F0502020204030204" pitchFamily="34" charset="0"/>
              </a:rPr>
              <a:t>, debug ability, give code and find bugs </a:t>
            </a:r>
          </a:p>
          <a:p>
            <a:pPr rtl="0" fontAlgn="ctr"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Calibri" panose="020F0502020204030204" pitchFamily="34" charset="0"/>
              </a:rPr>
              <a:t>GPQA Diamond -- 448 problems, PHD level, 65% even with PHD students </a:t>
            </a:r>
          </a:p>
          <a:p>
            <a:pPr rtl="0" fontAlgn="ctr"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Calibri" panose="020F0502020204030204" pitchFamily="34" charset="0"/>
              </a:rPr>
              <a:t>MMLU - All subject, human average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707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09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54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>
                <a:solidFill>
                  <a:srgbClr val="242A36"/>
                </a:solidFill>
                <a:effectLst/>
                <a:latin typeface="Inter"/>
              </a:rPr>
              <a:t>This decrease in loss with scale often follows a power law: the loss drops substantially, but not linearly, with increases in data and model size. </a:t>
            </a:r>
            <a:r>
              <a:rPr lang="en-US" err="1"/>
              <a:t>mpetition</a:t>
            </a:r>
            <a:r>
              <a:rPr lang="en-US"/>
              <a:t> against other models, such as gameplay[8] or preference by a human judge.[9]</a:t>
            </a:r>
          </a:p>
          <a:p>
            <a:endParaRPr lang="en-US"/>
          </a:p>
          <a:p>
            <a:r>
              <a:rPr lang="en-US"/>
              <a:t>Negative log-likelihood per token (logarithm of perplexity) for language modeling;</a:t>
            </a:r>
          </a:p>
          <a:p>
            <a:r>
              <a:rPr lang="en-US"/>
              <a:t>Accuracy, precision, recall, and F1 score for classification tasks;</a:t>
            </a:r>
          </a:p>
          <a:p>
            <a:r>
              <a:rPr lang="en-US"/>
              <a:t>Mean squared error (MSE) or mean absolute error (MAE) for regression tasks;</a:t>
            </a:r>
          </a:p>
          <a:p>
            <a:r>
              <a:rPr lang="en-US"/>
              <a:t>Elo rating in a co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534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 is generally 20 times of the N, </a:t>
            </a:r>
          </a:p>
          <a:p>
            <a:r>
              <a:rPr lang="en-US"/>
              <a:t>D &amp; N should be scaled in equal proportions, which is different from previous conclusion, N should increase more compared with D </a:t>
            </a:r>
          </a:p>
        </p:txBody>
      </p:sp>
    </p:spTree>
    <p:extLst>
      <p:ext uri="{BB962C8B-B14F-4D97-AF65-F5344CB8AC3E}">
        <p14:creationId xmlns:p14="http://schemas.microsoft.com/office/powerpoint/2010/main" val="2049074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Rejection Sampling</a:t>
            </a:r>
            <a:r>
              <a:rPr lang="zh-CN" altLang="en-US" dirty="0"/>
              <a:t>： </a:t>
            </a:r>
            <a:r>
              <a:rPr lang="en-US" altLang="zh-CN" dirty="0"/>
              <a:t>Converged model generate multiple answers while keep only the accepted ones, using </a:t>
            </a:r>
            <a:r>
              <a:rPr lang="en-US" altLang="zh-CN" dirty="0" err="1"/>
              <a:t>DeepSeek</a:t>
            </a:r>
            <a:r>
              <a:rPr lang="en-US" altLang="zh-CN" dirty="0"/>
              <a:t> V3 to judge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50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123. Experiments on three large language models show that chain-of-thought prompting improves performance on a range of arithmetic, commonsense, and symbolic reasoning tasks4</a:t>
            </a:r>
          </a:p>
        </p:txBody>
      </p:sp>
    </p:spTree>
    <p:extLst>
      <p:ext uri="{BB962C8B-B14F-4D97-AF65-F5344CB8AC3E}">
        <p14:creationId xmlns:p14="http://schemas.microsoft.com/office/powerpoint/2010/main" val="1762230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Generalized Advantage Estimation, GAE </a:t>
            </a:r>
            <a:r>
              <a:rPr lang="en-US" dirty="0" err="1"/>
              <a:t>Reinformce</a:t>
            </a:r>
            <a:r>
              <a:rPr lang="en-US" dirty="0"/>
              <a:t> through implicit </a:t>
            </a:r>
            <a:r>
              <a:rPr lang="en-US" dirty="0" err="1"/>
              <a:t>Reards</a:t>
            </a:r>
            <a:r>
              <a:rPr lang="zh-CN" altLang="en-US" dirty="0"/>
              <a:t>， </a:t>
            </a:r>
            <a:r>
              <a:rPr lang="en-US" altLang="zh-CN" dirty="0"/>
              <a:t>PRM: Process-supervised Reward Model, ORM: outcome </a:t>
            </a:r>
            <a:r>
              <a:rPr lang="en-US" altLang="zh-CN"/>
              <a:t>supervised reward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9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745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E3F14-14A1-BAC4-A25D-FA3CFC21A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8531E8-8549-7C32-E808-DCAB41C2E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52E8B-7524-2081-93D6-E19696B2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456B5-28C4-4861-86F3-ACC09948F0B4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30B7C-3C39-52F4-9F62-D5923EE23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C2EF1-3C4B-3928-8EBA-FC89CC2BC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7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F2B2A-8317-BA8C-6075-95C8DB400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B1F88-6D91-8BEE-C51E-935AE9532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3E2A5-681A-20B4-6F2A-1BB3451DA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196C4-312E-4CC9-88D0-704E5AAB4286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EC6C2-6D45-5DD6-6BAC-76F35B921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65435" y="6378161"/>
            <a:ext cx="2600739" cy="365125"/>
          </a:xfrm>
        </p:spPr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F8987-4B9C-0811-547C-06A9F8E4D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6174" y="6375538"/>
            <a:ext cx="387626" cy="365125"/>
          </a:xfrm>
        </p:spPr>
        <p:txBody>
          <a:bodyPr/>
          <a:lstStyle/>
          <a:p>
            <a:fld id="{ACBD80C8-BC3C-4819-8E41-A23882941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720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BF7B5-B15A-8AB5-C3B1-3D23F96DD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775FB-A518-868B-AAD4-BCE9D7AE8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2C42B-8154-C2EB-78D5-F095FC2A9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BA788-7AB9-4868-9B7E-866BF4DC8BDE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55D95-1949-25EF-592F-11C8D7108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6B35A-7275-095A-4123-64039055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672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A8873-CB17-768A-02D9-056135220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C1D0C-6A1D-55ED-EB86-650A3EA35F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81D64-47A1-EC55-43DB-EE4892199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732B9-77D4-5B6C-2D92-27458E5D2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0D16-599C-4D1B-971B-88F45CC5098A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E04E7-8E70-28B6-EB80-7E4C2400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10FE0-50BF-340A-7796-41A1A3BDE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76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34E76-C02D-F54C-542A-52F877EAE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72718-F881-96F7-8DED-C3B1C6BAD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71394C-D1E5-008E-A73D-C771A36E2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BAF72D-6C5F-1BFC-7124-4E38B5CA08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8869CC-A738-2C04-5FF1-F56E273C4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C4D155-3512-F11C-EFE9-2E75BDE6C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48D71-CB04-4AA4-A95B-CD55EB699289}" type="datetime1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35549F-3F65-F4CA-36A2-34EFC2A20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5AF7D0-9A0E-2871-36A2-DEADF569D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81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C92DF-508F-A68D-C729-B612D9BE6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4A7AE-B77F-43D4-8D39-AA28C5DE0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F6C2-3D7E-489A-BAB5-CEC9D08DB8AB}" type="datetime1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04944B-189F-BDC5-BD75-1D8FA86B3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42584-CE64-CA20-8D94-E5E19E51B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982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C6F916-E359-D1D1-1945-A7AB1F28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EBABE-8064-4A71-911F-094DAE9A4098}" type="datetime1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40A903-9D82-16C9-DD22-3DDA45A04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4BEF-C41D-70E7-2DFE-371714FC6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37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2E785-3998-B4AA-863E-7AB3E9D1D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A3EE8-9D6A-87BD-0822-53722A9BD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12AA90-B93A-B4D2-1420-FE8B14646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1105B-30A5-8F12-333F-0F701474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5E4E-C58F-4705-9355-AB0DF9AB18CD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4BC1C-B2AA-A2B9-B0BC-A78CB2DE6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65060-CD75-51FF-BBE2-118C1212D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27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8E403-A22B-A6FD-CB4D-ED33856CF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AC969-169F-B900-7E12-D8A3A57AC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6B680-5741-0899-3C87-1FB36C815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E041B-C6AF-B30E-62AD-0028377BC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4FF5-CDC0-4F41-AEBD-7BFE5D797922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20622-1AB4-7953-A183-F5CA46E5F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4517C-22B0-ACD4-D8E2-56A88D136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36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48CF6-7910-9140-3171-5179A683C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42824E-ECCA-9B72-5F2B-D34EA13CE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8708C-CBC5-EBCB-A9E9-359D0FFD4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1D3B6-CCE0-473E-A71C-712982DC6C88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7D80B-1FCA-5391-1F67-7D483F78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37866-8996-0A80-19BC-9BEC5DE80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1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A31A1-D8BD-2409-2A72-E175D443C4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F3393-D3E9-B8D3-F5C1-CB2D46CDB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FB4D8-F47D-5915-BE10-06C9B75A8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0D66-0DB3-4DBA-9EB2-5E55FBA5334D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9B9FD-0359-DB4F-6AB8-6403E05F3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B8029-784C-411A-E479-9EA1EE957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439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CF49FD-F9A7-92F2-B7F9-FDCCBB056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E074E-A438-1DB6-9778-0568A07A7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78D63-16CC-0A48-3F0E-E816DA6C44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FD2410-47B1-4D03-8950-3ADCF3359FDE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84FFA-2871-8637-CCDA-D54E9110B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Microsoft Confidential, Internal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FB999-15CB-ED33-728F-CC56FC357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BD80C8-BC3C-4819-8E41-A23882941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360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501.12948" TargetMode="External"/><Relationship Id="rId5" Type="http://schemas.openxmlformats.org/officeDocument/2006/relationships/hyperlink" Target="https://huggingface.co/deepseek-ai/DeepSeek-R1" TargetMode="External"/><Relationship Id="rId4" Type="http://schemas.openxmlformats.org/officeDocument/2006/relationships/hyperlink" Target="https://huggingface.co/deepseek-ai/DeepSeek-R1-Zero" TargetMode="Externa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2.png"/><Relationship Id="rId63" Type="http://schemas.openxmlformats.org/officeDocument/2006/relationships/customXml" Target="../ink/ink31.xml"/><Relationship Id="rId84" Type="http://schemas.openxmlformats.org/officeDocument/2006/relationships/image" Target="../media/image43.png"/><Relationship Id="rId138" Type="http://schemas.openxmlformats.org/officeDocument/2006/relationships/image" Target="../media/image70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7.png"/><Relationship Id="rId53" Type="http://schemas.openxmlformats.org/officeDocument/2006/relationships/customXml" Target="../ink/ink26.xml"/><Relationship Id="rId74" Type="http://schemas.openxmlformats.org/officeDocument/2006/relationships/image" Target="../media/image38.png"/><Relationship Id="rId128" Type="http://schemas.openxmlformats.org/officeDocument/2006/relationships/image" Target="../media/image65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22" Type="http://schemas.openxmlformats.org/officeDocument/2006/relationships/image" Target="../media/image12.png"/><Relationship Id="rId43" Type="http://schemas.openxmlformats.org/officeDocument/2006/relationships/customXml" Target="../ink/ink21.xml"/><Relationship Id="rId64" Type="http://schemas.openxmlformats.org/officeDocument/2006/relationships/image" Target="../media/image33.png"/><Relationship Id="rId118" Type="http://schemas.openxmlformats.org/officeDocument/2006/relationships/image" Target="../media/image60.png"/><Relationship Id="rId139" Type="http://schemas.openxmlformats.org/officeDocument/2006/relationships/customXml" Target="../ink/ink69.xml"/><Relationship Id="rId80" Type="http://schemas.openxmlformats.org/officeDocument/2006/relationships/image" Target="../media/image41.png"/><Relationship Id="rId85" Type="http://schemas.openxmlformats.org/officeDocument/2006/relationships/customXml" Target="../ink/ink42.xml"/><Relationship Id="rId150" Type="http://schemas.openxmlformats.org/officeDocument/2006/relationships/image" Target="../media/image76.png"/><Relationship Id="rId155" Type="http://schemas.openxmlformats.org/officeDocument/2006/relationships/customXml" Target="../ink/ink77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55.png"/><Relationship Id="rId124" Type="http://schemas.openxmlformats.org/officeDocument/2006/relationships/image" Target="../media/image63.png"/><Relationship Id="rId129" Type="http://schemas.openxmlformats.org/officeDocument/2006/relationships/customXml" Target="../ink/ink64.xml"/><Relationship Id="rId54" Type="http://schemas.openxmlformats.org/officeDocument/2006/relationships/image" Target="../media/image28.png"/><Relationship Id="rId70" Type="http://schemas.openxmlformats.org/officeDocument/2006/relationships/image" Target="../media/image36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49.png"/><Relationship Id="rId140" Type="http://schemas.openxmlformats.org/officeDocument/2006/relationships/image" Target="../media/image71.png"/><Relationship Id="rId145" Type="http://schemas.openxmlformats.org/officeDocument/2006/relationships/customXml" Target="../ink/ink7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49" Type="http://schemas.openxmlformats.org/officeDocument/2006/relationships/customXml" Target="../ink/ink24.xml"/><Relationship Id="rId114" Type="http://schemas.openxmlformats.org/officeDocument/2006/relationships/image" Target="../media/image58.png"/><Relationship Id="rId119" Type="http://schemas.openxmlformats.org/officeDocument/2006/relationships/customXml" Target="../ink/ink59.xml"/><Relationship Id="rId44" Type="http://schemas.openxmlformats.org/officeDocument/2006/relationships/image" Target="../media/image23.png"/><Relationship Id="rId60" Type="http://schemas.openxmlformats.org/officeDocument/2006/relationships/image" Target="../media/image31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44.png"/><Relationship Id="rId130" Type="http://schemas.openxmlformats.org/officeDocument/2006/relationships/image" Target="../media/image66.png"/><Relationship Id="rId135" Type="http://schemas.openxmlformats.org/officeDocument/2006/relationships/customXml" Target="../ink/ink67.xml"/><Relationship Id="rId151" Type="http://schemas.openxmlformats.org/officeDocument/2006/relationships/customXml" Target="../ink/ink75.xml"/><Relationship Id="rId156" Type="http://schemas.openxmlformats.org/officeDocument/2006/relationships/image" Target="../media/image79.png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27.xml"/><Relationship Id="rId76" Type="http://schemas.openxmlformats.org/officeDocument/2006/relationships/image" Target="../media/image39.png"/><Relationship Id="rId97" Type="http://schemas.openxmlformats.org/officeDocument/2006/relationships/customXml" Target="../ink/ink48.xml"/><Relationship Id="rId104" Type="http://schemas.openxmlformats.org/officeDocument/2006/relationships/image" Target="../media/image53.png"/><Relationship Id="rId120" Type="http://schemas.openxmlformats.org/officeDocument/2006/relationships/image" Target="../media/image61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146" Type="http://schemas.openxmlformats.org/officeDocument/2006/relationships/image" Target="../media/image74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7.png"/><Relationship Id="rId2" Type="http://schemas.openxmlformats.org/officeDocument/2006/relationships/image" Target="../media/image2.png"/><Relationship Id="rId29" Type="http://schemas.openxmlformats.org/officeDocument/2006/relationships/customXml" Target="../ink/ink14.xml"/><Relationship Id="rId24" Type="http://schemas.openxmlformats.org/officeDocument/2006/relationships/image" Target="../media/image13.png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66" Type="http://schemas.openxmlformats.org/officeDocument/2006/relationships/image" Target="../media/image34.png"/><Relationship Id="rId87" Type="http://schemas.openxmlformats.org/officeDocument/2006/relationships/customXml" Target="../ink/ink43.xml"/><Relationship Id="rId110" Type="http://schemas.openxmlformats.org/officeDocument/2006/relationships/image" Target="../media/image56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69.png"/><Relationship Id="rId157" Type="http://schemas.openxmlformats.org/officeDocument/2006/relationships/customXml" Target="../ink/ink78.xml"/><Relationship Id="rId61" Type="http://schemas.openxmlformats.org/officeDocument/2006/relationships/customXml" Target="../ink/ink30.xml"/><Relationship Id="rId82" Type="http://schemas.openxmlformats.org/officeDocument/2006/relationships/image" Target="../media/image42.png"/><Relationship Id="rId152" Type="http://schemas.openxmlformats.org/officeDocument/2006/relationships/image" Target="../media/image77.png"/><Relationship Id="rId19" Type="http://schemas.openxmlformats.org/officeDocument/2006/relationships/customXml" Target="../ink/ink9.xml"/><Relationship Id="rId14" Type="http://schemas.openxmlformats.org/officeDocument/2006/relationships/image" Target="../media/image8.png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56" Type="http://schemas.openxmlformats.org/officeDocument/2006/relationships/image" Target="../media/image29.png"/><Relationship Id="rId77" Type="http://schemas.openxmlformats.org/officeDocument/2006/relationships/customXml" Target="../ink/ink38.xml"/><Relationship Id="rId100" Type="http://schemas.openxmlformats.org/officeDocument/2006/relationships/image" Target="../media/image51.png"/><Relationship Id="rId105" Type="http://schemas.openxmlformats.org/officeDocument/2006/relationships/customXml" Target="../ink/ink52.xml"/><Relationship Id="rId126" Type="http://schemas.openxmlformats.org/officeDocument/2006/relationships/image" Target="../media/image64.png"/><Relationship Id="rId147" Type="http://schemas.openxmlformats.org/officeDocument/2006/relationships/customXml" Target="../ink/ink73.xml"/><Relationship Id="rId8" Type="http://schemas.openxmlformats.org/officeDocument/2006/relationships/image" Target="../media/image5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93" Type="http://schemas.openxmlformats.org/officeDocument/2006/relationships/customXml" Target="../ink/ink46.xml"/><Relationship Id="rId98" Type="http://schemas.openxmlformats.org/officeDocument/2006/relationships/image" Target="../media/image50.png"/><Relationship Id="rId121" Type="http://schemas.openxmlformats.org/officeDocument/2006/relationships/customXml" Target="../ink/ink60.xml"/><Relationship Id="rId142" Type="http://schemas.openxmlformats.org/officeDocument/2006/relationships/image" Target="../media/image72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4.png"/><Relationship Id="rId67" Type="http://schemas.openxmlformats.org/officeDocument/2006/relationships/customXml" Target="../ink/ink33.xml"/><Relationship Id="rId116" Type="http://schemas.openxmlformats.org/officeDocument/2006/relationships/image" Target="../media/image59.png"/><Relationship Id="rId137" Type="http://schemas.openxmlformats.org/officeDocument/2006/relationships/customXml" Target="../ink/ink68.xml"/><Relationship Id="rId158" Type="http://schemas.openxmlformats.org/officeDocument/2006/relationships/image" Target="../media/image80.png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62" Type="http://schemas.openxmlformats.org/officeDocument/2006/relationships/image" Target="../media/image32.png"/><Relationship Id="rId83" Type="http://schemas.openxmlformats.org/officeDocument/2006/relationships/customXml" Target="../ink/ink41.xml"/><Relationship Id="rId88" Type="http://schemas.openxmlformats.org/officeDocument/2006/relationships/image" Target="../media/image45.png"/><Relationship Id="rId111" Type="http://schemas.openxmlformats.org/officeDocument/2006/relationships/customXml" Target="../ink/ink55.xml"/><Relationship Id="rId132" Type="http://schemas.openxmlformats.org/officeDocument/2006/relationships/image" Target="../media/image67.png"/><Relationship Id="rId153" Type="http://schemas.openxmlformats.org/officeDocument/2006/relationships/customXml" Target="../ink/ink76.xml"/><Relationship Id="rId15" Type="http://schemas.openxmlformats.org/officeDocument/2006/relationships/customXml" Target="../ink/ink7.xml"/><Relationship Id="rId36" Type="http://schemas.openxmlformats.org/officeDocument/2006/relationships/image" Target="../media/image19.png"/><Relationship Id="rId57" Type="http://schemas.openxmlformats.org/officeDocument/2006/relationships/customXml" Target="../ink/ink28.xml"/><Relationship Id="rId106" Type="http://schemas.openxmlformats.org/officeDocument/2006/relationships/image" Target="../media/image54.png"/><Relationship Id="rId127" Type="http://schemas.openxmlformats.org/officeDocument/2006/relationships/customXml" Target="../ink/ink63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52" Type="http://schemas.openxmlformats.org/officeDocument/2006/relationships/image" Target="../media/image27.png"/><Relationship Id="rId73" Type="http://schemas.openxmlformats.org/officeDocument/2006/relationships/customXml" Target="../ink/ink36.xml"/><Relationship Id="rId78" Type="http://schemas.openxmlformats.org/officeDocument/2006/relationships/image" Target="../media/image40.png"/><Relationship Id="rId94" Type="http://schemas.openxmlformats.org/officeDocument/2006/relationships/image" Target="../media/image48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2.png"/><Relationship Id="rId143" Type="http://schemas.openxmlformats.org/officeDocument/2006/relationships/customXml" Target="../ink/ink71.xml"/><Relationship Id="rId148" Type="http://schemas.openxmlformats.org/officeDocument/2006/relationships/image" Target="../media/image75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26" Type="http://schemas.openxmlformats.org/officeDocument/2006/relationships/image" Target="../media/image14.png"/><Relationship Id="rId47" Type="http://schemas.openxmlformats.org/officeDocument/2006/relationships/customXml" Target="../ink/ink23.xml"/><Relationship Id="rId68" Type="http://schemas.openxmlformats.org/officeDocument/2006/relationships/image" Target="../media/image35.png"/><Relationship Id="rId89" Type="http://schemas.openxmlformats.org/officeDocument/2006/relationships/customXml" Target="../ink/ink44.xml"/><Relationship Id="rId112" Type="http://schemas.openxmlformats.org/officeDocument/2006/relationships/image" Target="../media/image57.png"/><Relationship Id="rId133" Type="http://schemas.openxmlformats.org/officeDocument/2006/relationships/customXml" Target="../ink/ink66.xml"/><Relationship Id="rId154" Type="http://schemas.openxmlformats.org/officeDocument/2006/relationships/image" Target="../media/image78.png"/><Relationship Id="rId16" Type="http://schemas.openxmlformats.org/officeDocument/2006/relationships/image" Target="../media/image9.png"/><Relationship Id="rId37" Type="http://schemas.openxmlformats.org/officeDocument/2006/relationships/customXml" Target="../ink/ink18.xml"/><Relationship Id="rId58" Type="http://schemas.openxmlformats.org/officeDocument/2006/relationships/image" Target="../media/image30.png"/><Relationship Id="rId79" Type="http://schemas.openxmlformats.org/officeDocument/2006/relationships/customXml" Target="../ink/ink39.xml"/><Relationship Id="rId102" Type="http://schemas.openxmlformats.org/officeDocument/2006/relationships/image" Target="../media/image52.png"/><Relationship Id="rId123" Type="http://schemas.openxmlformats.org/officeDocument/2006/relationships/customXml" Target="../ink/ink61.xml"/><Relationship Id="rId144" Type="http://schemas.openxmlformats.org/officeDocument/2006/relationships/image" Target="../media/image73.png"/><Relationship Id="rId90" Type="http://schemas.openxmlformats.org/officeDocument/2006/relationships/image" Target="../media/image46.png"/><Relationship Id="rId27" Type="http://schemas.openxmlformats.org/officeDocument/2006/relationships/customXml" Target="../ink/ink13.xml"/><Relationship Id="rId48" Type="http://schemas.openxmlformats.org/officeDocument/2006/relationships/image" Target="../media/image25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9.xml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gif"/><Relationship Id="rId2" Type="http://schemas.openxmlformats.org/officeDocument/2006/relationships/hyperlink" Target="https://medium.com/@joaolages/kv-caching-explained-276520203249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03.17568" TargetMode="Externa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1706.03762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joaolages/kv-caching-explained-276520203249" TargetMode="External"/><Relationship Id="rId2" Type="http://schemas.openxmlformats.org/officeDocument/2006/relationships/image" Target="../media/image86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joaolages/kv-caching-explained-276520203249" TargetMode="External"/><Relationship Id="rId2" Type="http://schemas.openxmlformats.org/officeDocument/2006/relationships/image" Target="../media/image87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05.04434" TargetMode="External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customXml" Target="../ink/ink80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9.png"/><Relationship Id="rId21" Type="http://schemas.openxmlformats.org/officeDocument/2006/relationships/image" Target="../media/image101.png"/><Relationship Id="rId42" Type="http://schemas.openxmlformats.org/officeDocument/2006/relationships/customXml" Target="../ink/ink100.xml"/><Relationship Id="rId63" Type="http://schemas.openxmlformats.org/officeDocument/2006/relationships/image" Target="../media/image122.png"/><Relationship Id="rId84" Type="http://schemas.openxmlformats.org/officeDocument/2006/relationships/customXml" Target="../ink/ink121.xml"/><Relationship Id="rId138" Type="http://schemas.openxmlformats.org/officeDocument/2006/relationships/customXml" Target="../ink/ink148.xml"/><Relationship Id="rId159" Type="http://schemas.openxmlformats.org/officeDocument/2006/relationships/image" Target="../media/image170.png"/><Relationship Id="rId107" Type="http://schemas.openxmlformats.org/officeDocument/2006/relationships/image" Target="../media/image144.png"/><Relationship Id="rId11" Type="http://schemas.openxmlformats.org/officeDocument/2006/relationships/image" Target="../media/image96.png"/><Relationship Id="rId32" Type="http://schemas.openxmlformats.org/officeDocument/2006/relationships/customXml" Target="../ink/ink95.xml"/><Relationship Id="rId53" Type="http://schemas.openxmlformats.org/officeDocument/2006/relationships/image" Target="../media/image117.png"/><Relationship Id="rId74" Type="http://schemas.openxmlformats.org/officeDocument/2006/relationships/customXml" Target="../ink/ink116.xml"/><Relationship Id="rId128" Type="http://schemas.openxmlformats.org/officeDocument/2006/relationships/customXml" Target="../ink/ink143.xml"/><Relationship Id="rId149" Type="http://schemas.openxmlformats.org/officeDocument/2006/relationships/image" Target="../media/image165.png"/><Relationship Id="rId5" Type="http://schemas.openxmlformats.org/officeDocument/2006/relationships/image" Target="../media/image93.png"/><Relationship Id="rId95" Type="http://schemas.openxmlformats.org/officeDocument/2006/relationships/image" Target="../media/image138.png"/><Relationship Id="rId22" Type="http://schemas.openxmlformats.org/officeDocument/2006/relationships/customXml" Target="../ink/ink90.xml"/><Relationship Id="rId43" Type="http://schemas.openxmlformats.org/officeDocument/2006/relationships/image" Target="../media/image112.png"/><Relationship Id="rId64" Type="http://schemas.openxmlformats.org/officeDocument/2006/relationships/customXml" Target="../ink/ink111.xml"/><Relationship Id="rId118" Type="http://schemas.openxmlformats.org/officeDocument/2006/relationships/customXml" Target="../ink/ink138.xml"/><Relationship Id="rId139" Type="http://schemas.openxmlformats.org/officeDocument/2006/relationships/image" Target="../media/image160.png"/><Relationship Id="rId80" Type="http://schemas.openxmlformats.org/officeDocument/2006/relationships/customXml" Target="../ink/ink119.xml"/><Relationship Id="rId85" Type="http://schemas.openxmlformats.org/officeDocument/2006/relationships/image" Target="../media/image133.png"/><Relationship Id="rId150" Type="http://schemas.openxmlformats.org/officeDocument/2006/relationships/customXml" Target="../ink/ink154.xml"/><Relationship Id="rId155" Type="http://schemas.openxmlformats.org/officeDocument/2006/relationships/image" Target="../media/image168.png"/><Relationship Id="rId12" Type="http://schemas.openxmlformats.org/officeDocument/2006/relationships/customXml" Target="../ink/ink85.xml"/><Relationship Id="rId17" Type="http://schemas.openxmlformats.org/officeDocument/2006/relationships/image" Target="../media/image99.png"/><Relationship Id="rId33" Type="http://schemas.openxmlformats.org/officeDocument/2006/relationships/image" Target="../media/image107.png"/><Relationship Id="rId38" Type="http://schemas.openxmlformats.org/officeDocument/2006/relationships/customXml" Target="../ink/ink98.xml"/><Relationship Id="rId59" Type="http://schemas.openxmlformats.org/officeDocument/2006/relationships/image" Target="../media/image120.png"/><Relationship Id="rId103" Type="http://schemas.openxmlformats.org/officeDocument/2006/relationships/image" Target="../media/image142.png"/><Relationship Id="rId108" Type="http://schemas.openxmlformats.org/officeDocument/2006/relationships/customXml" Target="../ink/ink133.xml"/><Relationship Id="rId124" Type="http://schemas.openxmlformats.org/officeDocument/2006/relationships/customXml" Target="../ink/ink141.xml"/><Relationship Id="rId129" Type="http://schemas.openxmlformats.org/officeDocument/2006/relationships/image" Target="../media/image155.png"/><Relationship Id="rId54" Type="http://schemas.openxmlformats.org/officeDocument/2006/relationships/customXml" Target="../ink/ink106.xml"/><Relationship Id="rId70" Type="http://schemas.openxmlformats.org/officeDocument/2006/relationships/customXml" Target="../ink/ink114.xml"/><Relationship Id="rId75" Type="http://schemas.openxmlformats.org/officeDocument/2006/relationships/image" Target="../media/image128.png"/><Relationship Id="rId91" Type="http://schemas.openxmlformats.org/officeDocument/2006/relationships/image" Target="../media/image136.png"/><Relationship Id="rId96" Type="http://schemas.openxmlformats.org/officeDocument/2006/relationships/customXml" Target="../ink/ink127.xml"/><Relationship Id="rId140" Type="http://schemas.openxmlformats.org/officeDocument/2006/relationships/customXml" Target="../ink/ink149.xml"/><Relationship Id="rId145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2.xml"/><Relationship Id="rId23" Type="http://schemas.openxmlformats.org/officeDocument/2006/relationships/image" Target="../media/image102.png"/><Relationship Id="rId28" Type="http://schemas.openxmlformats.org/officeDocument/2006/relationships/customXml" Target="../ink/ink93.xml"/><Relationship Id="rId49" Type="http://schemas.openxmlformats.org/officeDocument/2006/relationships/image" Target="../media/image115.png"/><Relationship Id="rId114" Type="http://schemas.openxmlformats.org/officeDocument/2006/relationships/customXml" Target="../ink/ink136.xml"/><Relationship Id="rId119" Type="http://schemas.openxmlformats.org/officeDocument/2006/relationships/image" Target="../media/image150.png"/><Relationship Id="rId44" Type="http://schemas.openxmlformats.org/officeDocument/2006/relationships/customXml" Target="../ink/ink101.xml"/><Relationship Id="rId60" Type="http://schemas.openxmlformats.org/officeDocument/2006/relationships/customXml" Target="../ink/ink109.xml"/><Relationship Id="rId65" Type="http://schemas.openxmlformats.org/officeDocument/2006/relationships/image" Target="../media/image123.png"/><Relationship Id="rId81" Type="http://schemas.openxmlformats.org/officeDocument/2006/relationships/image" Target="../media/image131.png"/><Relationship Id="rId86" Type="http://schemas.openxmlformats.org/officeDocument/2006/relationships/customXml" Target="../ink/ink122.xml"/><Relationship Id="rId130" Type="http://schemas.openxmlformats.org/officeDocument/2006/relationships/customXml" Target="../ink/ink144.xml"/><Relationship Id="rId135" Type="http://schemas.openxmlformats.org/officeDocument/2006/relationships/image" Target="../media/image158.png"/><Relationship Id="rId151" Type="http://schemas.openxmlformats.org/officeDocument/2006/relationships/image" Target="../media/image166.png"/><Relationship Id="rId156" Type="http://schemas.openxmlformats.org/officeDocument/2006/relationships/customXml" Target="../ink/ink157.xml"/><Relationship Id="rId13" Type="http://schemas.openxmlformats.org/officeDocument/2006/relationships/image" Target="../media/image97.png"/><Relationship Id="rId18" Type="http://schemas.openxmlformats.org/officeDocument/2006/relationships/customXml" Target="../ink/ink88.xml"/><Relationship Id="rId39" Type="http://schemas.openxmlformats.org/officeDocument/2006/relationships/image" Target="../media/image110.png"/><Relationship Id="rId109" Type="http://schemas.openxmlformats.org/officeDocument/2006/relationships/image" Target="../media/image145.png"/><Relationship Id="rId34" Type="http://schemas.openxmlformats.org/officeDocument/2006/relationships/customXml" Target="../ink/ink96.xml"/><Relationship Id="rId50" Type="http://schemas.openxmlformats.org/officeDocument/2006/relationships/customXml" Target="../ink/ink104.xml"/><Relationship Id="rId55" Type="http://schemas.openxmlformats.org/officeDocument/2006/relationships/image" Target="../media/image118.png"/><Relationship Id="rId76" Type="http://schemas.openxmlformats.org/officeDocument/2006/relationships/customXml" Target="../ink/ink117.xml"/><Relationship Id="rId97" Type="http://schemas.openxmlformats.org/officeDocument/2006/relationships/image" Target="../media/image139.png"/><Relationship Id="rId104" Type="http://schemas.openxmlformats.org/officeDocument/2006/relationships/customXml" Target="../ink/ink131.xml"/><Relationship Id="rId120" Type="http://schemas.openxmlformats.org/officeDocument/2006/relationships/customXml" Target="../ink/ink139.xml"/><Relationship Id="rId125" Type="http://schemas.openxmlformats.org/officeDocument/2006/relationships/image" Target="../media/image153.png"/><Relationship Id="rId141" Type="http://schemas.openxmlformats.org/officeDocument/2006/relationships/image" Target="../media/image161.png"/><Relationship Id="rId146" Type="http://schemas.openxmlformats.org/officeDocument/2006/relationships/customXml" Target="../ink/ink152.xml"/><Relationship Id="rId7" Type="http://schemas.openxmlformats.org/officeDocument/2006/relationships/image" Target="../media/image94.png"/><Relationship Id="rId71" Type="http://schemas.openxmlformats.org/officeDocument/2006/relationships/image" Target="../media/image126.png"/><Relationship Id="rId92" Type="http://schemas.openxmlformats.org/officeDocument/2006/relationships/customXml" Target="../ink/ink125.xml"/><Relationship Id="rId2" Type="http://schemas.openxmlformats.org/officeDocument/2006/relationships/image" Target="../media/image89.png"/><Relationship Id="rId29" Type="http://schemas.openxmlformats.org/officeDocument/2006/relationships/image" Target="../media/image105.png"/><Relationship Id="rId24" Type="http://schemas.openxmlformats.org/officeDocument/2006/relationships/customXml" Target="../ink/ink91.xml"/><Relationship Id="rId40" Type="http://schemas.openxmlformats.org/officeDocument/2006/relationships/customXml" Target="../ink/ink99.xml"/><Relationship Id="rId45" Type="http://schemas.openxmlformats.org/officeDocument/2006/relationships/image" Target="../media/image113.png"/><Relationship Id="rId66" Type="http://schemas.openxmlformats.org/officeDocument/2006/relationships/customXml" Target="../ink/ink112.xml"/><Relationship Id="rId87" Type="http://schemas.openxmlformats.org/officeDocument/2006/relationships/image" Target="../media/image134.png"/><Relationship Id="rId110" Type="http://schemas.openxmlformats.org/officeDocument/2006/relationships/customXml" Target="../ink/ink134.xml"/><Relationship Id="rId115" Type="http://schemas.openxmlformats.org/officeDocument/2006/relationships/image" Target="../media/image148.png"/><Relationship Id="rId131" Type="http://schemas.openxmlformats.org/officeDocument/2006/relationships/image" Target="../media/image156.png"/><Relationship Id="rId136" Type="http://schemas.openxmlformats.org/officeDocument/2006/relationships/customXml" Target="../ink/ink147.xml"/><Relationship Id="rId157" Type="http://schemas.openxmlformats.org/officeDocument/2006/relationships/image" Target="../media/image169.png"/><Relationship Id="rId61" Type="http://schemas.openxmlformats.org/officeDocument/2006/relationships/image" Target="../media/image121.png"/><Relationship Id="rId82" Type="http://schemas.openxmlformats.org/officeDocument/2006/relationships/customXml" Target="../ink/ink120.xml"/><Relationship Id="rId152" Type="http://schemas.openxmlformats.org/officeDocument/2006/relationships/customXml" Target="../ink/ink155.xml"/><Relationship Id="rId19" Type="http://schemas.openxmlformats.org/officeDocument/2006/relationships/image" Target="../media/image100.png"/><Relationship Id="rId14" Type="http://schemas.openxmlformats.org/officeDocument/2006/relationships/customXml" Target="../ink/ink86.xml"/><Relationship Id="rId30" Type="http://schemas.openxmlformats.org/officeDocument/2006/relationships/customXml" Target="../ink/ink94.xml"/><Relationship Id="rId35" Type="http://schemas.openxmlformats.org/officeDocument/2006/relationships/image" Target="../media/image108.png"/><Relationship Id="rId56" Type="http://schemas.openxmlformats.org/officeDocument/2006/relationships/customXml" Target="../ink/ink107.xml"/><Relationship Id="rId77" Type="http://schemas.openxmlformats.org/officeDocument/2006/relationships/image" Target="../media/image129.png"/><Relationship Id="rId100" Type="http://schemas.openxmlformats.org/officeDocument/2006/relationships/customXml" Target="../ink/ink129.xml"/><Relationship Id="rId105" Type="http://schemas.openxmlformats.org/officeDocument/2006/relationships/image" Target="../media/image143.png"/><Relationship Id="rId126" Type="http://schemas.openxmlformats.org/officeDocument/2006/relationships/customXml" Target="../ink/ink142.xml"/><Relationship Id="rId147" Type="http://schemas.openxmlformats.org/officeDocument/2006/relationships/image" Target="../media/image164.png"/><Relationship Id="rId8" Type="http://schemas.openxmlformats.org/officeDocument/2006/relationships/customXml" Target="../ink/ink83.xml"/><Relationship Id="rId51" Type="http://schemas.openxmlformats.org/officeDocument/2006/relationships/image" Target="../media/image116.png"/><Relationship Id="rId72" Type="http://schemas.openxmlformats.org/officeDocument/2006/relationships/customXml" Target="../ink/ink115.xml"/><Relationship Id="rId93" Type="http://schemas.openxmlformats.org/officeDocument/2006/relationships/image" Target="../media/image137.png"/><Relationship Id="rId98" Type="http://schemas.openxmlformats.org/officeDocument/2006/relationships/customXml" Target="../ink/ink128.xml"/><Relationship Id="rId121" Type="http://schemas.openxmlformats.org/officeDocument/2006/relationships/image" Target="../media/image151.png"/><Relationship Id="rId142" Type="http://schemas.openxmlformats.org/officeDocument/2006/relationships/customXml" Target="../ink/ink150.xml"/><Relationship Id="rId3" Type="http://schemas.openxmlformats.org/officeDocument/2006/relationships/image" Target="../media/image91.png"/><Relationship Id="rId25" Type="http://schemas.openxmlformats.org/officeDocument/2006/relationships/image" Target="../media/image103.png"/><Relationship Id="rId46" Type="http://schemas.openxmlformats.org/officeDocument/2006/relationships/customXml" Target="../ink/ink102.xml"/><Relationship Id="rId67" Type="http://schemas.openxmlformats.org/officeDocument/2006/relationships/image" Target="../media/image124.png"/><Relationship Id="rId116" Type="http://schemas.openxmlformats.org/officeDocument/2006/relationships/customXml" Target="../ink/ink137.xml"/><Relationship Id="rId137" Type="http://schemas.openxmlformats.org/officeDocument/2006/relationships/image" Target="../media/image159.png"/><Relationship Id="rId158" Type="http://schemas.openxmlformats.org/officeDocument/2006/relationships/customXml" Target="../ink/ink158.xml"/><Relationship Id="rId20" Type="http://schemas.openxmlformats.org/officeDocument/2006/relationships/customXml" Target="../ink/ink89.xml"/><Relationship Id="rId41" Type="http://schemas.openxmlformats.org/officeDocument/2006/relationships/image" Target="../media/image111.png"/><Relationship Id="rId62" Type="http://schemas.openxmlformats.org/officeDocument/2006/relationships/customXml" Target="../ink/ink110.xml"/><Relationship Id="rId83" Type="http://schemas.openxmlformats.org/officeDocument/2006/relationships/image" Target="../media/image132.png"/><Relationship Id="rId88" Type="http://schemas.openxmlformats.org/officeDocument/2006/relationships/customXml" Target="../ink/ink123.xml"/><Relationship Id="rId111" Type="http://schemas.openxmlformats.org/officeDocument/2006/relationships/image" Target="../media/image146.png"/><Relationship Id="rId132" Type="http://schemas.openxmlformats.org/officeDocument/2006/relationships/customXml" Target="../ink/ink145.xml"/><Relationship Id="rId153" Type="http://schemas.openxmlformats.org/officeDocument/2006/relationships/image" Target="../media/image167.png"/><Relationship Id="rId15" Type="http://schemas.openxmlformats.org/officeDocument/2006/relationships/image" Target="../media/image98.png"/><Relationship Id="rId36" Type="http://schemas.openxmlformats.org/officeDocument/2006/relationships/customXml" Target="../ink/ink97.xml"/><Relationship Id="rId57" Type="http://schemas.openxmlformats.org/officeDocument/2006/relationships/image" Target="../media/image119.png"/><Relationship Id="rId106" Type="http://schemas.openxmlformats.org/officeDocument/2006/relationships/customXml" Target="../ink/ink132.xml"/><Relationship Id="rId127" Type="http://schemas.openxmlformats.org/officeDocument/2006/relationships/image" Target="../media/image154.png"/><Relationship Id="rId10" Type="http://schemas.openxmlformats.org/officeDocument/2006/relationships/customXml" Target="../ink/ink84.xml"/><Relationship Id="rId31" Type="http://schemas.openxmlformats.org/officeDocument/2006/relationships/image" Target="../media/image106.png"/><Relationship Id="rId52" Type="http://schemas.openxmlformats.org/officeDocument/2006/relationships/customXml" Target="../ink/ink105.xml"/><Relationship Id="rId73" Type="http://schemas.openxmlformats.org/officeDocument/2006/relationships/image" Target="../media/image127.png"/><Relationship Id="rId78" Type="http://schemas.openxmlformats.org/officeDocument/2006/relationships/customXml" Target="../ink/ink118.xml"/><Relationship Id="rId94" Type="http://schemas.openxmlformats.org/officeDocument/2006/relationships/customXml" Target="../ink/ink126.xml"/><Relationship Id="rId99" Type="http://schemas.openxmlformats.org/officeDocument/2006/relationships/image" Target="../media/image140.png"/><Relationship Id="rId101" Type="http://schemas.openxmlformats.org/officeDocument/2006/relationships/image" Target="../media/image141.png"/><Relationship Id="rId122" Type="http://schemas.openxmlformats.org/officeDocument/2006/relationships/customXml" Target="../ink/ink140.xml"/><Relationship Id="rId143" Type="http://schemas.openxmlformats.org/officeDocument/2006/relationships/image" Target="../media/image162.png"/><Relationship Id="rId148" Type="http://schemas.openxmlformats.org/officeDocument/2006/relationships/customXml" Target="../ink/ink153.xml"/><Relationship Id="rId4" Type="http://schemas.openxmlformats.org/officeDocument/2006/relationships/customXml" Target="../ink/ink81.xml"/><Relationship Id="rId9" Type="http://schemas.openxmlformats.org/officeDocument/2006/relationships/image" Target="../media/image95.png"/><Relationship Id="rId26" Type="http://schemas.openxmlformats.org/officeDocument/2006/relationships/customXml" Target="../ink/ink92.xml"/><Relationship Id="rId47" Type="http://schemas.openxmlformats.org/officeDocument/2006/relationships/image" Target="../media/image114.png"/><Relationship Id="rId68" Type="http://schemas.openxmlformats.org/officeDocument/2006/relationships/customXml" Target="../ink/ink113.xml"/><Relationship Id="rId89" Type="http://schemas.openxmlformats.org/officeDocument/2006/relationships/image" Target="../media/image135.png"/><Relationship Id="rId112" Type="http://schemas.openxmlformats.org/officeDocument/2006/relationships/customXml" Target="../ink/ink135.xml"/><Relationship Id="rId133" Type="http://schemas.openxmlformats.org/officeDocument/2006/relationships/image" Target="../media/image157.png"/><Relationship Id="rId154" Type="http://schemas.openxmlformats.org/officeDocument/2006/relationships/customXml" Target="../ink/ink156.xml"/><Relationship Id="rId16" Type="http://schemas.openxmlformats.org/officeDocument/2006/relationships/customXml" Target="../ink/ink87.xml"/><Relationship Id="rId37" Type="http://schemas.openxmlformats.org/officeDocument/2006/relationships/image" Target="../media/image109.png"/><Relationship Id="rId58" Type="http://schemas.openxmlformats.org/officeDocument/2006/relationships/customXml" Target="../ink/ink108.xml"/><Relationship Id="rId79" Type="http://schemas.openxmlformats.org/officeDocument/2006/relationships/image" Target="../media/image130.png"/><Relationship Id="rId102" Type="http://schemas.openxmlformats.org/officeDocument/2006/relationships/customXml" Target="../ink/ink130.xml"/><Relationship Id="rId123" Type="http://schemas.openxmlformats.org/officeDocument/2006/relationships/image" Target="../media/image152.png"/><Relationship Id="rId144" Type="http://schemas.openxmlformats.org/officeDocument/2006/relationships/customXml" Target="../ink/ink151.xml"/><Relationship Id="rId90" Type="http://schemas.openxmlformats.org/officeDocument/2006/relationships/customXml" Target="../ink/ink124.xml"/><Relationship Id="rId27" Type="http://schemas.openxmlformats.org/officeDocument/2006/relationships/image" Target="../media/image104.png"/><Relationship Id="rId48" Type="http://schemas.openxmlformats.org/officeDocument/2006/relationships/customXml" Target="../ink/ink103.xml"/><Relationship Id="rId69" Type="http://schemas.openxmlformats.org/officeDocument/2006/relationships/image" Target="../media/image125.png"/><Relationship Id="rId113" Type="http://schemas.openxmlformats.org/officeDocument/2006/relationships/image" Target="../media/image147.png"/><Relationship Id="rId134" Type="http://schemas.openxmlformats.org/officeDocument/2006/relationships/customXml" Target="../ink/ink146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8.png"/><Relationship Id="rId21" Type="http://schemas.openxmlformats.org/officeDocument/2006/relationships/image" Target="../media/image180.png"/><Relationship Id="rId42" Type="http://schemas.openxmlformats.org/officeDocument/2006/relationships/customXml" Target="../ink/ink179.xml"/><Relationship Id="rId63" Type="http://schemas.openxmlformats.org/officeDocument/2006/relationships/image" Target="../media/image201.png"/><Relationship Id="rId84" Type="http://schemas.openxmlformats.org/officeDocument/2006/relationships/customXml" Target="../ink/ink200.xml"/><Relationship Id="rId138" Type="http://schemas.openxmlformats.org/officeDocument/2006/relationships/customXml" Target="../ink/ink227.xml"/><Relationship Id="rId159" Type="http://schemas.openxmlformats.org/officeDocument/2006/relationships/image" Target="../media/image249.png"/><Relationship Id="rId107" Type="http://schemas.openxmlformats.org/officeDocument/2006/relationships/image" Target="../media/image223.png"/><Relationship Id="rId11" Type="http://schemas.openxmlformats.org/officeDocument/2006/relationships/image" Target="../media/image175.png"/><Relationship Id="rId32" Type="http://schemas.openxmlformats.org/officeDocument/2006/relationships/customXml" Target="../ink/ink174.xml"/><Relationship Id="rId53" Type="http://schemas.openxmlformats.org/officeDocument/2006/relationships/image" Target="../media/image196.png"/><Relationship Id="rId74" Type="http://schemas.openxmlformats.org/officeDocument/2006/relationships/customXml" Target="../ink/ink195.xml"/><Relationship Id="rId128" Type="http://schemas.openxmlformats.org/officeDocument/2006/relationships/customXml" Target="../ink/ink222.xml"/><Relationship Id="rId149" Type="http://schemas.openxmlformats.org/officeDocument/2006/relationships/image" Target="../media/image244.png"/><Relationship Id="rId5" Type="http://schemas.openxmlformats.org/officeDocument/2006/relationships/image" Target="../media/image172.png"/><Relationship Id="rId95" Type="http://schemas.openxmlformats.org/officeDocument/2006/relationships/image" Target="../media/image217.png"/><Relationship Id="rId160" Type="http://schemas.openxmlformats.org/officeDocument/2006/relationships/customXml" Target="../ink/ink238.xml"/><Relationship Id="rId22" Type="http://schemas.openxmlformats.org/officeDocument/2006/relationships/customXml" Target="../ink/ink169.xml"/><Relationship Id="rId43" Type="http://schemas.openxmlformats.org/officeDocument/2006/relationships/image" Target="../media/image191.png"/><Relationship Id="rId64" Type="http://schemas.openxmlformats.org/officeDocument/2006/relationships/customXml" Target="../ink/ink190.xml"/><Relationship Id="rId118" Type="http://schemas.openxmlformats.org/officeDocument/2006/relationships/customXml" Target="../ink/ink217.xml"/><Relationship Id="rId139" Type="http://schemas.openxmlformats.org/officeDocument/2006/relationships/image" Target="../media/image239.png"/><Relationship Id="rId85" Type="http://schemas.openxmlformats.org/officeDocument/2006/relationships/image" Target="../media/image212.png"/><Relationship Id="rId150" Type="http://schemas.openxmlformats.org/officeDocument/2006/relationships/customXml" Target="../ink/ink233.xml"/><Relationship Id="rId12" Type="http://schemas.openxmlformats.org/officeDocument/2006/relationships/customXml" Target="../ink/ink164.xml"/><Relationship Id="rId17" Type="http://schemas.openxmlformats.org/officeDocument/2006/relationships/image" Target="../media/image178.png"/><Relationship Id="rId33" Type="http://schemas.openxmlformats.org/officeDocument/2006/relationships/image" Target="../media/image186.png"/><Relationship Id="rId38" Type="http://schemas.openxmlformats.org/officeDocument/2006/relationships/customXml" Target="../ink/ink177.xml"/><Relationship Id="rId59" Type="http://schemas.openxmlformats.org/officeDocument/2006/relationships/image" Target="../media/image199.png"/><Relationship Id="rId103" Type="http://schemas.openxmlformats.org/officeDocument/2006/relationships/image" Target="../media/image221.png"/><Relationship Id="rId108" Type="http://schemas.openxmlformats.org/officeDocument/2006/relationships/customXml" Target="../ink/ink212.xml"/><Relationship Id="rId124" Type="http://schemas.openxmlformats.org/officeDocument/2006/relationships/customXml" Target="../ink/ink220.xml"/><Relationship Id="rId129" Type="http://schemas.openxmlformats.org/officeDocument/2006/relationships/image" Target="../media/image234.png"/><Relationship Id="rId54" Type="http://schemas.openxmlformats.org/officeDocument/2006/relationships/customXml" Target="../ink/ink185.xml"/><Relationship Id="rId70" Type="http://schemas.openxmlformats.org/officeDocument/2006/relationships/customXml" Target="../ink/ink193.xml"/><Relationship Id="rId75" Type="http://schemas.openxmlformats.org/officeDocument/2006/relationships/image" Target="../media/image207.png"/><Relationship Id="rId91" Type="http://schemas.openxmlformats.org/officeDocument/2006/relationships/image" Target="../media/image215.png"/><Relationship Id="rId96" Type="http://schemas.openxmlformats.org/officeDocument/2006/relationships/customXml" Target="../ink/ink206.xml"/><Relationship Id="rId140" Type="http://schemas.openxmlformats.org/officeDocument/2006/relationships/customXml" Target="../ink/ink228.xml"/><Relationship Id="rId145" Type="http://schemas.openxmlformats.org/officeDocument/2006/relationships/image" Target="../media/image242.png"/><Relationship Id="rId161" Type="http://schemas.openxmlformats.org/officeDocument/2006/relationships/image" Target="../media/image250.png"/><Relationship Id="rId166" Type="http://schemas.openxmlformats.org/officeDocument/2006/relationships/customXml" Target="../ink/ink24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1.xml"/><Relationship Id="rId23" Type="http://schemas.openxmlformats.org/officeDocument/2006/relationships/image" Target="../media/image181.png"/><Relationship Id="rId28" Type="http://schemas.openxmlformats.org/officeDocument/2006/relationships/customXml" Target="../ink/ink172.xml"/><Relationship Id="rId49" Type="http://schemas.openxmlformats.org/officeDocument/2006/relationships/image" Target="../media/image194.png"/><Relationship Id="rId114" Type="http://schemas.openxmlformats.org/officeDocument/2006/relationships/customXml" Target="../ink/ink215.xml"/><Relationship Id="rId119" Type="http://schemas.openxmlformats.org/officeDocument/2006/relationships/image" Target="../media/image229.png"/><Relationship Id="rId44" Type="http://schemas.openxmlformats.org/officeDocument/2006/relationships/customXml" Target="../ink/ink180.xml"/><Relationship Id="rId60" Type="http://schemas.openxmlformats.org/officeDocument/2006/relationships/customXml" Target="../ink/ink188.xml"/><Relationship Id="rId65" Type="http://schemas.openxmlformats.org/officeDocument/2006/relationships/image" Target="../media/image202.png"/><Relationship Id="rId81" Type="http://schemas.openxmlformats.org/officeDocument/2006/relationships/image" Target="../media/image210.png"/><Relationship Id="rId86" Type="http://schemas.openxmlformats.org/officeDocument/2006/relationships/customXml" Target="../ink/ink201.xml"/><Relationship Id="rId130" Type="http://schemas.openxmlformats.org/officeDocument/2006/relationships/customXml" Target="../ink/ink223.xml"/><Relationship Id="rId135" Type="http://schemas.openxmlformats.org/officeDocument/2006/relationships/image" Target="../media/image237.png"/><Relationship Id="rId151" Type="http://schemas.openxmlformats.org/officeDocument/2006/relationships/image" Target="../media/image245.png"/><Relationship Id="rId156" Type="http://schemas.openxmlformats.org/officeDocument/2006/relationships/customXml" Target="../ink/ink236.xml"/><Relationship Id="rId13" Type="http://schemas.openxmlformats.org/officeDocument/2006/relationships/image" Target="../media/image176.png"/><Relationship Id="rId18" Type="http://schemas.openxmlformats.org/officeDocument/2006/relationships/customXml" Target="../ink/ink167.xml"/><Relationship Id="rId39" Type="http://schemas.openxmlformats.org/officeDocument/2006/relationships/image" Target="../media/image189.png"/><Relationship Id="rId109" Type="http://schemas.openxmlformats.org/officeDocument/2006/relationships/image" Target="../media/image224.png"/><Relationship Id="rId34" Type="http://schemas.openxmlformats.org/officeDocument/2006/relationships/customXml" Target="../ink/ink175.xml"/><Relationship Id="rId50" Type="http://schemas.openxmlformats.org/officeDocument/2006/relationships/customXml" Target="../ink/ink183.xml"/><Relationship Id="rId55" Type="http://schemas.openxmlformats.org/officeDocument/2006/relationships/image" Target="../media/image197.png"/><Relationship Id="rId76" Type="http://schemas.openxmlformats.org/officeDocument/2006/relationships/customXml" Target="../ink/ink196.xml"/><Relationship Id="rId97" Type="http://schemas.openxmlformats.org/officeDocument/2006/relationships/image" Target="../media/image218.png"/><Relationship Id="rId104" Type="http://schemas.openxmlformats.org/officeDocument/2006/relationships/customXml" Target="../ink/ink210.xml"/><Relationship Id="rId120" Type="http://schemas.openxmlformats.org/officeDocument/2006/relationships/customXml" Target="../ink/ink218.xml"/><Relationship Id="rId125" Type="http://schemas.openxmlformats.org/officeDocument/2006/relationships/image" Target="../media/image232.png"/><Relationship Id="rId141" Type="http://schemas.openxmlformats.org/officeDocument/2006/relationships/image" Target="../media/image240.png"/><Relationship Id="rId146" Type="http://schemas.openxmlformats.org/officeDocument/2006/relationships/customXml" Target="../ink/ink231.xml"/><Relationship Id="rId167" Type="http://schemas.openxmlformats.org/officeDocument/2006/relationships/image" Target="../media/image253.png"/><Relationship Id="rId7" Type="http://schemas.openxmlformats.org/officeDocument/2006/relationships/image" Target="../media/image173.png"/><Relationship Id="rId71" Type="http://schemas.openxmlformats.org/officeDocument/2006/relationships/image" Target="../media/image205.png"/><Relationship Id="rId92" Type="http://schemas.openxmlformats.org/officeDocument/2006/relationships/customXml" Target="../ink/ink204.xml"/><Relationship Id="rId162" Type="http://schemas.openxmlformats.org/officeDocument/2006/relationships/customXml" Target="../ink/ink239.xml"/><Relationship Id="rId2" Type="http://schemas.openxmlformats.org/officeDocument/2006/relationships/customXml" Target="../ink/ink159.xml"/><Relationship Id="rId29" Type="http://schemas.openxmlformats.org/officeDocument/2006/relationships/image" Target="../media/image184.png"/><Relationship Id="rId24" Type="http://schemas.openxmlformats.org/officeDocument/2006/relationships/customXml" Target="../ink/ink170.xml"/><Relationship Id="rId40" Type="http://schemas.openxmlformats.org/officeDocument/2006/relationships/customXml" Target="../ink/ink178.xml"/><Relationship Id="rId45" Type="http://schemas.openxmlformats.org/officeDocument/2006/relationships/image" Target="../media/image192.png"/><Relationship Id="rId66" Type="http://schemas.openxmlformats.org/officeDocument/2006/relationships/customXml" Target="../ink/ink191.xml"/><Relationship Id="rId87" Type="http://schemas.openxmlformats.org/officeDocument/2006/relationships/image" Target="../media/image213.png"/><Relationship Id="rId110" Type="http://schemas.openxmlformats.org/officeDocument/2006/relationships/customXml" Target="../ink/ink213.xml"/><Relationship Id="rId115" Type="http://schemas.openxmlformats.org/officeDocument/2006/relationships/image" Target="../media/image227.png"/><Relationship Id="rId131" Type="http://schemas.openxmlformats.org/officeDocument/2006/relationships/image" Target="../media/image235.png"/><Relationship Id="rId136" Type="http://schemas.openxmlformats.org/officeDocument/2006/relationships/customXml" Target="../ink/ink226.xml"/><Relationship Id="rId157" Type="http://schemas.openxmlformats.org/officeDocument/2006/relationships/image" Target="../media/image248.png"/><Relationship Id="rId61" Type="http://schemas.openxmlformats.org/officeDocument/2006/relationships/image" Target="../media/image200.png"/><Relationship Id="rId82" Type="http://schemas.openxmlformats.org/officeDocument/2006/relationships/customXml" Target="../ink/ink199.xml"/><Relationship Id="rId152" Type="http://schemas.openxmlformats.org/officeDocument/2006/relationships/customXml" Target="../ink/ink234.xml"/><Relationship Id="rId19" Type="http://schemas.openxmlformats.org/officeDocument/2006/relationships/image" Target="../media/image179.png"/><Relationship Id="rId14" Type="http://schemas.openxmlformats.org/officeDocument/2006/relationships/customXml" Target="../ink/ink165.xml"/><Relationship Id="rId30" Type="http://schemas.openxmlformats.org/officeDocument/2006/relationships/customXml" Target="../ink/ink173.xml"/><Relationship Id="rId35" Type="http://schemas.openxmlformats.org/officeDocument/2006/relationships/image" Target="../media/image187.png"/><Relationship Id="rId56" Type="http://schemas.openxmlformats.org/officeDocument/2006/relationships/customXml" Target="../ink/ink186.xml"/><Relationship Id="rId77" Type="http://schemas.openxmlformats.org/officeDocument/2006/relationships/image" Target="../media/image208.png"/><Relationship Id="rId100" Type="http://schemas.openxmlformats.org/officeDocument/2006/relationships/customXml" Target="../ink/ink208.xml"/><Relationship Id="rId105" Type="http://schemas.openxmlformats.org/officeDocument/2006/relationships/image" Target="../media/image222.png"/><Relationship Id="rId126" Type="http://schemas.openxmlformats.org/officeDocument/2006/relationships/customXml" Target="../ink/ink221.xml"/><Relationship Id="rId147" Type="http://schemas.openxmlformats.org/officeDocument/2006/relationships/image" Target="../media/image243.png"/><Relationship Id="rId8" Type="http://schemas.openxmlformats.org/officeDocument/2006/relationships/customXml" Target="../ink/ink162.xml"/><Relationship Id="rId51" Type="http://schemas.openxmlformats.org/officeDocument/2006/relationships/image" Target="../media/image195.png"/><Relationship Id="rId72" Type="http://schemas.openxmlformats.org/officeDocument/2006/relationships/customXml" Target="../ink/ink194.xml"/><Relationship Id="rId93" Type="http://schemas.openxmlformats.org/officeDocument/2006/relationships/image" Target="../media/image216.png"/><Relationship Id="rId98" Type="http://schemas.openxmlformats.org/officeDocument/2006/relationships/customXml" Target="../ink/ink207.xml"/><Relationship Id="rId121" Type="http://schemas.openxmlformats.org/officeDocument/2006/relationships/image" Target="../media/image230.png"/><Relationship Id="rId142" Type="http://schemas.openxmlformats.org/officeDocument/2006/relationships/customXml" Target="../ink/ink229.xml"/><Relationship Id="rId163" Type="http://schemas.openxmlformats.org/officeDocument/2006/relationships/image" Target="../media/image251.png"/><Relationship Id="rId3" Type="http://schemas.openxmlformats.org/officeDocument/2006/relationships/image" Target="../media/image171.png"/><Relationship Id="rId25" Type="http://schemas.openxmlformats.org/officeDocument/2006/relationships/image" Target="../media/image182.png"/><Relationship Id="rId46" Type="http://schemas.openxmlformats.org/officeDocument/2006/relationships/customXml" Target="../ink/ink181.xml"/><Relationship Id="rId67" Type="http://schemas.openxmlformats.org/officeDocument/2006/relationships/image" Target="../media/image203.png"/><Relationship Id="rId116" Type="http://schemas.openxmlformats.org/officeDocument/2006/relationships/customXml" Target="../ink/ink216.xml"/><Relationship Id="rId137" Type="http://schemas.openxmlformats.org/officeDocument/2006/relationships/image" Target="../media/image238.png"/><Relationship Id="rId158" Type="http://schemas.openxmlformats.org/officeDocument/2006/relationships/customXml" Target="../ink/ink237.xml"/><Relationship Id="rId20" Type="http://schemas.openxmlformats.org/officeDocument/2006/relationships/customXml" Target="../ink/ink168.xml"/><Relationship Id="rId41" Type="http://schemas.openxmlformats.org/officeDocument/2006/relationships/image" Target="../media/image190.png"/><Relationship Id="rId62" Type="http://schemas.openxmlformats.org/officeDocument/2006/relationships/customXml" Target="../ink/ink189.xml"/><Relationship Id="rId83" Type="http://schemas.openxmlformats.org/officeDocument/2006/relationships/image" Target="../media/image211.png"/><Relationship Id="rId88" Type="http://schemas.openxmlformats.org/officeDocument/2006/relationships/customXml" Target="../ink/ink202.xml"/><Relationship Id="rId111" Type="http://schemas.openxmlformats.org/officeDocument/2006/relationships/image" Target="../media/image225.png"/><Relationship Id="rId132" Type="http://schemas.openxmlformats.org/officeDocument/2006/relationships/customXml" Target="../ink/ink224.xml"/><Relationship Id="rId153" Type="http://schemas.openxmlformats.org/officeDocument/2006/relationships/image" Target="../media/image246.png"/><Relationship Id="rId15" Type="http://schemas.openxmlformats.org/officeDocument/2006/relationships/image" Target="../media/image177.png"/><Relationship Id="rId36" Type="http://schemas.openxmlformats.org/officeDocument/2006/relationships/customXml" Target="../ink/ink176.xml"/><Relationship Id="rId57" Type="http://schemas.openxmlformats.org/officeDocument/2006/relationships/image" Target="../media/image198.png"/><Relationship Id="rId106" Type="http://schemas.openxmlformats.org/officeDocument/2006/relationships/customXml" Target="../ink/ink211.xml"/><Relationship Id="rId127" Type="http://schemas.openxmlformats.org/officeDocument/2006/relationships/image" Target="../media/image233.png"/><Relationship Id="rId10" Type="http://schemas.openxmlformats.org/officeDocument/2006/relationships/customXml" Target="../ink/ink163.xml"/><Relationship Id="rId31" Type="http://schemas.openxmlformats.org/officeDocument/2006/relationships/image" Target="../media/image185.png"/><Relationship Id="rId52" Type="http://schemas.openxmlformats.org/officeDocument/2006/relationships/customXml" Target="../ink/ink184.xml"/><Relationship Id="rId73" Type="http://schemas.openxmlformats.org/officeDocument/2006/relationships/image" Target="../media/image206.png"/><Relationship Id="rId78" Type="http://schemas.openxmlformats.org/officeDocument/2006/relationships/customXml" Target="../ink/ink197.xml"/><Relationship Id="rId94" Type="http://schemas.openxmlformats.org/officeDocument/2006/relationships/customXml" Target="../ink/ink205.xml"/><Relationship Id="rId99" Type="http://schemas.openxmlformats.org/officeDocument/2006/relationships/image" Target="../media/image219.png"/><Relationship Id="rId101" Type="http://schemas.openxmlformats.org/officeDocument/2006/relationships/image" Target="../media/image220.png"/><Relationship Id="rId122" Type="http://schemas.openxmlformats.org/officeDocument/2006/relationships/customXml" Target="../ink/ink219.xml"/><Relationship Id="rId143" Type="http://schemas.openxmlformats.org/officeDocument/2006/relationships/image" Target="../media/image241.png"/><Relationship Id="rId148" Type="http://schemas.openxmlformats.org/officeDocument/2006/relationships/customXml" Target="../ink/ink232.xml"/><Relationship Id="rId164" Type="http://schemas.openxmlformats.org/officeDocument/2006/relationships/customXml" Target="../ink/ink240.xml"/><Relationship Id="rId4" Type="http://schemas.openxmlformats.org/officeDocument/2006/relationships/customXml" Target="../ink/ink160.xml"/><Relationship Id="rId9" Type="http://schemas.openxmlformats.org/officeDocument/2006/relationships/image" Target="../media/image174.png"/><Relationship Id="rId26" Type="http://schemas.openxmlformats.org/officeDocument/2006/relationships/customXml" Target="../ink/ink171.xml"/><Relationship Id="rId47" Type="http://schemas.openxmlformats.org/officeDocument/2006/relationships/image" Target="../media/image193.png"/><Relationship Id="rId68" Type="http://schemas.openxmlformats.org/officeDocument/2006/relationships/customXml" Target="../ink/ink192.xml"/><Relationship Id="rId89" Type="http://schemas.openxmlformats.org/officeDocument/2006/relationships/image" Target="../media/image214.png"/><Relationship Id="rId112" Type="http://schemas.openxmlformats.org/officeDocument/2006/relationships/customXml" Target="../ink/ink214.xml"/><Relationship Id="rId133" Type="http://schemas.openxmlformats.org/officeDocument/2006/relationships/image" Target="../media/image236.png"/><Relationship Id="rId154" Type="http://schemas.openxmlformats.org/officeDocument/2006/relationships/customXml" Target="../ink/ink235.xml"/><Relationship Id="rId16" Type="http://schemas.openxmlformats.org/officeDocument/2006/relationships/customXml" Target="../ink/ink166.xml"/><Relationship Id="rId37" Type="http://schemas.openxmlformats.org/officeDocument/2006/relationships/image" Target="../media/image188.png"/><Relationship Id="rId58" Type="http://schemas.openxmlformats.org/officeDocument/2006/relationships/customXml" Target="../ink/ink187.xml"/><Relationship Id="rId79" Type="http://schemas.openxmlformats.org/officeDocument/2006/relationships/image" Target="../media/image209.png"/><Relationship Id="rId102" Type="http://schemas.openxmlformats.org/officeDocument/2006/relationships/customXml" Target="../ink/ink209.xml"/><Relationship Id="rId123" Type="http://schemas.openxmlformats.org/officeDocument/2006/relationships/image" Target="../media/image231.png"/><Relationship Id="rId144" Type="http://schemas.openxmlformats.org/officeDocument/2006/relationships/customXml" Target="../ink/ink230.xml"/><Relationship Id="rId90" Type="http://schemas.openxmlformats.org/officeDocument/2006/relationships/customXml" Target="../ink/ink203.xml"/><Relationship Id="rId165" Type="http://schemas.openxmlformats.org/officeDocument/2006/relationships/image" Target="../media/image252.png"/><Relationship Id="rId27" Type="http://schemas.openxmlformats.org/officeDocument/2006/relationships/image" Target="../media/image183.png"/><Relationship Id="rId48" Type="http://schemas.openxmlformats.org/officeDocument/2006/relationships/customXml" Target="../ink/ink182.xml"/><Relationship Id="rId69" Type="http://schemas.openxmlformats.org/officeDocument/2006/relationships/image" Target="../media/image204.png"/><Relationship Id="rId113" Type="http://schemas.openxmlformats.org/officeDocument/2006/relationships/image" Target="../media/image226.png"/><Relationship Id="rId134" Type="http://schemas.openxmlformats.org/officeDocument/2006/relationships/customXml" Target="../ink/ink225.xml"/><Relationship Id="rId80" Type="http://schemas.openxmlformats.org/officeDocument/2006/relationships/customXml" Target="../ink/ink198.xml"/><Relationship Id="rId155" Type="http://schemas.openxmlformats.org/officeDocument/2006/relationships/image" Target="../media/image2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05.04434" TargetMode="External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5.png"/><Relationship Id="rId4" Type="http://schemas.openxmlformats.org/officeDocument/2006/relationships/customXml" Target="../ink/ink24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12.19437" TargetMode="External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7.png"/><Relationship Id="rId4" Type="http://schemas.openxmlformats.org/officeDocument/2006/relationships/customXml" Target="../ink/ink24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4.xml"/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2.png"/><Relationship Id="rId4" Type="http://schemas.openxmlformats.org/officeDocument/2006/relationships/customXml" Target="../ink/ink24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7.xml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8.xml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12.19437" TargetMode="External"/><Relationship Id="rId2" Type="http://schemas.openxmlformats.org/officeDocument/2006/relationships/image" Target="../media/image2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9.png"/><Relationship Id="rId4" Type="http://schemas.openxmlformats.org/officeDocument/2006/relationships/customXml" Target="../ink/ink24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12.19437" TargetMode="External"/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1.png"/><Relationship Id="rId4" Type="http://schemas.openxmlformats.org/officeDocument/2006/relationships/customXml" Target="../ink/ink25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2502.04667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0.png"/><Relationship Id="rId2" Type="http://schemas.openxmlformats.org/officeDocument/2006/relationships/customXml" Target="../ink/ink25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10.0.0.4:30000/v1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iyouga/LLaMA-Factory.git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simplescaling/s1K-1.1" TargetMode="External"/><Relationship Id="rId2" Type="http://schemas.openxmlformats.org/officeDocument/2006/relationships/hyperlink" Target="https://huggingface.co/datasets/AI-MO/NuminaMath-CoT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png"/><Relationship Id="rId2" Type="http://schemas.openxmlformats.org/officeDocument/2006/relationships/image" Target="../media/image27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7.png"/><Relationship Id="rId2" Type="http://schemas.openxmlformats.org/officeDocument/2006/relationships/image" Target="../media/image2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8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2.png"/><Relationship Id="rId4" Type="http://schemas.openxmlformats.org/officeDocument/2006/relationships/image" Target="../media/image28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3.png"/><Relationship Id="rId7" Type="http://schemas.openxmlformats.org/officeDocument/2006/relationships/image" Target="../media/image287.png"/><Relationship Id="rId2" Type="http://schemas.openxmlformats.org/officeDocument/2006/relationships/image" Target="../media/image2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6.png"/><Relationship Id="rId5" Type="http://schemas.openxmlformats.org/officeDocument/2006/relationships/image" Target="../media/image285.png"/><Relationship Id="rId4" Type="http://schemas.openxmlformats.org/officeDocument/2006/relationships/image" Target="../media/image28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png"/><Relationship Id="rId2" Type="http://schemas.openxmlformats.org/officeDocument/2006/relationships/image" Target="../media/image28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9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95357-0B9E-501E-06C5-F605829B8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Behind the High Optimized AI Models - DeepSeek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9E508-ABA5-BE40-CF93-61AA2A73BF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Shuguang Liu</a:t>
            </a:r>
          </a:p>
          <a:p>
            <a:r>
              <a:rPr lang="en-US" dirty="0"/>
              <a:t>Apr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65AC6-2156-59CF-6687-45860E51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38793-8419-634D-C19F-60016CFB8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2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798FA-4E6D-0659-A371-A9C2988A4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940"/>
            <a:ext cx="10515600" cy="1325563"/>
          </a:xfrm>
        </p:spPr>
        <p:txBody>
          <a:bodyPr/>
          <a:lstStyle/>
          <a:p>
            <a:r>
              <a:rPr lang="en-US"/>
              <a:t>DeepSeek-R1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4D3C88-D2EE-67F0-7A02-A50E9F6581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96821" y="1176489"/>
            <a:ext cx="8841141" cy="4614554"/>
          </a:xfrm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60F66F6-49F4-1095-A288-F9A8A528DD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3152765"/>
              </p:ext>
            </p:extLst>
          </p:nvPr>
        </p:nvGraphicFramePr>
        <p:xfrm>
          <a:off x="943035" y="5687072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22405028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8409056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7338670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4384254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11118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Model</a:t>
                      </a:r>
                      <a:endParaRPr lang="en-US">
                        <a:effectLst/>
                      </a:endParaRP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#Total Params</a:t>
                      </a:r>
                      <a:endParaRPr lang="en-US">
                        <a:effectLst/>
                      </a:endParaRP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#Activated Params</a:t>
                      </a:r>
                      <a:endParaRPr lang="en-US">
                        <a:effectLst/>
                      </a:endParaRP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Context Length</a:t>
                      </a:r>
                      <a:endParaRPr lang="en-US">
                        <a:effectLst/>
                      </a:endParaRP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Download</a:t>
                      </a:r>
                      <a:endParaRPr lang="en-US">
                        <a:effectLst/>
                      </a:endParaRPr>
                    </a:p>
                  </a:txBody>
                  <a:tcPr marL="61913" marR="61913" marT="28575" marB="28575" anchor="ctr"/>
                </a:tc>
                <a:extLst>
                  <a:ext uri="{0D108BD9-81ED-4DB2-BD59-A6C34878D82A}">
                    <a16:rowId xmlns:a16="http://schemas.microsoft.com/office/drawing/2014/main" val="2543396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DeepSeek-R1-Zero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671B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37B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128K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>
                          <a:effectLst/>
                          <a:hlinkClick r:id="rId4"/>
                        </a:rPr>
                        <a:t>🤗 HuggingFace</a:t>
                      </a:r>
                      <a:endParaRPr lang="en-US">
                        <a:effectLst/>
                      </a:endParaRPr>
                    </a:p>
                  </a:txBody>
                  <a:tcPr marL="61913" marR="61913" marT="28575" marB="28575" anchor="ctr"/>
                </a:tc>
                <a:extLst>
                  <a:ext uri="{0D108BD9-81ED-4DB2-BD59-A6C34878D82A}">
                    <a16:rowId xmlns:a16="http://schemas.microsoft.com/office/drawing/2014/main" val="341362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DeepSeek-R1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671B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37B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128K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>
                          <a:effectLst/>
                          <a:hlinkClick r:id="rId5"/>
                        </a:rPr>
                        <a:t>🤗 </a:t>
                      </a:r>
                      <a:r>
                        <a:rPr lang="en-US" u="sng" err="1">
                          <a:effectLst/>
                          <a:hlinkClick r:id="rId5"/>
                        </a:rPr>
                        <a:t>HuggingFace</a:t>
                      </a:r>
                      <a:endParaRPr lang="en-US">
                        <a:effectLst/>
                      </a:endParaRPr>
                    </a:p>
                  </a:txBody>
                  <a:tcPr marL="61913" marR="61913" marT="28575" marB="28575" anchor="ctr"/>
                </a:tc>
                <a:extLst>
                  <a:ext uri="{0D108BD9-81ED-4DB2-BD59-A6C34878D82A}">
                    <a16:rowId xmlns:a16="http://schemas.microsoft.com/office/drawing/2014/main" val="2583951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099BA10-3864-70D7-2495-AD8F2160EC72}"/>
              </a:ext>
            </a:extLst>
          </p:cNvPr>
          <p:cNvSpPr txBox="1"/>
          <p:nvPr/>
        </p:nvSpPr>
        <p:spPr>
          <a:xfrm>
            <a:off x="943035" y="51780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6"/>
              </a:rPr>
              <a:t>2501.12948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58F28C-6060-DC8C-E53D-A5FB1742A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BD75F1-46DC-C56E-EF18-702CBD213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28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6030D-C0B1-0096-6730-1749F0118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3622DC-AC0E-1BE1-0640-CC1114D2F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51" y="69891"/>
            <a:ext cx="10902909" cy="66366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E4313F9-5BA7-40C9-A7C1-5CE214D8BC45}"/>
                  </a:ext>
                </a:extLst>
              </p14:cNvPr>
              <p14:cNvContentPartPr/>
              <p14:nvPr/>
            </p14:nvContentPartPr>
            <p14:xfrm>
              <a:off x="3408400" y="5540360"/>
              <a:ext cx="6120" cy="12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E4313F9-5BA7-40C9-A7C1-5CE214D8BC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57400" y="5435360"/>
                <a:ext cx="107780" cy="2222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05C72E8-7FEB-FED7-13ED-6CFC5F218493}"/>
                  </a:ext>
                </a:extLst>
              </p14:cNvPr>
              <p14:cNvContentPartPr/>
              <p14:nvPr/>
            </p14:nvContentPartPr>
            <p14:xfrm>
              <a:off x="3419560" y="5536760"/>
              <a:ext cx="468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05C72E8-7FEB-FED7-13ED-6CFC5F21849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61060" y="5464760"/>
                <a:ext cx="121290" cy="14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28B3F47-AC46-6FA1-2675-42BE1CA99BEA}"/>
                  </a:ext>
                </a:extLst>
              </p14:cNvPr>
              <p14:cNvContentPartPr/>
              <p14:nvPr/>
            </p14:nvContentPartPr>
            <p14:xfrm>
              <a:off x="3694240" y="5512640"/>
              <a:ext cx="53640" cy="4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28B3F47-AC46-6FA1-2675-42BE1CA99BE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40600" y="5404640"/>
                <a:ext cx="160562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255CD74-F837-1DA8-77CA-BC84609B3CDC}"/>
                  </a:ext>
                </a:extLst>
              </p14:cNvPr>
              <p14:cNvContentPartPr/>
              <p14:nvPr/>
            </p14:nvContentPartPr>
            <p14:xfrm>
              <a:off x="3813760" y="5496800"/>
              <a:ext cx="167400" cy="13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255CD74-F837-1DA8-77CA-BC84609B3CD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59760" y="5388800"/>
                <a:ext cx="27504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B4135E6-F003-3533-C0A9-087C7BAFBE33}"/>
                  </a:ext>
                </a:extLst>
              </p14:cNvPr>
              <p14:cNvContentPartPr/>
              <p14:nvPr/>
            </p14:nvContentPartPr>
            <p14:xfrm>
              <a:off x="4060720" y="5513720"/>
              <a:ext cx="66600" cy="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B4135E6-F003-3533-C0A9-087C7BAFBE3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006720" y="5441720"/>
                <a:ext cx="174240" cy="14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CD3E24B-5716-6668-1F13-BFB5FD15CC0B}"/>
                  </a:ext>
                </a:extLst>
              </p14:cNvPr>
              <p14:cNvContentPartPr/>
              <p14:nvPr/>
            </p14:nvContentPartPr>
            <p14:xfrm>
              <a:off x="4268440" y="5512640"/>
              <a:ext cx="2520" cy="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CD3E24B-5716-6668-1F13-BFB5FD15CC0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14440" y="5440640"/>
                <a:ext cx="110160" cy="14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0083ABF-70E5-83C4-252C-670452DEC00F}"/>
                  </a:ext>
                </a:extLst>
              </p14:cNvPr>
              <p14:cNvContentPartPr/>
              <p14:nvPr/>
            </p14:nvContentPartPr>
            <p14:xfrm>
              <a:off x="4283200" y="5502560"/>
              <a:ext cx="18000" cy="90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0083ABF-70E5-83C4-252C-670452DEC00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229200" y="5394560"/>
                <a:ext cx="1256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AB502F7-D378-23C9-50EB-4B856D235750}"/>
                  </a:ext>
                </a:extLst>
              </p14:cNvPr>
              <p14:cNvContentPartPr/>
              <p14:nvPr/>
            </p14:nvContentPartPr>
            <p14:xfrm>
              <a:off x="3683440" y="5482400"/>
              <a:ext cx="483120" cy="316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AB502F7-D378-23C9-50EB-4B856D23575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29440" y="5374400"/>
                <a:ext cx="59076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A83CA58-0321-D8EF-6907-9900EB889AD9}"/>
                  </a:ext>
                </a:extLst>
              </p14:cNvPr>
              <p14:cNvContentPartPr/>
              <p14:nvPr/>
            </p14:nvContentPartPr>
            <p14:xfrm>
              <a:off x="3439360" y="5492120"/>
              <a:ext cx="204840" cy="79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A83CA58-0321-D8EF-6907-9900EB889AD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385360" y="5384120"/>
                <a:ext cx="31248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5837FB4-FAEF-90F6-6571-173022A8DA70}"/>
                  </a:ext>
                </a:extLst>
              </p14:cNvPr>
              <p14:cNvContentPartPr/>
              <p14:nvPr/>
            </p14:nvContentPartPr>
            <p14:xfrm>
              <a:off x="3438280" y="5502560"/>
              <a:ext cx="222480" cy="158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5837FB4-FAEF-90F6-6571-173022A8DA7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384280" y="5394560"/>
                <a:ext cx="33012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F5E9402-FC42-6A9D-B401-4C94177ABA99}"/>
                  </a:ext>
                </a:extLst>
              </p14:cNvPr>
              <p14:cNvContentPartPr/>
              <p14:nvPr/>
            </p14:nvContentPartPr>
            <p14:xfrm>
              <a:off x="3841480" y="5491040"/>
              <a:ext cx="236520" cy="16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F5E9402-FC42-6A9D-B401-4C94177ABA9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787480" y="5380640"/>
                <a:ext cx="344160" cy="2369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63FDBE4-628B-9527-4867-7E5C7AE49DB6}"/>
                  </a:ext>
                </a:extLst>
              </p14:cNvPr>
              <p14:cNvContentPartPr/>
              <p14:nvPr/>
            </p14:nvContentPartPr>
            <p14:xfrm>
              <a:off x="3432520" y="5484920"/>
              <a:ext cx="646560" cy="237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63FDBE4-628B-9527-4867-7E5C7AE49DB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378520" y="5375258"/>
                <a:ext cx="754200" cy="242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83394FB-CD2B-DA73-AD50-F94AA8401911}"/>
                  </a:ext>
                </a:extLst>
              </p14:cNvPr>
              <p14:cNvContentPartPr/>
              <p14:nvPr/>
            </p14:nvContentPartPr>
            <p14:xfrm>
              <a:off x="3211840" y="5792360"/>
              <a:ext cx="1800" cy="1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83394FB-CD2B-DA73-AD50-F94AA840191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206740" y="5786240"/>
                <a:ext cx="12000" cy="1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9C14A38-25DC-F387-7221-05C36B5E46DC}"/>
              </a:ext>
            </a:extLst>
          </p:cNvPr>
          <p:cNvGrpSpPr/>
          <p:nvPr/>
        </p:nvGrpSpPr>
        <p:grpSpPr>
          <a:xfrm>
            <a:off x="3335961" y="5672904"/>
            <a:ext cx="2290320" cy="374760"/>
            <a:chOff x="3335961" y="5672904"/>
            <a:chExt cx="229032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4C0DC64-A462-1F87-84BF-38791C4E98E0}"/>
                    </a:ext>
                  </a:extLst>
                </p14:cNvPr>
                <p14:cNvContentPartPr/>
                <p14:nvPr/>
              </p14:nvContentPartPr>
              <p14:xfrm>
                <a:off x="3366561" y="5780904"/>
                <a:ext cx="6480" cy="12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4C0DC64-A462-1F87-84BF-38791C4E98E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48561" y="5762375"/>
                  <a:ext cx="42120" cy="492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01C8CC9-8958-D3AC-C1D0-9094675C55A1}"/>
                    </a:ext>
                  </a:extLst>
                </p14:cNvPr>
                <p14:cNvContentPartPr/>
                <p14:nvPr/>
              </p14:nvContentPartPr>
              <p14:xfrm>
                <a:off x="3373761" y="5749224"/>
                <a:ext cx="113400" cy="48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01C8CC9-8958-D3AC-C1D0-9094675C55A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355704" y="5731224"/>
                  <a:ext cx="149154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337E6B8-A59D-4EBC-A003-7A79148CA4D5}"/>
                    </a:ext>
                  </a:extLst>
                </p14:cNvPr>
                <p14:cNvContentPartPr/>
                <p14:nvPr/>
              </p14:nvContentPartPr>
              <p14:xfrm>
                <a:off x="3387441" y="5848584"/>
                <a:ext cx="12240" cy="12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337E6B8-A59D-4EBC-A003-7A79148CA4D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368896" y="5830584"/>
                  <a:ext cx="489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0A07761-AE75-B7B5-8E28-7AD93A61D61E}"/>
                    </a:ext>
                  </a:extLst>
                </p14:cNvPr>
                <p14:cNvContentPartPr/>
                <p14:nvPr/>
              </p14:nvContentPartPr>
              <p14:xfrm>
                <a:off x="3335961" y="5884584"/>
                <a:ext cx="171360" cy="28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0A07761-AE75-B7B5-8E28-7AD93A61D61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317961" y="5866353"/>
                  <a:ext cx="207000" cy="645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F88F106-DD38-A3E6-E19F-33C1F4140FF6}"/>
                    </a:ext>
                  </a:extLst>
                </p14:cNvPr>
                <p14:cNvContentPartPr/>
                <p14:nvPr/>
              </p14:nvContentPartPr>
              <p14:xfrm>
                <a:off x="3468441" y="5814024"/>
                <a:ext cx="1080" cy="1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F88F106-DD38-A3E6-E19F-33C1F4140FF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450441" y="5796024"/>
                  <a:ext cx="367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679C70D-6657-EE29-4C26-6223787F7BA8}"/>
                    </a:ext>
                  </a:extLst>
                </p14:cNvPr>
                <p14:cNvContentPartPr/>
                <p14:nvPr/>
              </p14:nvContentPartPr>
              <p14:xfrm>
                <a:off x="3378081" y="5820144"/>
                <a:ext cx="57960" cy="71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679C70D-6657-EE29-4C26-6223787F7BA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360081" y="5802144"/>
                  <a:ext cx="93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4E24F2A-8321-BC3E-6E4D-72A4039FEB18}"/>
                    </a:ext>
                  </a:extLst>
                </p14:cNvPr>
                <p14:cNvContentPartPr/>
                <p14:nvPr/>
              </p14:nvContentPartPr>
              <p14:xfrm>
                <a:off x="3402921" y="5845344"/>
                <a:ext cx="15840" cy="8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4E24F2A-8321-BC3E-6E4D-72A4039FEB1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384921" y="5827344"/>
                  <a:ext cx="514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75A2931-87F9-898C-4232-125FD4147957}"/>
                    </a:ext>
                  </a:extLst>
                </p14:cNvPr>
                <p14:cNvContentPartPr/>
                <p14:nvPr/>
              </p14:nvContentPartPr>
              <p14:xfrm>
                <a:off x="3614961" y="5792424"/>
                <a:ext cx="36000" cy="19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75A2931-87F9-898C-4232-125FD414795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596779" y="5774424"/>
                  <a:ext cx="72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5A7B1E5-6A1F-9D04-55D2-9A76EC217496}"/>
                    </a:ext>
                  </a:extLst>
                </p14:cNvPr>
                <p14:cNvContentPartPr/>
                <p14:nvPr/>
              </p14:nvContentPartPr>
              <p14:xfrm>
                <a:off x="3613161" y="5820504"/>
                <a:ext cx="95760" cy="87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5A7B1E5-6A1F-9D04-55D2-9A76EC21749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595093" y="5802504"/>
                  <a:ext cx="131534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7218B4E-31B4-592F-8D4C-BB20E1824E81}"/>
                    </a:ext>
                  </a:extLst>
                </p14:cNvPr>
                <p14:cNvContentPartPr/>
                <p14:nvPr/>
              </p14:nvContentPartPr>
              <p14:xfrm>
                <a:off x="3622521" y="5777304"/>
                <a:ext cx="53640" cy="30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7218B4E-31B4-592F-8D4C-BB20E1824E8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604521" y="5759304"/>
                  <a:ext cx="892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C4AE6A5-2606-DDF7-010B-03AF51866F76}"/>
                    </a:ext>
                  </a:extLst>
                </p14:cNvPr>
                <p14:cNvContentPartPr/>
                <p14:nvPr/>
              </p14:nvContentPartPr>
              <p14:xfrm>
                <a:off x="3796041" y="5756424"/>
                <a:ext cx="88200" cy="50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C4AE6A5-2606-DDF7-010B-03AF51866F7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778041" y="5738424"/>
                  <a:ext cx="123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F6B1680-A51F-EE18-716D-99A9D1222EBA}"/>
                    </a:ext>
                  </a:extLst>
                </p14:cNvPr>
                <p14:cNvContentPartPr/>
                <p14:nvPr/>
              </p14:nvContentPartPr>
              <p14:xfrm>
                <a:off x="3780201" y="5827704"/>
                <a:ext cx="120600" cy="33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F6B1680-A51F-EE18-716D-99A9D1222EB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762201" y="5809704"/>
                  <a:ext cx="1562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A18CA6F-D8A7-8EEB-8024-C3DEDA5D24C6}"/>
                    </a:ext>
                  </a:extLst>
                </p14:cNvPr>
                <p14:cNvContentPartPr/>
                <p14:nvPr/>
              </p14:nvContentPartPr>
              <p14:xfrm>
                <a:off x="3915921" y="5833824"/>
                <a:ext cx="32760" cy="13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A18CA6F-D8A7-8EEB-8024-C3DEDA5D24C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897921" y="5815824"/>
                  <a:ext cx="68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AECE731-AB8B-CFA6-4895-1D116C2887B7}"/>
                    </a:ext>
                  </a:extLst>
                </p14:cNvPr>
                <p14:cNvContentPartPr/>
                <p14:nvPr/>
              </p14:nvContentPartPr>
              <p14:xfrm>
                <a:off x="3890001" y="5794224"/>
                <a:ext cx="3600" cy="1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AECE731-AB8B-CFA6-4895-1D116C2887B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872001" y="5776224"/>
                  <a:ext cx="39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BAF0C10-0CE2-788C-3A53-1A85930DEB77}"/>
                    </a:ext>
                  </a:extLst>
                </p14:cNvPr>
                <p14:cNvContentPartPr/>
                <p14:nvPr/>
              </p14:nvContentPartPr>
              <p14:xfrm>
                <a:off x="3881361" y="5798184"/>
                <a:ext cx="10800" cy="131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BAF0C10-0CE2-788C-3A53-1A85930DEB7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863361" y="5780184"/>
                  <a:ext cx="46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4794968-8220-4D15-0461-8F3F1DF26006}"/>
                    </a:ext>
                  </a:extLst>
                </p14:cNvPr>
                <p14:cNvContentPartPr/>
                <p14:nvPr/>
              </p14:nvContentPartPr>
              <p14:xfrm>
                <a:off x="4106361" y="5793144"/>
                <a:ext cx="2160" cy="1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4794968-8220-4D15-0461-8F3F1DF2600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088361" y="5775144"/>
                  <a:ext cx="378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9333137-8512-FF3D-A04E-1495471F6228}"/>
                    </a:ext>
                  </a:extLst>
                </p14:cNvPr>
                <p14:cNvContentPartPr/>
                <p14:nvPr/>
              </p14:nvContentPartPr>
              <p14:xfrm>
                <a:off x="4015281" y="5762544"/>
                <a:ext cx="87480" cy="178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9333137-8512-FF3D-A04E-1495471F622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997281" y="5744544"/>
                  <a:ext cx="1231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E7E34AD-2C09-BF8B-AEE1-68311667CE9C}"/>
                    </a:ext>
                  </a:extLst>
                </p14:cNvPr>
                <p14:cNvContentPartPr/>
                <p14:nvPr/>
              </p14:nvContentPartPr>
              <p14:xfrm>
                <a:off x="4097361" y="5802504"/>
                <a:ext cx="51120" cy="10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E7E34AD-2C09-BF8B-AEE1-68311667CE9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079361" y="5784504"/>
                  <a:ext cx="867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43914FA-F8D7-3F23-2A29-8EAE86C4BBC8}"/>
                    </a:ext>
                  </a:extLst>
                </p14:cNvPr>
                <p14:cNvContentPartPr/>
                <p14:nvPr/>
              </p14:nvContentPartPr>
              <p14:xfrm>
                <a:off x="3680481" y="5793864"/>
                <a:ext cx="51120" cy="14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43914FA-F8D7-3F23-2A29-8EAE86C4BBC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662481" y="5775864"/>
                  <a:ext cx="867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EEE6E90-43E1-C497-83B2-AD54F4BD5DB0}"/>
                    </a:ext>
                  </a:extLst>
                </p14:cNvPr>
                <p14:cNvContentPartPr/>
                <p14:nvPr/>
              </p14:nvContentPartPr>
              <p14:xfrm>
                <a:off x="4205001" y="5738424"/>
                <a:ext cx="8280" cy="51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EEE6E90-43E1-C497-83B2-AD54F4BD5DB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186183" y="5720424"/>
                  <a:ext cx="455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4502DC3-41C6-BC5F-3BFC-5955C28007CF}"/>
                    </a:ext>
                  </a:extLst>
                </p14:cNvPr>
                <p14:cNvContentPartPr/>
                <p14:nvPr/>
              </p14:nvContentPartPr>
              <p14:xfrm>
                <a:off x="4213281" y="5838864"/>
                <a:ext cx="2160" cy="46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4502DC3-41C6-BC5F-3BFC-5955C28007C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195281" y="5820864"/>
                  <a:ext cx="378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14941BD-6E98-9682-7101-F6656BA5A118}"/>
                    </a:ext>
                  </a:extLst>
                </p14:cNvPr>
                <p14:cNvContentPartPr/>
                <p14:nvPr/>
              </p14:nvContentPartPr>
              <p14:xfrm>
                <a:off x="4217601" y="5823384"/>
                <a:ext cx="52920" cy="91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14941BD-6E98-9682-7101-F6656BA5A11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199478" y="5805384"/>
                  <a:ext cx="88804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AB0A8E3-07AE-DB42-7A86-E5654556FA1E}"/>
                    </a:ext>
                  </a:extLst>
                </p14:cNvPr>
                <p14:cNvContentPartPr/>
                <p14:nvPr/>
              </p14:nvContentPartPr>
              <p14:xfrm>
                <a:off x="4314801" y="5781264"/>
                <a:ext cx="7560" cy="28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AB0A8E3-07AE-DB42-7A86-E5654556FA1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296801" y="5763036"/>
                  <a:ext cx="43200" cy="648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14E7631-8134-D094-013B-FA7C456517DE}"/>
                    </a:ext>
                  </a:extLst>
                </p14:cNvPr>
                <p14:cNvContentPartPr/>
                <p14:nvPr/>
              </p14:nvContentPartPr>
              <p14:xfrm>
                <a:off x="4321641" y="5847144"/>
                <a:ext cx="1080" cy="24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14E7631-8134-D094-013B-FA7C456517D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303641" y="5829144"/>
                  <a:ext cx="36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DDC09EC-212C-AB0E-65B8-F1262D1D3EDB}"/>
                    </a:ext>
                  </a:extLst>
                </p14:cNvPr>
                <p14:cNvContentPartPr/>
                <p14:nvPr/>
              </p14:nvContentPartPr>
              <p14:xfrm>
                <a:off x="4426041" y="5753184"/>
                <a:ext cx="69840" cy="56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DDC09EC-212C-AB0E-65B8-F1262D1D3ED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408041" y="5735184"/>
                  <a:ext cx="1054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F8F5050-DAF0-5CBE-81E3-A75140A6A2BF}"/>
                    </a:ext>
                  </a:extLst>
                </p14:cNvPr>
                <p14:cNvContentPartPr/>
                <p14:nvPr/>
              </p14:nvContentPartPr>
              <p14:xfrm>
                <a:off x="4422081" y="5823024"/>
                <a:ext cx="106560" cy="94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F8F5050-DAF0-5CBE-81E3-A75140A6A2B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404142" y="5805024"/>
                  <a:ext cx="1420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7A34842-494E-939E-B39D-F8ED9FCD631F}"/>
                    </a:ext>
                  </a:extLst>
                </p14:cNvPr>
                <p14:cNvContentPartPr/>
                <p14:nvPr/>
              </p14:nvContentPartPr>
              <p14:xfrm>
                <a:off x="4581921" y="5809344"/>
                <a:ext cx="6120" cy="1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7A34842-494E-939E-B39D-F8ED9FCD631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563921" y="5791344"/>
                  <a:ext cx="41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32AB97B-C640-0CD6-8BB1-B23845ABFB67}"/>
                    </a:ext>
                  </a:extLst>
                </p14:cNvPr>
                <p14:cNvContentPartPr/>
                <p14:nvPr/>
              </p14:nvContentPartPr>
              <p14:xfrm>
                <a:off x="4575081" y="5820504"/>
                <a:ext cx="123120" cy="101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32AB97B-C640-0CD6-8BB1-B23845ABFB6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557081" y="5802504"/>
                  <a:ext cx="1587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7F4CC12-8A1D-D6B2-061C-CBF530E5C95C}"/>
                    </a:ext>
                  </a:extLst>
                </p14:cNvPr>
                <p14:cNvContentPartPr/>
                <p14:nvPr/>
              </p14:nvContentPartPr>
              <p14:xfrm>
                <a:off x="4565721" y="5745264"/>
                <a:ext cx="139320" cy="64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7F4CC12-8A1D-D6B2-061C-CBF530E5C95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547674" y="5727264"/>
                  <a:ext cx="175052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339E98D-7D17-1D13-BE6E-B85DA2BE5341}"/>
                    </a:ext>
                  </a:extLst>
                </p14:cNvPr>
                <p14:cNvContentPartPr/>
                <p14:nvPr/>
              </p14:nvContentPartPr>
              <p14:xfrm>
                <a:off x="4718361" y="5807904"/>
                <a:ext cx="128520" cy="110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339E98D-7D17-1D13-BE6E-B85DA2BE534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700361" y="5789845"/>
                  <a:ext cx="164160" cy="1466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56EE06D-2E8F-DDAC-B3D5-20497A0B2A57}"/>
                    </a:ext>
                  </a:extLst>
                </p14:cNvPr>
                <p14:cNvContentPartPr/>
                <p14:nvPr/>
              </p14:nvContentPartPr>
              <p14:xfrm>
                <a:off x="4714041" y="5725104"/>
                <a:ext cx="149040" cy="83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56EE06D-2E8F-DDAC-B3D5-20497A0B2A5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696041" y="5707104"/>
                  <a:ext cx="1846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B80B763-4335-EC55-2845-CFBE23CE6267}"/>
                    </a:ext>
                  </a:extLst>
                </p14:cNvPr>
                <p14:cNvContentPartPr/>
                <p14:nvPr/>
              </p14:nvContentPartPr>
              <p14:xfrm>
                <a:off x="5088441" y="5678664"/>
                <a:ext cx="1800" cy="1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B80B763-4335-EC55-2845-CFBE23CE626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065941" y="5660664"/>
                  <a:ext cx="4635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707CFBF-4663-236E-E8DF-AEAE11A2A154}"/>
                    </a:ext>
                  </a:extLst>
                </p14:cNvPr>
                <p14:cNvContentPartPr/>
                <p14:nvPr/>
              </p14:nvContentPartPr>
              <p14:xfrm>
                <a:off x="5084121" y="5672904"/>
                <a:ext cx="2160" cy="1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707CFBF-4663-236E-E8DF-AEAE11A2A15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068692" y="5654904"/>
                  <a:ext cx="32709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3CC72C3-1EDA-7205-AF70-70D842D940A2}"/>
                    </a:ext>
                  </a:extLst>
                </p14:cNvPr>
                <p14:cNvContentPartPr/>
                <p14:nvPr/>
              </p14:nvContentPartPr>
              <p14:xfrm>
                <a:off x="4933641" y="5740584"/>
                <a:ext cx="120240" cy="307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3CC72C3-1EDA-7205-AF70-70D842D940A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915641" y="5722584"/>
                  <a:ext cx="15588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2F0E7AE-3059-CE4B-D7E9-0B69C688A779}"/>
                    </a:ext>
                  </a:extLst>
                </p14:cNvPr>
                <p14:cNvContentPartPr/>
                <p14:nvPr/>
              </p14:nvContentPartPr>
              <p14:xfrm>
                <a:off x="5180241" y="5810064"/>
                <a:ext cx="1440" cy="1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2F0E7AE-3059-CE4B-D7E9-0B69C688A77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162241" y="5792064"/>
                  <a:ext cx="37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BA1CFD8-C4AD-9C67-ECF1-D3EC1EE5125A}"/>
                    </a:ext>
                  </a:extLst>
                </p14:cNvPr>
                <p14:cNvContentPartPr/>
                <p14:nvPr/>
              </p14:nvContentPartPr>
              <p14:xfrm>
                <a:off x="5188161" y="5800344"/>
                <a:ext cx="39240" cy="3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BA1CFD8-C4AD-9C67-ECF1-D3EC1EE5125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170161" y="5782344"/>
                  <a:ext cx="74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BAF09C7-8F19-04E7-319C-42879D0697FA}"/>
                    </a:ext>
                  </a:extLst>
                </p14:cNvPr>
                <p14:cNvContentPartPr/>
                <p14:nvPr/>
              </p14:nvContentPartPr>
              <p14:xfrm>
                <a:off x="5241801" y="5938944"/>
                <a:ext cx="6480" cy="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BAF09C7-8F19-04E7-319C-42879D0697F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224748" y="5920944"/>
                  <a:ext cx="40244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5603999-901A-96C8-1388-C4555E7A8F9A}"/>
                    </a:ext>
                  </a:extLst>
                </p14:cNvPr>
                <p14:cNvContentPartPr/>
                <p14:nvPr/>
              </p14:nvContentPartPr>
              <p14:xfrm>
                <a:off x="5276001" y="5937144"/>
                <a:ext cx="19080" cy="2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5603999-901A-96C8-1388-C4555E7A8F9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258001" y="5921715"/>
                  <a:ext cx="54720" cy="327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3589B78-8D4E-DB22-6AB6-0E25112573A9}"/>
                    </a:ext>
                  </a:extLst>
                </p14:cNvPr>
                <p14:cNvContentPartPr/>
                <p14:nvPr/>
              </p14:nvContentPartPr>
              <p14:xfrm>
                <a:off x="5246841" y="5825544"/>
                <a:ext cx="1080" cy="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3589B78-8D4E-DB22-6AB6-0E25112573A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228841" y="5807544"/>
                  <a:ext cx="367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B9F9341-748E-7DCE-6B06-EA25109CD9E3}"/>
                    </a:ext>
                  </a:extLst>
                </p14:cNvPr>
                <p14:cNvContentPartPr/>
                <p14:nvPr/>
              </p14:nvContentPartPr>
              <p14:xfrm>
                <a:off x="5243961" y="5819784"/>
                <a:ext cx="2160" cy="21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B9F9341-748E-7DCE-6B06-EA25109CD9E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222361" y="5804355"/>
                  <a:ext cx="44928" cy="327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4BB318B-3DA1-6D1D-89CE-628AB3638C0F}"/>
                    </a:ext>
                  </a:extLst>
                </p14:cNvPr>
                <p14:cNvContentPartPr/>
                <p14:nvPr/>
              </p14:nvContentPartPr>
              <p14:xfrm>
                <a:off x="5262321" y="5852904"/>
                <a:ext cx="24480" cy="47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4BB318B-3DA1-6D1D-89CE-628AB3638C0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244321" y="5834904"/>
                  <a:ext cx="601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1446C63-CA3A-DB91-820A-BB3EADE28C45}"/>
                    </a:ext>
                  </a:extLst>
                </p14:cNvPr>
                <p14:cNvContentPartPr/>
                <p14:nvPr/>
              </p14:nvContentPartPr>
              <p14:xfrm>
                <a:off x="5194641" y="5945784"/>
                <a:ext cx="1080" cy="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1446C63-CA3A-DB91-820A-BB3EADE28C4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176641" y="5927784"/>
                  <a:ext cx="367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AC6DC71-BD82-901F-9389-1AD895DED2CA}"/>
                    </a:ext>
                  </a:extLst>
                </p14:cNvPr>
                <p14:cNvContentPartPr/>
                <p14:nvPr/>
              </p14:nvContentPartPr>
              <p14:xfrm>
                <a:off x="5388681" y="5830224"/>
                <a:ext cx="1440" cy="900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AC6DC71-BD82-901F-9389-1AD895DED2C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364681" y="5812224"/>
                  <a:ext cx="489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45B48FC-8530-A905-9342-F0E2C915103C}"/>
                    </a:ext>
                  </a:extLst>
                </p14:cNvPr>
                <p14:cNvContentPartPr/>
                <p14:nvPr/>
              </p14:nvContentPartPr>
              <p14:xfrm>
                <a:off x="5395521" y="5796024"/>
                <a:ext cx="10800" cy="5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45B48FC-8530-A905-9342-F0E2C915103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377521" y="5778024"/>
                  <a:ext cx="464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EC7F61D-1641-EA16-67E7-C7C3045A66F6}"/>
                    </a:ext>
                  </a:extLst>
                </p14:cNvPr>
                <p14:cNvContentPartPr/>
                <p14:nvPr/>
              </p14:nvContentPartPr>
              <p14:xfrm>
                <a:off x="5450961" y="5864784"/>
                <a:ext cx="10080" cy="388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EC7F61D-1641-EA16-67E7-C7C3045A66F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432961" y="5846784"/>
                  <a:ext cx="457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70E9D52-8F9B-A5CE-C15A-19FF06F9B64E}"/>
                    </a:ext>
                  </a:extLst>
                </p14:cNvPr>
                <p14:cNvContentPartPr/>
                <p14:nvPr/>
              </p14:nvContentPartPr>
              <p14:xfrm>
                <a:off x="5559681" y="5787024"/>
                <a:ext cx="38160" cy="21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70E9D52-8F9B-A5CE-C15A-19FF06F9B64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541681" y="5769024"/>
                  <a:ext cx="738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BD59EB4-B7CC-997C-146D-372C0BA79531}"/>
                    </a:ext>
                  </a:extLst>
                </p14:cNvPr>
                <p14:cNvContentPartPr/>
                <p14:nvPr/>
              </p14:nvContentPartPr>
              <p14:xfrm>
                <a:off x="5619441" y="5786304"/>
                <a:ext cx="6840" cy="167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BD59EB4-B7CC-997C-146D-372C0BA7953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600441" y="5768304"/>
                  <a:ext cx="444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386B45D-305C-1263-9885-3E3A506A1356}"/>
                    </a:ext>
                  </a:extLst>
                </p14:cNvPr>
                <p14:cNvContentPartPr/>
                <p14:nvPr/>
              </p14:nvContentPartPr>
              <p14:xfrm>
                <a:off x="5385441" y="5814024"/>
                <a:ext cx="6840" cy="26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386B45D-305C-1263-9885-3E3A506A135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367441" y="5796024"/>
                  <a:ext cx="42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8D5227F-C439-7672-7B50-4432FEEB90B0}"/>
                    </a:ext>
                  </a:extLst>
                </p14:cNvPr>
                <p14:cNvContentPartPr/>
                <p14:nvPr/>
              </p14:nvContentPartPr>
              <p14:xfrm>
                <a:off x="5386881" y="5790264"/>
                <a:ext cx="39600" cy="16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8D5227F-C439-7672-7B50-4432FEEB90B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368881" y="5772264"/>
                  <a:ext cx="752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E0D4975-2F34-AF06-7E32-62D27A0ABDA5}"/>
                    </a:ext>
                  </a:extLst>
                </p14:cNvPr>
                <p14:cNvContentPartPr/>
                <p14:nvPr/>
              </p14:nvContentPartPr>
              <p14:xfrm>
                <a:off x="5437281" y="5811504"/>
                <a:ext cx="69480" cy="115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E0D4975-2F34-AF06-7E32-62D27A0ABDA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419187" y="5793448"/>
                  <a:ext cx="105306" cy="1513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6994FD3-EEE3-57CC-0AD0-4BF7CDE4F303}"/>
                    </a:ext>
                  </a:extLst>
                </p14:cNvPr>
                <p14:cNvContentPartPr/>
                <p14:nvPr/>
              </p14:nvContentPartPr>
              <p14:xfrm>
                <a:off x="5536641" y="5785944"/>
                <a:ext cx="34920" cy="18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6994FD3-EEE3-57CC-0AD0-4BF7CDE4F30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518453" y="5767577"/>
                  <a:ext cx="70931" cy="54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3611A21-250F-4F85-B8CB-7E7BD25E3C67}"/>
                    </a:ext>
                  </a:extLst>
                </p14:cNvPr>
                <p14:cNvContentPartPr/>
                <p14:nvPr/>
              </p14:nvContentPartPr>
              <p14:xfrm>
                <a:off x="5498481" y="5827344"/>
                <a:ext cx="29520" cy="79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3611A21-250F-4F85-B8CB-7E7BD25E3C6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480481" y="5809425"/>
                  <a:ext cx="65160" cy="1150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A408E2C-F23B-DD8B-8D08-BA87FC1EC88C}"/>
                    </a:ext>
                  </a:extLst>
                </p14:cNvPr>
                <p14:cNvContentPartPr/>
                <p14:nvPr/>
              </p14:nvContentPartPr>
              <p14:xfrm>
                <a:off x="5193201" y="5825904"/>
                <a:ext cx="720" cy="7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A408E2C-F23B-DD8B-8D08-BA87FC1EC88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175201" y="5807904"/>
                  <a:ext cx="363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14E3407-4D6C-30D5-73FC-A3D815FA60E1}"/>
                    </a:ext>
                  </a:extLst>
                </p14:cNvPr>
                <p14:cNvContentPartPr/>
                <p14:nvPr/>
              </p14:nvContentPartPr>
              <p14:xfrm>
                <a:off x="5194641" y="5818344"/>
                <a:ext cx="3960" cy="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14E3407-4D6C-30D5-73FC-A3D815FA60E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176641" y="5800344"/>
                  <a:ext cx="39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31D996E-464B-C0AE-217C-8C8D5EA18C5B}"/>
                    </a:ext>
                  </a:extLst>
                </p14:cNvPr>
                <p14:cNvContentPartPr/>
                <p14:nvPr/>
              </p14:nvContentPartPr>
              <p14:xfrm>
                <a:off x="5239641" y="5841744"/>
                <a:ext cx="52200" cy="810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31D996E-464B-C0AE-217C-8C8D5EA18C5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221641" y="5823744"/>
                  <a:ext cx="878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6688F1C-FFB7-78FB-E953-0A7961D4DEC7}"/>
                    </a:ext>
                  </a:extLst>
                </p14:cNvPr>
                <p14:cNvContentPartPr/>
                <p14:nvPr/>
              </p14:nvContentPartPr>
              <p14:xfrm>
                <a:off x="5150361" y="5969904"/>
                <a:ext cx="4680" cy="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6688F1C-FFB7-78FB-E953-0A7961D4DEC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132361" y="5951904"/>
                  <a:ext cx="40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E77A325-84AF-43B2-CF46-2740199FE714}"/>
                    </a:ext>
                  </a:extLst>
                </p14:cNvPr>
                <p14:cNvContentPartPr/>
                <p14:nvPr/>
              </p14:nvContentPartPr>
              <p14:xfrm>
                <a:off x="5148201" y="5969184"/>
                <a:ext cx="1080" cy="1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E77A325-84AF-43B2-CF46-2740199FE71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130201" y="5951184"/>
                  <a:ext cx="367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F83B1BE-E5EB-90AD-E03E-F9AC9ED065AE}"/>
                    </a:ext>
                  </a:extLst>
                </p14:cNvPr>
                <p14:cNvContentPartPr/>
                <p14:nvPr/>
              </p14:nvContentPartPr>
              <p14:xfrm>
                <a:off x="5254041" y="5927424"/>
                <a:ext cx="23400" cy="46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F83B1BE-E5EB-90AD-E03E-F9AC9ED065A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236041" y="5909424"/>
                  <a:ext cx="59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A6C19A4-8EA1-FA41-96FB-A50F11328BE1}"/>
                    </a:ext>
                  </a:extLst>
                </p14:cNvPr>
                <p14:cNvContentPartPr/>
                <p14:nvPr/>
              </p14:nvContentPartPr>
              <p14:xfrm>
                <a:off x="5136681" y="5961624"/>
                <a:ext cx="70200" cy="11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A6C19A4-8EA1-FA41-96FB-A50F11328BE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118681" y="5943624"/>
                  <a:ext cx="1058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4973508-1347-3D7F-3E97-9307745FAB56}"/>
                    </a:ext>
                  </a:extLst>
                </p14:cNvPr>
                <p14:cNvContentPartPr/>
                <p14:nvPr/>
              </p14:nvContentPartPr>
              <p14:xfrm>
                <a:off x="5195361" y="5952264"/>
                <a:ext cx="45360" cy="9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4973508-1347-3D7F-3E97-9307745FAB5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177361" y="5934264"/>
                  <a:ext cx="81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DD764F7-F76D-2B63-283D-462ED72DF3EB}"/>
                    </a:ext>
                  </a:extLst>
                </p14:cNvPr>
                <p14:cNvContentPartPr/>
                <p14:nvPr/>
              </p14:nvContentPartPr>
              <p14:xfrm>
                <a:off x="5249721" y="5952984"/>
                <a:ext cx="41760" cy="39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DD764F7-F76D-2B63-283D-462ED72DF3EB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231721" y="5934984"/>
                  <a:ext cx="774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6DD8747-EACE-FEE3-1E39-1578C6479974}"/>
                    </a:ext>
                  </a:extLst>
                </p14:cNvPr>
                <p14:cNvContentPartPr/>
                <p14:nvPr/>
              </p14:nvContentPartPr>
              <p14:xfrm>
                <a:off x="5240001" y="5807184"/>
                <a:ext cx="1080" cy="1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6DD8747-EACE-FEE3-1E39-1578C647997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222001" y="5789184"/>
                  <a:ext cx="367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7C748A1-3B8F-93CF-218F-E7DA8EF5DA9A}"/>
                    </a:ext>
                  </a:extLst>
                </p14:cNvPr>
                <p14:cNvContentPartPr/>
                <p14:nvPr/>
              </p14:nvContentPartPr>
              <p14:xfrm>
                <a:off x="5242161" y="5803584"/>
                <a:ext cx="76320" cy="77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7C748A1-3B8F-93CF-218F-E7DA8EF5DA9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224161" y="5785584"/>
                  <a:ext cx="1119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11922E7-7D4C-9561-E0AB-40B4B88F6334}"/>
                    </a:ext>
                  </a:extLst>
                </p14:cNvPr>
                <p14:cNvContentPartPr/>
                <p14:nvPr/>
              </p14:nvContentPartPr>
              <p14:xfrm>
                <a:off x="5256921" y="5812224"/>
                <a:ext cx="15480" cy="19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11922E7-7D4C-9561-E0AB-40B4B88F633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238921" y="5794224"/>
                  <a:ext cx="51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291D8C1-4BC3-0EF9-862F-35BFADCE90E1}"/>
                    </a:ext>
                  </a:extLst>
                </p14:cNvPr>
                <p14:cNvContentPartPr/>
                <p14:nvPr/>
              </p14:nvContentPartPr>
              <p14:xfrm>
                <a:off x="5260881" y="5826264"/>
                <a:ext cx="720" cy="7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291D8C1-4BC3-0EF9-862F-35BFADCE90E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242881" y="5807407"/>
                  <a:ext cx="36360" cy="45257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6" name="Footer Placeholder 115">
            <a:extLst>
              <a:ext uri="{FF2B5EF4-FFF2-40B4-BE49-F238E27FC236}">
                <a16:creationId xmlns:a16="http://schemas.microsoft.com/office/drawing/2014/main" id="{DCEF5051-6483-A68D-159A-A8E9FFF8E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117" name="Slide Number Placeholder 116">
            <a:extLst>
              <a:ext uri="{FF2B5EF4-FFF2-40B4-BE49-F238E27FC236}">
                <a16:creationId xmlns:a16="http://schemas.microsoft.com/office/drawing/2014/main" id="{5C3C7106-5A56-864A-558A-B2AC02BE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39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15778-1199-B46A-F97F-F4B21EEFC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Size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74CFB6-1097-CE7C-4EF2-045720622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0147" y="3052007"/>
            <a:ext cx="10515600" cy="185881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CB9A062-37A3-1870-4A70-FC9C05D58367}"/>
                  </a:ext>
                </a:extLst>
              </p14:cNvPr>
              <p14:cNvContentPartPr/>
              <p14:nvPr/>
            </p14:nvContentPartPr>
            <p14:xfrm>
              <a:off x="2147400" y="4160520"/>
              <a:ext cx="8699760" cy="653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CB9A062-37A3-1870-4A70-FC9C05D583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38040" y="4151160"/>
                <a:ext cx="8718480" cy="6724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F5E66F2-4EF6-5190-00DD-7A82A1F6B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7D4077-F9DF-3190-1CC4-E983E48D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028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0D6B-B885-7758-B011-B070DE139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technologies(</a:t>
            </a:r>
            <a:r>
              <a:rPr lang="en-US" err="1"/>
              <a:t>DeepSeek</a:t>
            </a:r>
            <a:r>
              <a:rPr lang="en-US"/>
              <a:t> V2, V3, R1)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FD2AB-04D4-7B90-0545-F1779D42F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Model Architecture</a:t>
            </a:r>
          </a:p>
          <a:p>
            <a:pPr lvl="1"/>
            <a:r>
              <a:rPr lang="en-US"/>
              <a:t>MLA, KV Cache optimization </a:t>
            </a:r>
          </a:p>
          <a:p>
            <a:pPr lvl="1"/>
            <a:r>
              <a:rPr lang="en-US" err="1"/>
              <a:t>DeepSeekMOE</a:t>
            </a:r>
            <a:r>
              <a:rPr lang="en-US"/>
              <a:t>, Sparse MOE, more smaller experts + shared expert</a:t>
            </a:r>
          </a:p>
          <a:p>
            <a:pPr lvl="1"/>
            <a:r>
              <a:rPr lang="en-US"/>
              <a:t>Multi-token Prediction, Causal heads</a:t>
            </a:r>
          </a:p>
          <a:p>
            <a:r>
              <a:rPr lang="en-US"/>
              <a:t>Computation &amp; Communication </a:t>
            </a:r>
          </a:p>
          <a:p>
            <a:pPr lvl="1"/>
            <a:r>
              <a:rPr lang="en-US"/>
              <a:t>FP8 optimization</a:t>
            </a:r>
          </a:p>
          <a:p>
            <a:pPr lvl="1"/>
            <a:r>
              <a:rPr lang="en-US"/>
              <a:t>Communication </a:t>
            </a:r>
          </a:p>
          <a:p>
            <a:r>
              <a:rPr lang="en-US"/>
              <a:t>Training</a:t>
            </a:r>
          </a:p>
          <a:p>
            <a:pPr lvl="1"/>
            <a:r>
              <a:rPr lang="en-US"/>
              <a:t>GRPO</a:t>
            </a:r>
          </a:p>
          <a:p>
            <a:pPr lvl="1"/>
            <a:r>
              <a:rPr lang="en-US"/>
              <a:t>Self Consistency, COT, Large Model distilled small model capability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DA006-813D-2BA2-9478-9C83D0AB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B1FCE-5ACF-DA0C-2A31-DB4DAE85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22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C9721-448B-6883-66EB-891E12DBC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85" y="5706383"/>
            <a:ext cx="11070771" cy="1064532"/>
          </a:xfrm>
        </p:spPr>
        <p:txBody>
          <a:bodyPr>
            <a:noAutofit/>
          </a:bodyPr>
          <a:lstStyle/>
          <a:p>
            <a:r>
              <a:rPr lang="en-US" sz="2400">
                <a:hlinkClick r:id="rId2"/>
              </a:rPr>
              <a:t>Transformers KV Caching Explained | by João Lages | Medium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230D1-F5C8-AF5B-28BD-49E879ACF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78C080A-5BDA-5CAD-863A-C24D9BB04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5400"/>
            <a:ext cx="12192000" cy="426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F9281-8954-64A8-B0F7-2F71B9F3B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782F6-181C-7C06-7449-39A3DF0A0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24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24FBE-1C54-BC5F-78E9-8A10973E7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Transformer Decoder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6BAD54-7B32-09FD-FE97-C47A007F5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7713" y="0"/>
            <a:ext cx="11459028" cy="6858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FB42FB6-0477-3C16-DE22-FC4A026B88CC}"/>
              </a:ext>
            </a:extLst>
          </p:cNvPr>
          <p:cNvSpPr txBox="1"/>
          <p:nvPr/>
        </p:nvSpPr>
        <p:spPr>
          <a:xfrm>
            <a:off x="2657007" y="268560"/>
            <a:ext cx="2025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err="1">
                <a:hlinkClick r:id="rId3"/>
              </a:rPr>
              <a:t>CodeGeeX</a:t>
            </a:r>
            <a:r>
              <a:rPr lang="en-US" sz="1400">
                <a:hlinkClick r:id="rId3"/>
              </a:rPr>
              <a:t>: 2303.17568</a:t>
            </a:r>
            <a:endParaRPr lang="en-US" sz="1400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53C9063-023A-C456-F762-047434AFA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6085BE25-9843-7390-93A5-09CA061AE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86BC36ED-57B7-EF0F-C206-C9D2E1E06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35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F6471-7710-B133-C2A4-B44B03D6D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7B5DB-A64F-5C37-FC14-B9AD097AC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D79063-71D1-5FD1-2BCA-922A4C22A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85875"/>
            <a:ext cx="7620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F063C-860A-A63E-39F2-8593BDB30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CA3D8-4EEA-210A-253A-F5B823A10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72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5A0BF-E77A-4721-D269-23B2DC505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8"/>
            <a:ext cx="10515600" cy="1325563"/>
          </a:xfrm>
        </p:spPr>
        <p:txBody>
          <a:bodyPr/>
          <a:lstStyle/>
          <a:p>
            <a:r>
              <a:rPr lang="en-US"/>
              <a:t>Multi-head Attentions learned the structures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F7C42E-5FE9-ECC6-7BE8-0BDBEBDA97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2457" y="1124860"/>
            <a:ext cx="10225313" cy="571137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468A4E-BDE0-F726-5B24-0A2CD953CA22}"/>
              </a:ext>
            </a:extLst>
          </p:cNvPr>
          <p:cNvSpPr txBox="1"/>
          <p:nvPr/>
        </p:nvSpPr>
        <p:spPr>
          <a:xfrm>
            <a:off x="523336" y="508032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hlinkClick r:id="rId4"/>
              </a:rPr>
              <a:t>Attention is All…1706.03762</a:t>
            </a:r>
            <a:endParaRPr lang="en-US" sz="120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2AE4DF9-37F4-57F1-2ADF-F0BB64DDA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52D23-3DC0-E730-F734-7C45F3F0C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20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76195-4540-317C-606D-4892D2031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5D9B189-E81E-A354-89CE-EA20B79AEB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17" y="0"/>
            <a:ext cx="11298365" cy="6355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5DA5F50-0D96-FD95-D750-162606D25964}"/>
              </a:ext>
            </a:extLst>
          </p:cNvPr>
          <p:cNvSpPr txBox="1">
            <a:spLocks/>
          </p:cNvSpPr>
          <p:nvPr/>
        </p:nvSpPr>
        <p:spPr>
          <a:xfrm>
            <a:off x="925285" y="6248399"/>
            <a:ext cx="11070771" cy="5225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hlinkClick r:id="rId3"/>
              </a:rPr>
              <a:t>Transformers KV Caching Explained | by João Lages | Medium</a:t>
            </a:r>
            <a:endParaRPr lang="en-US" sz="2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2A4B1-A0F7-2D79-4C9B-E0CAFBCB5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33D99-E262-F31B-3958-EB33DFFAE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97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CA3B3-378A-0C40-E9AC-591327199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36224-2D0D-AA30-48EA-C149FDA25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FFB14F1-86F6-EA18-BE5A-AB69ED245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654971" cy="6555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A63B2C7-D8CD-4EF3-BDA3-8A5AF440B83C}"/>
              </a:ext>
            </a:extLst>
          </p:cNvPr>
          <p:cNvSpPr txBox="1">
            <a:spLocks/>
          </p:cNvSpPr>
          <p:nvPr/>
        </p:nvSpPr>
        <p:spPr>
          <a:xfrm>
            <a:off x="925285" y="6311899"/>
            <a:ext cx="11070771" cy="459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hlinkClick r:id="rId3"/>
              </a:rPr>
              <a:t>Transformers KV Caching Explained | by João Lages | Medium</a:t>
            </a:r>
            <a:endParaRPr lang="en-US" sz="24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8718B-A3B5-18D2-5585-4EAC3AADD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6F700-B7C8-99B5-8F11-9C0F3AF75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22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F7B99-150E-2E65-FD6A-4D07D99E0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KV Cache: computation 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 memory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E1DED-FC9C-2702-780F-BC7202D43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 every token:</a:t>
            </a:r>
          </a:p>
          <a:p>
            <a:pPr lvl="1"/>
            <a:r>
              <a:rPr lang="en-US"/>
              <a:t>K, V will be cached</a:t>
            </a:r>
          </a:p>
          <a:p>
            <a:pPr lvl="1"/>
            <a:r>
              <a:rPr lang="en-US" altLang="zh-CN"/>
              <a:t>Qwen-72B-Chat: </a:t>
            </a:r>
          </a:p>
          <a:p>
            <a:pPr lvl="2"/>
            <a:r>
              <a:rPr lang="en-US" altLang="zh-CN"/>
              <a:t>L = 80 </a:t>
            </a:r>
          </a:p>
          <a:p>
            <a:pPr lvl="2"/>
            <a:r>
              <a:rPr lang="en-US" altLang="zh-CN"/>
              <a:t>Num of Heads = 64</a:t>
            </a:r>
          </a:p>
          <a:p>
            <a:pPr lvl="2"/>
            <a:r>
              <a:rPr lang="en-US" altLang="zh-CN"/>
              <a:t>Dimension per Head = 128</a:t>
            </a:r>
          </a:p>
          <a:p>
            <a:pPr lvl="1"/>
            <a:endParaRPr lang="en-US"/>
          </a:p>
          <a:p>
            <a:pPr lvl="1"/>
            <a:r>
              <a:rPr lang="en-US"/>
              <a:t>KV Entries per token = 2 * L * </a:t>
            </a:r>
            <a:r>
              <a:rPr lang="en-US" err="1"/>
              <a:t>NumHeads</a:t>
            </a:r>
            <a:r>
              <a:rPr lang="en-US"/>
              <a:t> = 2 * 80 * 64 = 10240</a:t>
            </a:r>
          </a:p>
          <a:p>
            <a:pPr lvl="1"/>
            <a:r>
              <a:rPr lang="en-US"/>
              <a:t>Assume using BF16, </a:t>
            </a:r>
          </a:p>
          <a:p>
            <a:pPr lvl="1"/>
            <a:r>
              <a:rPr lang="en-US"/>
              <a:t>Memory per token = 10240 * 128 * 2 = 2.62 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C19558-47A8-3462-44AD-9CCB77389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81E4-6E66-D027-3240-1BF12FA4A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5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7540B-84FC-5711-133D-EA9BCCBD2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KV in Production Inference workload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438AA-60E5-12CC-D655-92F484BA3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Scenario1: Batch Size = 1, Sequence = 2048</a:t>
            </a:r>
          </a:p>
          <a:p>
            <a:pPr lvl="1"/>
            <a:r>
              <a:rPr lang="en-US"/>
              <a:t>Memory = 1token_mem * B * S = 5.366GB </a:t>
            </a:r>
          </a:p>
          <a:p>
            <a:r>
              <a:rPr lang="en-US"/>
              <a:t>Scenario2: Batch Size = 32, Sequence Lenth = 4096</a:t>
            </a:r>
          </a:p>
          <a:p>
            <a:pPr lvl="1"/>
            <a:r>
              <a:rPr lang="en-US"/>
              <a:t>Memory = 1 </a:t>
            </a:r>
            <a:r>
              <a:rPr lang="en-US" err="1"/>
              <a:t>token_mem</a:t>
            </a:r>
            <a:r>
              <a:rPr lang="en-US"/>
              <a:t> * B * S = 343.4GB </a:t>
            </a:r>
          </a:p>
          <a:p>
            <a:pPr lvl="1"/>
            <a:endParaRPr lang="en-US"/>
          </a:p>
          <a:p>
            <a:endParaRPr lang="en-US"/>
          </a:p>
          <a:p>
            <a:r>
              <a:rPr lang="en-US"/>
              <a:t>Model Memory = 2 * 72 = 144GB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8501D-F399-5304-617C-DF9CDA8B8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BCC2E0-810B-764B-18BA-8099142D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81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48BB7-4195-F012-8071-3ABACB5FC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optimize the KV cache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C2F6B-2DA2-B6FC-6165-B3851F9A8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Training Stage Optimization </a:t>
            </a:r>
          </a:p>
          <a:p>
            <a:pPr lvl="1"/>
            <a:r>
              <a:rPr lang="en-US"/>
              <a:t>GQA, MQA, </a:t>
            </a:r>
          </a:p>
          <a:p>
            <a:pPr lvl="1"/>
            <a:r>
              <a:rPr lang="en-US"/>
              <a:t>MLA, Low Rank vector</a:t>
            </a:r>
          </a:p>
          <a:p>
            <a:r>
              <a:rPr lang="en-US" altLang="zh-CN"/>
              <a:t>Deploy Stage Optimization </a:t>
            </a:r>
            <a:endParaRPr lang="en-US"/>
          </a:p>
          <a:p>
            <a:pPr lvl="1"/>
            <a:r>
              <a:rPr lang="en-US"/>
              <a:t>Paged Attention, using additional mapping table to leverage discontinuous GPU memory</a:t>
            </a:r>
          </a:p>
          <a:p>
            <a:pPr lvl="1"/>
            <a:r>
              <a:rPr lang="en-US"/>
              <a:t>DistKV-LLM, paged attention over multi servers </a:t>
            </a:r>
          </a:p>
          <a:p>
            <a:pPr lvl="1"/>
            <a:r>
              <a:rPr lang="en-US" err="1"/>
              <a:t>Chun</a:t>
            </a:r>
            <a:r>
              <a:rPr lang="en-US" altLang="zh-CN" err="1"/>
              <a:t>kAttention</a:t>
            </a:r>
            <a:r>
              <a:rPr lang="en-US" altLang="zh-CN"/>
              <a:t>, reuse KV cache between different dialogs, mainly for Prefill </a:t>
            </a:r>
          </a:p>
          <a:p>
            <a:pPr lvl="1"/>
            <a:r>
              <a:rPr lang="en-US"/>
              <a:t>KV Cache to CPU memory</a:t>
            </a:r>
          </a:p>
          <a:p>
            <a:pPr lvl="1"/>
            <a:r>
              <a:rPr lang="en-US" err="1"/>
              <a:t>FlashMLA</a:t>
            </a:r>
            <a:r>
              <a:rPr lang="en-US"/>
              <a:t> </a:t>
            </a:r>
          </a:p>
          <a:p>
            <a:r>
              <a:rPr lang="en-US" altLang="zh-CN"/>
              <a:t>Post training  Optimization </a:t>
            </a:r>
            <a:endParaRPr lang="en-US"/>
          </a:p>
          <a:p>
            <a:pPr lvl="1"/>
            <a:r>
              <a:rPr lang="en-US"/>
              <a:t>Eviction, </a:t>
            </a:r>
            <a:r>
              <a:rPr lang="en-US" altLang="zh-CN"/>
              <a:t>Static Policy(sliding window)</a:t>
            </a:r>
            <a:endParaRPr lang="en-US"/>
          </a:p>
          <a:p>
            <a:pPr lvl="1"/>
            <a:r>
              <a:rPr lang="en-US"/>
              <a:t>Quantization </a:t>
            </a:r>
          </a:p>
          <a:p>
            <a:pPr lvl="2"/>
            <a:endParaRPr lang="en-US"/>
          </a:p>
          <a:p>
            <a:pPr lvl="2"/>
            <a:endParaRPr lang="en-US"/>
          </a:p>
          <a:p>
            <a:pPr lvl="1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B13BA8-A34E-D50F-AA7F-51E38B91A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EABF09-0990-41E7-3092-30C154F9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74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623C1-88CF-6179-D854-120E6AD83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MHA, GQA, MQA, MLA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02F82C-513C-728C-F687-F24DFB982F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147" y="1466809"/>
            <a:ext cx="9425513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773EC2-1DA4-2504-93A4-E2F8C2F77643}"/>
              </a:ext>
            </a:extLst>
          </p:cNvPr>
          <p:cNvSpPr txBox="1"/>
          <p:nvPr/>
        </p:nvSpPr>
        <p:spPr>
          <a:xfrm>
            <a:off x="7932277" y="5818147"/>
            <a:ext cx="2777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DeepSeek-V2 </a:t>
            </a:r>
            <a:r>
              <a:rPr lang="en-US" sz="1200">
                <a:hlinkClick r:id="rId3"/>
              </a:rPr>
              <a:t>2405.04434</a:t>
            </a:r>
            <a:endParaRPr lang="en-US" sz="12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E2297-F0AC-EB93-35FD-6F2549988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645F3-5C29-51FF-B39C-D0AD2E393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28AA691-3C47-1851-55E5-64735096B941}"/>
                  </a:ext>
                </a:extLst>
              </p14:cNvPr>
              <p14:cNvContentPartPr/>
              <p14:nvPr/>
            </p14:nvContentPartPr>
            <p14:xfrm>
              <a:off x="1327320" y="1659960"/>
              <a:ext cx="8977680" cy="4478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28AA691-3C47-1851-55E5-64735096B9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7960" y="1650600"/>
                <a:ext cx="8996400" cy="449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811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01188-49C4-35EA-80DB-B52ECD43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Without Positional information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D9D2F5-43CE-0610-C916-F7F52A5724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584" y="1690688"/>
            <a:ext cx="4619625" cy="2962275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5777388A-55C9-2987-2AFF-0F615BCD2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593" y="1690688"/>
            <a:ext cx="2571750" cy="15621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3038419-6AA3-8D7D-D798-05CA824F85A9}"/>
                  </a:ext>
                </a:extLst>
              </p14:cNvPr>
              <p14:cNvContentPartPr/>
              <p14:nvPr/>
            </p14:nvContentPartPr>
            <p14:xfrm>
              <a:off x="5780398" y="4587102"/>
              <a:ext cx="180000" cy="4172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3038419-6AA3-8D7D-D798-05CA824F85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74266" y="4580982"/>
                <a:ext cx="192265" cy="42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A06390AC-3449-FCDD-11A9-C02B0167EC01}"/>
              </a:ext>
            </a:extLst>
          </p:cNvPr>
          <p:cNvGrpSpPr/>
          <p:nvPr/>
        </p:nvGrpSpPr>
        <p:grpSpPr>
          <a:xfrm>
            <a:off x="6023038" y="4519782"/>
            <a:ext cx="547920" cy="342000"/>
            <a:chOff x="6023038" y="4519782"/>
            <a:chExt cx="54792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F122507-C3E3-40C7-25E1-C04677B30D36}"/>
                    </a:ext>
                  </a:extLst>
                </p14:cNvPr>
                <p14:cNvContentPartPr/>
                <p14:nvPr/>
              </p14:nvContentPartPr>
              <p14:xfrm>
                <a:off x="6023038" y="4519782"/>
                <a:ext cx="141840" cy="120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F122507-C3E3-40C7-25E1-C04677B30D3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16918" y="4513662"/>
                  <a:ext cx="154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0A37485-5B03-8A19-4B53-4025B023C0CB}"/>
                    </a:ext>
                  </a:extLst>
                </p14:cNvPr>
                <p14:cNvContentPartPr/>
                <p14:nvPr/>
              </p14:nvContentPartPr>
              <p14:xfrm>
                <a:off x="6242998" y="4734702"/>
                <a:ext cx="42840" cy="17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0A37485-5B03-8A19-4B53-4025B023C0C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236929" y="4728582"/>
                  <a:ext cx="54978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DD1B3D7-7745-B77E-F3D7-E8DC318B63E7}"/>
                    </a:ext>
                  </a:extLst>
                </p14:cNvPr>
                <p14:cNvContentPartPr/>
                <p14:nvPr/>
              </p14:nvContentPartPr>
              <p14:xfrm>
                <a:off x="6395998" y="4551102"/>
                <a:ext cx="52200" cy="310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DD1B3D7-7745-B77E-F3D7-E8DC318B63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389920" y="4544982"/>
                  <a:ext cx="64356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4FA2FDF-3694-8DC6-8712-195C5A0FD61E}"/>
                    </a:ext>
                  </a:extLst>
                </p14:cNvPr>
                <p14:cNvContentPartPr/>
                <p14:nvPr/>
              </p14:nvContentPartPr>
              <p14:xfrm>
                <a:off x="6407158" y="4665582"/>
                <a:ext cx="163800" cy="117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4FA2FDF-3694-8DC6-8712-195C5A0FD61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401038" y="4659462"/>
                  <a:ext cx="17604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9FC907D6-52AE-4F44-346E-367272F0A58B}"/>
                  </a:ext>
                </a:extLst>
              </p14:cNvPr>
              <p14:cNvContentPartPr/>
              <p14:nvPr/>
            </p14:nvContentPartPr>
            <p14:xfrm>
              <a:off x="8948398" y="4467582"/>
              <a:ext cx="337680" cy="2563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9FC907D6-52AE-4F44-346E-367272F0A58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42271" y="4461462"/>
                <a:ext cx="349933" cy="26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1FBE8EE-7D1A-81AE-8978-DF34CD2B05B3}"/>
              </a:ext>
            </a:extLst>
          </p:cNvPr>
          <p:cNvGrpSpPr/>
          <p:nvPr/>
        </p:nvGrpSpPr>
        <p:grpSpPr>
          <a:xfrm>
            <a:off x="9633478" y="4311702"/>
            <a:ext cx="453240" cy="327600"/>
            <a:chOff x="9633478" y="4311702"/>
            <a:chExt cx="453240" cy="32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B3A036A-5976-89BB-5374-482371CE4256}"/>
                    </a:ext>
                  </a:extLst>
                </p14:cNvPr>
                <p14:cNvContentPartPr/>
                <p14:nvPr/>
              </p14:nvContentPartPr>
              <p14:xfrm>
                <a:off x="9633478" y="4311702"/>
                <a:ext cx="227160" cy="3189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B3A036A-5976-89BB-5374-482371CE425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627348" y="4305582"/>
                  <a:ext cx="239419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8AB51EB-8653-0741-B8D8-5D58BCB5335D}"/>
                    </a:ext>
                  </a:extLst>
                </p14:cNvPr>
                <p14:cNvContentPartPr/>
                <p14:nvPr/>
              </p14:nvContentPartPr>
              <p14:xfrm>
                <a:off x="9883678" y="4425462"/>
                <a:ext cx="160920" cy="213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8AB51EB-8653-0741-B8D8-5D58BCB5335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877572" y="4419342"/>
                  <a:ext cx="173133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1455441-2511-E43A-2653-3EB58D70CF88}"/>
                    </a:ext>
                  </a:extLst>
                </p14:cNvPr>
                <p14:cNvContentPartPr/>
                <p14:nvPr/>
              </p14:nvContentPartPr>
              <p14:xfrm>
                <a:off x="9909238" y="4474062"/>
                <a:ext cx="177480" cy="54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1455441-2511-E43A-2653-3EB58D70CF8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903106" y="4467942"/>
                  <a:ext cx="189745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0A84865D-DA45-F5BF-1689-E8B3BAD63CC4}"/>
              </a:ext>
            </a:extLst>
          </p:cNvPr>
          <p:cNvGrpSpPr/>
          <p:nvPr/>
        </p:nvGrpSpPr>
        <p:grpSpPr>
          <a:xfrm>
            <a:off x="6757078" y="5381982"/>
            <a:ext cx="223920" cy="147960"/>
            <a:chOff x="6757078" y="5381982"/>
            <a:chExt cx="223920" cy="1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F01D90B-55F9-773D-B28E-D333C70249A4}"/>
                    </a:ext>
                  </a:extLst>
                </p14:cNvPr>
                <p14:cNvContentPartPr/>
                <p14:nvPr/>
              </p14:nvContentPartPr>
              <p14:xfrm>
                <a:off x="6758518" y="5381982"/>
                <a:ext cx="222480" cy="435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F01D90B-55F9-773D-B28E-D333C70249A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752398" y="5375862"/>
                  <a:ext cx="2347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705E7F5-8D1B-272E-845C-04D41730D906}"/>
                    </a:ext>
                  </a:extLst>
                </p14:cNvPr>
                <p14:cNvContentPartPr/>
                <p14:nvPr/>
              </p14:nvContentPartPr>
              <p14:xfrm>
                <a:off x="6757078" y="5514822"/>
                <a:ext cx="207720" cy="151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705E7F5-8D1B-272E-845C-04D41730D90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50947" y="5508702"/>
                  <a:ext cx="219981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914673B-31BB-0F7B-2413-B568AB2C0A05}"/>
              </a:ext>
            </a:extLst>
          </p:cNvPr>
          <p:cNvGrpSpPr/>
          <p:nvPr/>
        </p:nvGrpSpPr>
        <p:grpSpPr>
          <a:xfrm>
            <a:off x="7423798" y="5203422"/>
            <a:ext cx="508680" cy="327600"/>
            <a:chOff x="7423798" y="5203422"/>
            <a:chExt cx="508680" cy="32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2986950-A7B2-4FB2-8F3A-4BAF09407FE6}"/>
                    </a:ext>
                  </a:extLst>
                </p14:cNvPr>
                <p14:cNvContentPartPr/>
                <p14:nvPr/>
              </p14:nvContentPartPr>
              <p14:xfrm>
                <a:off x="7423798" y="5346702"/>
                <a:ext cx="202680" cy="184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2986950-A7B2-4FB2-8F3A-4BAF09407FE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17678" y="5340582"/>
                  <a:ext cx="2149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ED36B5B-9BE6-8160-915E-37B1BC4C5123}"/>
                    </a:ext>
                  </a:extLst>
                </p14:cNvPr>
                <p14:cNvContentPartPr/>
                <p14:nvPr/>
              </p14:nvContentPartPr>
              <p14:xfrm>
                <a:off x="7583998" y="5300982"/>
                <a:ext cx="199440" cy="1904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ED36B5B-9BE6-8160-915E-37B1BC4C512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77878" y="5294862"/>
                  <a:ext cx="2116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8D8697B-5491-29C0-8434-92A55BCCACD4}"/>
                    </a:ext>
                  </a:extLst>
                </p14:cNvPr>
                <p14:cNvContentPartPr/>
                <p14:nvPr/>
              </p14:nvContentPartPr>
              <p14:xfrm>
                <a:off x="7767958" y="5203422"/>
                <a:ext cx="164520" cy="518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8D8697B-5491-29C0-8434-92A55BCCACD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61838" y="5197302"/>
                  <a:ext cx="1767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1FBAC1E-6661-078D-1E9E-4335A359F361}"/>
                    </a:ext>
                  </a:extLst>
                </p14:cNvPr>
                <p14:cNvContentPartPr/>
                <p14:nvPr/>
              </p14:nvContentPartPr>
              <p14:xfrm>
                <a:off x="7840678" y="5231142"/>
                <a:ext cx="9000" cy="120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1FBAC1E-6661-078D-1E9E-4335A359F36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34558" y="5225022"/>
                  <a:ext cx="21240" cy="13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63701E8A-2B3D-3F19-0FFC-FE4CDF2A1554}"/>
                  </a:ext>
                </a:extLst>
              </p14:cNvPr>
              <p14:cNvContentPartPr/>
              <p14:nvPr/>
            </p14:nvContentPartPr>
            <p14:xfrm>
              <a:off x="8052718" y="5412942"/>
              <a:ext cx="55080" cy="255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63701E8A-2B3D-3F19-0FFC-FE4CDF2A155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046598" y="5406822"/>
                <a:ext cx="673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F45AA6FD-E935-8AA3-1D9D-97254CE5E2FA}"/>
                  </a:ext>
                </a:extLst>
              </p14:cNvPr>
              <p14:cNvContentPartPr/>
              <p14:nvPr/>
            </p14:nvContentPartPr>
            <p14:xfrm>
              <a:off x="8318038" y="5189742"/>
              <a:ext cx="262440" cy="2786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F45AA6FD-E935-8AA3-1D9D-97254CE5E2F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11918" y="5183622"/>
                <a:ext cx="274680" cy="29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95F8E7B-1350-A8B9-9E5E-B72043667163}"/>
              </a:ext>
            </a:extLst>
          </p:cNvPr>
          <p:cNvGrpSpPr/>
          <p:nvPr/>
        </p:nvGrpSpPr>
        <p:grpSpPr>
          <a:xfrm>
            <a:off x="6830158" y="4324662"/>
            <a:ext cx="1805760" cy="505080"/>
            <a:chOff x="6830158" y="4324662"/>
            <a:chExt cx="1805760" cy="50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F46FCAE-E6F8-45A8-6736-A8FA26341B88}"/>
                    </a:ext>
                  </a:extLst>
                </p14:cNvPr>
                <p14:cNvContentPartPr/>
                <p14:nvPr/>
              </p14:nvContentPartPr>
              <p14:xfrm>
                <a:off x="6830158" y="4683222"/>
                <a:ext cx="129240" cy="23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F46FCAE-E6F8-45A8-6736-A8FA26341B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24021" y="4677193"/>
                  <a:ext cx="141514" cy="358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5260633-C7F9-3908-0DC3-3918B8F33112}"/>
                    </a:ext>
                  </a:extLst>
                </p14:cNvPr>
                <p14:cNvContentPartPr/>
                <p14:nvPr/>
              </p14:nvContentPartPr>
              <p14:xfrm>
                <a:off x="6855718" y="4753782"/>
                <a:ext cx="109440" cy="37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5260633-C7F9-3908-0DC3-3918B8F3311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49578" y="4747721"/>
                  <a:ext cx="121720" cy="492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6C35745-3A15-5908-E449-A73C374386F5}"/>
                    </a:ext>
                  </a:extLst>
                </p14:cNvPr>
                <p14:cNvContentPartPr/>
                <p14:nvPr/>
              </p14:nvContentPartPr>
              <p14:xfrm>
                <a:off x="7331278" y="4494582"/>
                <a:ext cx="285120" cy="305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6C35745-3A15-5908-E449-A73C374386F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25158" y="4488462"/>
                  <a:ext cx="2973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06A568D-2BBB-DFCD-2EE2-BFA0C2288A31}"/>
                    </a:ext>
                  </a:extLst>
                </p14:cNvPr>
                <p14:cNvContentPartPr/>
                <p14:nvPr/>
              </p14:nvContentPartPr>
              <p14:xfrm>
                <a:off x="7709278" y="4618422"/>
                <a:ext cx="33480" cy="23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06A568D-2BBB-DFCD-2EE2-BFA0C2288A3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03158" y="4612302"/>
                  <a:ext cx="457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38B541B-ED4F-2945-65FE-B1B73BCD14F9}"/>
                    </a:ext>
                  </a:extLst>
                </p14:cNvPr>
                <p14:cNvContentPartPr/>
                <p14:nvPr/>
              </p14:nvContentPartPr>
              <p14:xfrm>
                <a:off x="7810438" y="4526622"/>
                <a:ext cx="171720" cy="2307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38B541B-ED4F-2945-65FE-B1B73BCD14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804318" y="4520492"/>
                  <a:ext cx="183960" cy="2430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BE9E34A-41D7-CD14-76FE-BA5D37F2B497}"/>
                    </a:ext>
                  </a:extLst>
                </p14:cNvPr>
                <p14:cNvContentPartPr/>
                <p14:nvPr/>
              </p14:nvContentPartPr>
              <p14:xfrm>
                <a:off x="7932118" y="4511142"/>
                <a:ext cx="117000" cy="257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BE9E34A-41D7-CD14-76FE-BA5D37F2B49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925998" y="4505022"/>
                  <a:ext cx="1292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6E0AC00-358E-EE04-261B-A57D2DDADD64}"/>
                    </a:ext>
                  </a:extLst>
                </p14:cNvPr>
                <p14:cNvContentPartPr/>
                <p14:nvPr/>
              </p14:nvContentPartPr>
              <p14:xfrm>
                <a:off x="7119238" y="4456062"/>
                <a:ext cx="167760" cy="3736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6E0AC00-358E-EE04-261B-A57D2DDADD6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13118" y="4449942"/>
                  <a:ext cx="18000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3162F92-8281-C001-3B9D-1223485BC95C}"/>
                    </a:ext>
                  </a:extLst>
                </p14:cNvPr>
                <p14:cNvContentPartPr/>
                <p14:nvPr/>
              </p14:nvContentPartPr>
              <p14:xfrm>
                <a:off x="8169358" y="4483782"/>
                <a:ext cx="142920" cy="269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3162F92-8281-C001-3B9D-1223485BC95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63223" y="4477662"/>
                  <a:ext cx="155191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24D1571-F7DF-A211-264E-71F49568D02A}"/>
                    </a:ext>
                  </a:extLst>
                </p14:cNvPr>
                <p14:cNvContentPartPr/>
                <p14:nvPr/>
              </p14:nvContentPartPr>
              <p14:xfrm>
                <a:off x="8394358" y="4324662"/>
                <a:ext cx="127440" cy="30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24D1571-F7DF-A211-264E-71F49568D02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88238" y="4318542"/>
                  <a:ext cx="1396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128E049-30C4-FCB2-B6BF-868E2778FD13}"/>
                    </a:ext>
                  </a:extLst>
                </p14:cNvPr>
                <p14:cNvContentPartPr/>
                <p14:nvPr/>
              </p14:nvContentPartPr>
              <p14:xfrm>
                <a:off x="8443318" y="4345542"/>
                <a:ext cx="10800" cy="152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128E049-30C4-FCB2-B6BF-868E2778FD1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37198" y="4339422"/>
                  <a:ext cx="230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6CE3DD7-2CC9-ACD6-441D-3474F22F23AC}"/>
                    </a:ext>
                  </a:extLst>
                </p14:cNvPr>
                <p14:cNvContentPartPr/>
                <p14:nvPr/>
              </p14:nvContentPartPr>
              <p14:xfrm>
                <a:off x="8580118" y="4614462"/>
                <a:ext cx="55800" cy="24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6CE3DD7-2CC9-ACD6-441D-3474F22F23A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73958" y="4608342"/>
                  <a:ext cx="68119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08A0E1D-7173-63F3-A2A1-64430FF48FE3}"/>
                    </a:ext>
                  </a:extLst>
                </p14:cNvPr>
                <p14:cNvContentPartPr/>
                <p14:nvPr/>
              </p14:nvContentPartPr>
              <p14:xfrm>
                <a:off x="7594798" y="4672782"/>
                <a:ext cx="129240" cy="1425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08A0E1D-7173-63F3-A2A1-64430FF48FE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88661" y="4666662"/>
                  <a:ext cx="141514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399AD3FB-7FD4-5F0D-4C2E-183799778F4C}"/>
              </a:ext>
            </a:extLst>
          </p:cNvPr>
          <p:cNvGrpSpPr/>
          <p:nvPr/>
        </p:nvGrpSpPr>
        <p:grpSpPr>
          <a:xfrm>
            <a:off x="9366718" y="4581342"/>
            <a:ext cx="106560" cy="149400"/>
            <a:chOff x="9366718" y="4581342"/>
            <a:chExt cx="106560" cy="14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03CCF71-07A8-B527-585B-78516A7CE2AA}"/>
                    </a:ext>
                  </a:extLst>
                </p14:cNvPr>
                <p14:cNvContentPartPr/>
                <p14:nvPr/>
              </p14:nvContentPartPr>
              <p14:xfrm>
                <a:off x="9366718" y="4581342"/>
                <a:ext cx="45000" cy="149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03CCF71-07A8-B527-585B-78516A7CE2A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60598" y="4575222"/>
                  <a:ext cx="572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4EDEDAC-B8D9-4954-56F1-22BE190B39E9}"/>
                    </a:ext>
                  </a:extLst>
                </p14:cNvPr>
                <p14:cNvContentPartPr/>
                <p14:nvPr/>
              </p14:nvContentPartPr>
              <p14:xfrm>
                <a:off x="9381118" y="4608702"/>
                <a:ext cx="92160" cy="1047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4EDEDAC-B8D9-4954-56F1-22BE190B39E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374998" y="4602582"/>
                  <a:ext cx="10440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41CC6005-E2FF-FF39-26A4-BD5310353A47}"/>
              </a:ext>
            </a:extLst>
          </p:cNvPr>
          <p:cNvGrpSpPr/>
          <p:nvPr/>
        </p:nvGrpSpPr>
        <p:grpSpPr>
          <a:xfrm>
            <a:off x="8312998" y="5113782"/>
            <a:ext cx="1877040" cy="511920"/>
            <a:chOff x="8312998" y="5113782"/>
            <a:chExt cx="1877040" cy="51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CB46F62-F3B5-5DED-792A-D2DE10AFFEC7}"/>
                    </a:ext>
                  </a:extLst>
                </p14:cNvPr>
                <p14:cNvContentPartPr/>
                <p14:nvPr/>
              </p14:nvContentPartPr>
              <p14:xfrm>
                <a:off x="8587678" y="5343462"/>
                <a:ext cx="129600" cy="1472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CB46F62-F3B5-5DED-792A-D2DE10AFFEC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581558" y="5337342"/>
                  <a:ext cx="1418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AC5492D-E850-7B38-59DE-F79DA9791752}"/>
                    </a:ext>
                  </a:extLst>
                </p14:cNvPr>
                <p14:cNvContentPartPr/>
                <p14:nvPr/>
              </p14:nvContentPartPr>
              <p14:xfrm>
                <a:off x="8686678" y="5113782"/>
                <a:ext cx="142920" cy="28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AC5492D-E850-7B38-59DE-F79DA979175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80558" y="5107662"/>
                  <a:ext cx="155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CDD6A9A-CE10-D7B6-13E0-34E32760C4FA}"/>
                    </a:ext>
                  </a:extLst>
                </p14:cNvPr>
                <p14:cNvContentPartPr/>
                <p14:nvPr/>
              </p14:nvContentPartPr>
              <p14:xfrm>
                <a:off x="8727358" y="5146542"/>
                <a:ext cx="11520" cy="110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CDD6A9A-CE10-D7B6-13E0-34E32760C4F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721238" y="5140402"/>
                  <a:ext cx="23760" cy="1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6D7C4DA-909A-A209-B793-4B9187AB872E}"/>
                    </a:ext>
                  </a:extLst>
                </p14:cNvPr>
                <p14:cNvContentPartPr/>
                <p14:nvPr/>
              </p14:nvContentPartPr>
              <p14:xfrm>
                <a:off x="8919238" y="5347782"/>
                <a:ext cx="30240" cy="37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6D7C4DA-909A-A209-B793-4B9187AB872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913118" y="5341662"/>
                  <a:ext cx="424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B743F34-3501-30F0-40E0-D4A0129A2DCF}"/>
                    </a:ext>
                  </a:extLst>
                </p14:cNvPr>
                <p14:cNvContentPartPr/>
                <p14:nvPr/>
              </p14:nvContentPartPr>
              <p14:xfrm>
                <a:off x="9122638" y="5166702"/>
                <a:ext cx="309600" cy="303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B743F34-3501-30F0-40E0-D4A0129A2DC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116518" y="5160582"/>
                  <a:ext cx="3218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A3402B9-A2F1-BCBC-2B15-1B551BDF8B6D}"/>
                    </a:ext>
                  </a:extLst>
                </p14:cNvPr>
                <p14:cNvContentPartPr/>
                <p14:nvPr/>
              </p14:nvContentPartPr>
              <p14:xfrm>
                <a:off x="9531238" y="5260662"/>
                <a:ext cx="27720" cy="2106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A3402B9-A2F1-BCBC-2B15-1B551BDF8B6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25118" y="5254532"/>
                  <a:ext cx="39960" cy="2228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E87F0DC-4941-C31C-90E3-5BB9B4907CAD}"/>
                    </a:ext>
                  </a:extLst>
                </p14:cNvPr>
                <p14:cNvContentPartPr/>
                <p14:nvPr/>
              </p14:nvContentPartPr>
              <p14:xfrm>
                <a:off x="9539158" y="5323662"/>
                <a:ext cx="110160" cy="828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E87F0DC-4941-C31C-90E3-5BB9B4907CA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533038" y="5317542"/>
                  <a:ext cx="1224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8E22371-23CE-1474-4889-7E468F89B27A}"/>
                    </a:ext>
                  </a:extLst>
                </p14:cNvPr>
                <p14:cNvContentPartPr/>
                <p14:nvPr/>
              </p14:nvContentPartPr>
              <p14:xfrm>
                <a:off x="9804478" y="5136822"/>
                <a:ext cx="164880" cy="2682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8E22371-23CE-1474-4889-7E468F89B27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98358" y="5130702"/>
                  <a:ext cx="1771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4A7BB63-E1AD-A1F4-5AE6-CC8E8635B296}"/>
                    </a:ext>
                  </a:extLst>
                </p14:cNvPr>
                <p14:cNvContentPartPr/>
                <p14:nvPr/>
              </p14:nvContentPartPr>
              <p14:xfrm>
                <a:off x="10031278" y="5218542"/>
                <a:ext cx="158760" cy="2131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4A7BB63-E1AD-A1F4-5AE6-CC8E8635B29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25172" y="5212422"/>
                  <a:ext cx="170972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62807BA-3B62-89BA-7083-34CCEE7616F5}"/>
                    </a:ext>
                  </a:extLst>
                </p14:cNvPr>
                <p14:cNvContentPartPr/>
                <p14:nvPr/>
              </p14:nvContentPartPr>
              <p14:xfrm>
                <a:off x="10045318" y="5268942"/>
                <a:ext cx="110160" cy="140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62807BA-3B62-89BA-7083-34CCEE7616F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39198" y="5262822"/>
                  <a:ext cx="122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35E4BAB-09E4-623B-2257-22D6D2880E22}"/>
                    </a:ext>
                  </a:extLst>
                </p14:cNvPr>
                <p14:cNvContentPartPr/>
                <p14:nvPr/>
              </p14:nvContentPartPr>
              <p14:xfrm>
                <a:off x="8312998" y="5520942"/>
                <a:ext cx="1309320" cy="104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35E4BAB-09E4-623B-2257-22D6D2880E2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306878" y="5514822"/>
                  <a:ext cx="1321560" cy="11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85D86BCD-8B35-DC67-F961-522838D1C036}"/>
                  </a:ext>
                </a:extLst>
              </p14:cNvPr>
              <p14:cNvContentPartPr/>
              <p14:nvPr/>
            </p14:nvContentPartPr>
            <p14:xfrm>
              <a:off x="6891358" y="6117102"/>
              <a:ext cx="232200" cy="1872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85D86BCD-8B35-DC67-F961-522838D1C03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885238" y="6110982"/>
                <a:ext cx="2444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85161F09-8AC4-0B26-E305-53E94AA4D7A0}"/>
                  </a:ext>
                </a:extLst>
              </p14:cNvPr>
              <p14:cNvContentPartPr/>
              <p14:nvPr/>
            </p14:nvContentPartPr>
            <p14:xfrm>
              <a:off x="6929878" y="6235902"/>
              <a:ext cx="238680" cy="320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85161F09-8AC4-0B26-E305-53E94AA4D7A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923758" y="6229782"/>
                <a:ext cx="250920" cy="4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BABF3178-705D-B2AC-0BBB-98708A491105}"/>
              </a:ext>
            </a:extLst>
          </p:cNvPr>
          <p:cNvGrpSpPr/>
          <p:nvPr/>
        </p:nvGrpSpPr>
        <p:grpSpPr>
          <a:xfrm>
            <a:off x="7605238" y="5955822"/>
            <a:ext cx="774000" cy="371160"/>
            <a:chOff x="7605238" y="5955822"/>
            <a:chExt cx="774000" cy="37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1A877F5-FB14-6C08-59A1-71B7440B565B}"/>
                    </a:ext>
                  </a:extLst>
                </p14:cNvPr>
                <p14:cNvContentPartPr/>
                <p14:nvPr/>
              </p14:nvContentPartPr>
              <p14:xfrm>
                <a:off x="7605238" y="6126102"/>
                <a:ext cx="285480" cy="2008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1A877F5-FB14-6C08-59A1-71B7440B565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599118" y="6119982"/>
                  <a:ext cx="2977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E25A316-1EAA-3748-B9EA-D696198FBD1C}"/>
                    </a:ext>
                  </a:extLst>
                </p14:cNvPr>
                <p14:cNvContentPartPr/>
                <p14:nvPr/>
              </p14:nvContentPartPr>
              <p14:xfrm>
                <a:off x="7799998" y="6134742"/>
                <a:ext cx="198720" cy="1695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E25A316-1EAA-3748-B9EA-D696198FBD1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93878" y="6128622"/>
                  <a:ext cx="2109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A65E0D4-2A4F-AB99-E62E-F180488A6541}"/>
                    </a:ext>
                  </a:extLst>
                </p14:cNvPr>
                <p14:cNvContentPartPr/>
                <p14:nvPr/>
              </p14:nvContentPartPr>
              <p14:xfrm>
                <a:off x="8066758" y="5955822"/>
                <a:ext cx="207360" cy="43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A65E0D4-2A4F-AB99-E62E-F180488A654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60638" y="5949702"/>
                  <a:ext cx="2196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53EA981-3D5F-9C49-B263-F2E5F8F7CD27}"/>
                    </a:ext>
                  </a:extLst>
                </p14:cNvPr>
                <p14:cNvContentPartPr/>
                <p14:nvPr/>
              </p14:nvContentPartPr>
              <p14:xfrm>
                <a:off x="8162878" y="5965902"/>
                <a:ext cx="18000" cy="118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53EA981-3D5F-9C49-B263-F2E5F8F7CD2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156758" y="5959801"/>
                  <a:ext cx="30240" cy="130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6B6C3F9-1671-9566-0719-89F9EB4C388B}"/>
                    </a:ext>
                  </a:extLst>
                </p14:cNvPr>
                <p14:cNvContentPartPr/>
                <p14:nvPr/>
              </p14:nvContentPartPr>
              <p14:xfrm>
                <a:off x="8345038" y="6190542"/>
                <a:ext cx="34200" cy="450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6B6C3F9-1671-9566-0719-89F9EB4C388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338982" y="6184422"/>
                  <a:ext cx="46313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28B15CD-357A-7F52-B21B-CD6A1C12CF6E}"/>
              </a:ext>
            </a:extLst>
          </p:cNvPr>
          <p:cNvGrpSpPr/>
          <p:nvPr/>
        </p:nvGrpSpPr>
        <p:grpSpPr>
          <a:xfrm>
            <a:off x="8637358" y="5852142"/>
            <a:ext cx="571320" cy="411120"/>
            <a:chOff x="8637358" y="5852142"/>
            <a:chExt cx="571320" cy="41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88AA256-BB21-80A9-67DC-99E0C1BD100B}"/>
                    </a:ext>
                  </a:extLst>
                </p14:cNvPr>
                <p14:cNvContentPartPr/>
                <p14:nvPr/>
              </p14:nvContentPartPr>
              <p14:xfrm>
                <a:off x="8637358" y="5929902"/>
                <a:ext cx="336240" cy="3333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88AA256-BB21-80A9-67DC-99E0C1BD100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31238" y="5923782"/>
                  <a:ext cx="34848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CEB9994-1254-6B7D-EDF9-379B259A8C54}"/>
                    </a:ext>
                  </a:extLst>
                </p14:cNvPr>
                <p14:cNvContentPartPr/>
                <p14:nvPr/>
              </p14:nvContentPartPr>
              <p14:xfrm>
                <a:off x="9020758" y="6115302"/>
                <a:ext cx="187920" cy="122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CEB9994-1254-6B7D-EDF9-379B259A8C5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14638" y="6109182"/>
                  <a:ext cx="2001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316E3C1-5EF9-47CE-B5E0-19A68F640B24}"/>
                    </a:ext>
                  </a:extLst>
                </p14:cNvPr>
                <p14:cNvContentPartPr/>
                <p14:nvPr/>
              </p14:nvContentPartPr>
              <p14:xfrm>
                <a:off x="9119038" y="5979222"/>
                <a:ext cx="1800" cy="10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316E3C1-5EF9-47CE-B5E0-19A68F640B2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112918" y="5973102"/>
                  <a:ext cx="1404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3E25326-44AA-7E70-7305-D27190D5908F}"/>
                    </a:ext>
                  </a:extLst>
                </p14:cNvPr>
                <p14:cNvContentPartPr/>
                <p14:nvPr/>
              </p14:nvContentPartPr>
              <p14:xfrm>
                <a:off x="9129478" y="5852142"/>
                <a:ext cx="34920" cy="1018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3E25326-44AA-7E70-7305-D27190D5908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123358" y="5846022"/>
                  <a:ext cx="4716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7740B933-3B4A-178B-D8F4-56A54BF076DF}"/>
              </a:ext>
            </a:extLst>
          </p:cNvPr>
          <p:cNvGrpSpPr/>
          <p:nvPr/>
        </p:nvGrpSpPr>
        <p:grpSpPr>
          <a:xfrm>
            <a:off x="9372838" y="5893902"/>
            <a:ext cx="666360" cy="340560"/>
            <a:chOff x="9372838" y="5893902"/>
            <a:chExt cx="666360" cy="34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8C75677-AFAC-CFFF-D0B6-96FE6C50D969}"/>
                    </a:ext>
                  </a:extLst>
                </p14:cNvPr>
                <p14:cNvContentPartPr/>
                <p14:nvPr/>
              </p14:nvContentPartPr>
              <p14:xfrm>
                <a:off x="9372838" y="6088302"/>
                <a:ext cx="37800" cy="471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8C75677-AFAC-CFFF-D0B6-96FE6C50D96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366718" y="6082182"/>
                  <a:ext cx="500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5746C72-0704-933A-DD55-2BE79C881D2C}"/>
                    </a:ext>
                  </a:extLst>
                </p14:cNvPr>
                <p14:cNvContentPartPr/>
                <p14:nvPr/>
              </p14:nvContentPartPr>
              <p14:xfrm>
                <a:off x="9557158" y="5893902"/>
                <a:ext cx="240120" cy="2977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5746C72-0704-933A-DD55-2BE79C881D2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551038" y="5887782"/>
                  <a:ext cx="2523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B8BCE48-4ACB-BCE0-20B0-16CEBD72DA24}"/>
                    </a:ext>
                  </a:extLst>
                </p14:cNvPr>
                <p14:cNvContentPartPr/>
                <p14:nvPr/>
              </p14:nvContentPartPr>
              <p14:xfrm>
                <a:off x="9835798" y="6045822"/>
                <a:ext cx="150840" cy="1886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B8BCE48-4ACB-BCE0-20B0-16CEBD72DA2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829678" y="6039690"/>
                  <a:ext cx="163080" cy="2009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4DDD93C-2D5D-55F6-DA6F-4D165BBA27D6}"/>
                    </a:ext>
                  </a:extLst>
                </p14:cNvPr>
                <p14:cNvContentPartPr/>
                <p14:nvPr/>
              </p14:nvContentPartPr>
              <p14:xfrm>
                <a:off x="9848758" y="6108462"/>
                <a:ext cx="190440" cy="28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4DDD93C-2D5D-55F6-DA6F-4D165BBA27D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842638" y="6102342"/>
                  <a:ext cx="20268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5FE193F-A55D-5B8C-A212-A94143322C98}"/>
              </a:ext>
            </a:extLst>
          </p:cNvPr>
          <p:cNvGrpSpPr/>
          <p:nvPr/>
        </p:nvGrpSpPr>
        <p:grpSpPr>
          <a:xfrm>
            <a:off x="8697478" y="6353622"/>
            <a:ext cx="1141920" cy="262800"/>
            <a:chOff x="8697478" y="6353622"/>
            <a:chExt cx="1141920" cy="2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7A92FDD-2667-19D7-C947-CA06C7BFC225}"/>
                    </a:ext>
                  </a:extLst>
                </p14:cNvPr>
                <p14:cNvContentPartPr/>
                <p14:nvPr/>
              </p14:nvContentPartPr>
              <p14:xfrm>
                <a:off x="8697478" y="6353622"/>
                <a:ext cx="495720" cy="712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7A92FDD-2667-19D7-C947-CA06C7BFC22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691354" y="6347502"/>
                  <a:ext cx="507969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BAC98F4-916B-AD59-E214-8BAFF57C4728}"/>
                    </a:ext>
                  </a:extLst>
                </p14:cNvPr>
                <p14:cNvContentPartPr/>
                <p14:nvPr/>
              </p14:nvContentPartPr>
              <p14:xfrm>
                <a:off x="8862718" y="6426342"/>
                <a:ext cx="147960" cy="181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BAC98F4-916B-AD59-E214-8BAFF57C472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56598" y="6420222"/>
                  <a:ext cx="1602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75B28C8-1E7A-D416-95D6-5FC6023BD1DF}"/>
                    </a:ext>
                  </a:extLst>
                </p14:cNvPr>
                <p14:cNvContentPartPr/>
                <p14:nvPr/>
              </p14:nvContentPartPr>
              <p14:xfrm>
                <a:off x="8930398" y="6552702"/>
                <a:ext cx="909000" cy="637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75B28C8-1E7A-D416-95D6-5FC6023BD1D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24278" y="6546582"/>
                  <a:ext cx="92124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CA5317E2-9D2C-D59D-E2F3-F95930006378}"/>
              </a:ext>
            </a:extLst>
          </p:cNvPr>
          <p:cNvGrpSpPr/>
          <p:nvPr/>
        </p:nvGrpSpPr>
        <p:grpSpPr>
          <a:xfrm>
            <a:off x="2895718" y="4511502"/>
            <a:ext cx="216000" cy="153720"/>
            <a:chOff x="2895718" y="4511502"/>
            <a:chExt cx="21600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FA65A50-CB96-A29A-C46E-3F068546BDAD}"/>
                    </a:ext>
                  </a:extLst>
                </p14:cNvPr>
                <p14:cNvContentPartPr/>
                <p14:nvPr/>
              </p14:nvContentPartPr>
              <p14:xfrm>
                <a:off x="2895718" y="4527702"/>
                <a:ext cx="115560" cy="1004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FA65A50-CB96-A29A-C46E-3F068546BDA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89617" y="4521604"/>
                  <a:ext cx="127762" cy="1126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0B65EA5-FC28-16A3-937C-86C849C99687}"/>
                    </a:ext>
                  </a:extLst>
                </p14:cNvPr>
                <p14:cNvContentPartPr/>
                <p14:nvPr/>
              </p14:nvContentPartPr>
              <p14:xfrm>
                <a:off x="2976718" y="4511502"/>
                <a:ext cx="35280" cy="1537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0B65EA5-FC28-16A3-937C-86C849C9968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970598" y="4505382"/>
                  <a:ext cx="47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D76C934-A74C-3283-581F-21F05A06644E}"/>
                    </a:ext>
                  </a:extLst>
                </p14:cNvPr>
                <p14:cNvContentPartPr/>
                <p14:nvPr/>
              </p14:nvContentPartPr>
              <p14:xfrm>
                <a:off x="2919118" y="4516542"/>
                <a:ext cx="192600" cy="1260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D76C934-A74C-3283-581F-21F05A06644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912998" y="4510404"/>
                  <a:ext cx="204840" cy="1382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700D566-092D-42A6-28BE-DD79A9FA1F6F}"/>
                    </a:ext>
                  </a:extLst>
                </p14:cNvPr>
                <p14:cNvContentPartPr/>
                <p14:nvPr/>
              </p14:nvContentPartPr>
              <p14:xfrm>
                <a:off x="2988598" y="4523382"/>
                <a:ext cx="8640" cy="936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700D566-092D-42A6-28BE-DD79A9FA1F6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82723" y="4517262"/>
                  <a:ext cx="2039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40C5712-43B8-2667-C08F-DF2CB616FB66}"/>
                    </a:ext>
                  </a:extLst>
                </p14:cNvPr>
                <p14:cNvContentPartPr/>
                <p14:nvPr/>
              </p14:nvContentPartPr>
              <p14:xfrm>
                <a:off x="2926678" y="4565862"/>
                <a:ext cx="170640" cy="230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40C5712-43B8-2667-C08F-DF2CB616FB6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920558" y="4559645"/>
                  <a:ext cx="182880" cy="35474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9579D2-3808-DE40-4FB3-78C413EF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1567F-FDA8-DB4F-1A6A-27F85C9AC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68752D8-DA53-2FDF-25BD-5D67539E83CE}"/>
                  </a:ext>
                </a:extLst>
              </p14:cNvPr>
              <p14:cNvContentPartPr/>
              <p14:nvPr/>
            </p14:nvContentPartPr>
            <p14:xfrm>
              <a:off x="4662766" y="5999551"/>
              <a:ext cx="41400" cy="165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68752D8-DA53-2FDF-25BD-5D67539E83C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653844" y="5990551"/>
                <a:ext cx="58888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581B340-3BC1-48E0-49A1-57DE5DC23C9F}"/>
                  </a:ext>
                </a:extLst>
              </p14:cNvPr>
              <p14:cNvContentPartPr/>
              <p14:nvPr/>
            </p14:nvContentPartPr>
            <p14:xfrm>
              <a:off x="7430446" y="5705791"/>
              <a:ext cx="1925280" cy="858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581B340-3BC1-48E0-49A1-57DE5DC23C9F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412443" y="5687791"/>
                <a:ext cx="1960927" cy="89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E3949D4C-9EE7-9CC3-996C-7907ACC3D3E1}"/>
              </a:ext>
            </a:extLst>
          </p:cNvPr>
          <p:cNvGrpSpPr/>
          <p:nvPr/>
        </p:nvGrpSpPr>
        <p:grpSpPr>
          <a:xfrm>
            <a:off x="10288486" y="5665471"/>
            <a:ext cx="1685160" cy="609840"/>
            <a:chOff x="10288486" y="5665471"/>
            <a:chExt cx="1685160" cy="60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07038E4-38C1-20A3-8C6B-57741B3FDBE1}"/>
                    </a:ext>
                  </a:extLst>
                </p14:cNvPr>
                <p14:cNvContentPartPr/>
                <p14:nvPr/>
              </p14:nvContentPartPr>
              <p14:xfrm>
                <a:off x="10288486" y="5986951"/>
                <a:ext cx="176760" cy="55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07038E4-38C1-20A3-8C6B-57741B3FDBE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270486" y="5968833"/>
                  <a:ext cx="212400" cy="909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26F69F7-1C97-E2F8-064E-0E0442D5730A}"/>
                    </a:ext>
                  </a:extLst>
                </p14:cNvPr>
                <p14:cNvContentPartPr/>
                <p14:nvPr/>
              </p14:nvContentPartPr>
              <p14:xfrm>
                <a:off x="10289926" y="6114391"/>
                <a:ext cx="264600" cy="99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26F69F7-1C97-E2F8-064E-0E0442D5730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271950" y="6096326"/>
                  <a:ext cx="300192" cy="1354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C957E87-F760-BF5F-9998-926CC1815219}"/>
                    </a:ext>
                  </a:extLst>
                </p14:cNvPr>
                <p14:cNvContentPartPr/>
                <p14:nvPr/>
              </p14:nvContentPartPr>
              <p14:xfrm>
                <a:off x="10687366" y="5854111"/>
                <a:ext cx="227160" cy="421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C957E87-F760-BF5F-9998-926CC181521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669366" y="5836111"/>
                  <a:ext cx="26280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9868749-7928-F59B-F420-1079E4C91D74}"/>
                    </a:ext>
                  </a:extLst>
                </p14:cNvPr>
                <p14:cNvContentPartPr/>
                <p14:nvPr/>
              </p14:nvContentPartPr>
              <p14:xfrm>
                <a:off x="10977166" y="5787871"/>
                <a:ext cx="20160" cy="73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9868749-7928-F59B-F420-1079E4C91D7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959166" y="5769871"/>
                  <a:ext cx="558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4D11DA3-4993-6F4F-3D67-5AE79D906EA8}"/>
                    </a:ext>
                  </a:extLst>
                </p14:cNvPr>
                <p14:cNvContentPartPr/>
                <p14:nvPr/>
              </p14:nvContentPartPr>
              <p14:xfrm>
                <a:off x="11098486" y="5665471"/>
                <a:ext cx="173160" cy="40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4D11DA3-4993-6F4F-3D67-5AE79D906EA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080486" y="5647471"/>
                  <a:ext cx="2088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437478E-073E-7C5F-29B7-D87312D640F1}"/>
                    </a:ext>
                  </a:extLst>
                </p14:cNvPr>
                <p14:cNvContentPartPr/>
                <p14:nvPr/>
              </p14:nvContentPartPr>
              <p14:xfrm>
                <a:off x="11196406" y="5701111"/>
                <a:ext cx="32760" cy="122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437478E-073E-7C5F-29B7-D87312D640F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178602" y="5683111"/>
                  <a:ext cx="68013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97B25A-BF42-BB71-4140-D5985007F1BB}"/>
                    </a:ext>
                  </a:extLst>
                </p14:cNvPr>
                <p14:cNvContentPartPr/>
                <p14:nvPr/>
              </p14:nvContentPartPr>
              <p14:xfrm>
                <a:off x="11292886" y="6040231"/>
                <a:ext cx="34920" cy="52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97B25A-BF42-BB71-4140-D5985007F1B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274886" y="6022231"/>
                  <a:ext cx="705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EBA8ACE-039B-79C1-5B35-E42B2D84B2C7}"/>
                    </a:ext>
                  </a:extLst>
                </p14:cNvPr>
                <p14:cNvContentPartPr/>
                <p14:nvPr/>
              </p14:nvContentPartPr>
              <p14:xfrm>
                <a:off x="11524726" y="5791111"/>
                <a:ext cx="163080" cy="385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EBA8ACE-039B-79C1-5B35-E42B2D84B2C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506726" y="5773111"/>
                  <a:ext cx="19872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E9C83D0-3ABD-D98C-A2E8-7CD82A8AC683}"/>
                    </a:ext>
                  </a:extLst>
                </p14:cNvPr>
                <p14:cNvContentPartPr/>
                <p14:nvPr/>
              </p14:nvContentPartPr>
              <p14:xfrm>
                <a:off x="11744686" y="5931511"/>
                <a:ext cx="180360" cy="310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E9C83D0-3ABD-D98C-A2E8-7CD82A8AC68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726686" y="5913511"/>
                  <a:ext cx="2160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B41C85F-258D-6ACD-82CE-E140B5E6DA3D}"/>
                    </a:ext>
                  </a:extLst>
                </p14:cNvPr>
                <p14:cNvContentPartPr/>
                <p14:nvPr/>
              </p14:nvContentPartPr>
              <p14:xfrm>
                <a:off x="11729926" y="6001351"/>
                <a:ext cx="243720" cy="30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B41C85F-258D-6ACD-82CE-E140B5E6DA3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711953" y="5983351"/>
                  <a:ext cx="279307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40169A6-A159-44EA-6EE7-0517D523814D}"/>
                  </a:ext>
                </a:extLst>
              </p14:cNvPr>
              <p14:cNvContentPartPr/>
              <p14:nvPr/>
            </p14:nvContentPartPr>
            <p14:xfrm>
              <a:off x="2111040" y="1266480"/>
              <a:ext cx="9724680" cy="54482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40169A6-A159-44EA-6EE7-0517D523814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101680" y="1257120"/>
                <a:ext cx="9743400" cy="546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1317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3C365-C4EF-5B11-5F69-5DDAC3C80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Seems perfect, but lose position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9066F-5595-9ECD-052A-00C437CBB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Position Embedding </a:t>
            </a:r>
          </a:p>
          <a:p>
            <a:pPr lvl="1"/>
            <a:r>
              <a:rPr lang="en-US" altLang="zh-CN"/>
              <a:t>Absolute Position Embedding</a:t>
            </a:r>
          </a:p>
          <a:p>
            <a:pPr lvl="1"/>
            <a:r>
              <a:rPr lang="en-US" altLang="zh-CN"/>
              <a:t>Relative Position Embedding	</a:t>
            </a:r>
          </a:p>
          <a:p>
            <a:pPr lvl="1"/>
            <a:r>
              <a:rPr lang="en-US" altLang="zh-CN"/>
              <a:t>Rotary Positional Embedding</a:t>
            </a:r>
          </a:p>
          <a:p>
            <a:pPr lvl="1"/>
            <a:r>
              <a:rPr lang="en-US" altLang="zh-CN" err="1"/>
              <a:t>ALiBi</a:t>
            </a:r>
            <a:endParaRPr lang="en-US" altLang="zh-CN"/>
          </a:p>
          <a:p>
            <a:pPr marL="457200" lvl="1" indent="0">
              <a:buNone/>
            </a:pPr>
            <a:endParaRPr lang="en-US">
              <a:sym typeface="Wingdings" panose="05000000000000000000" pitchFamily="2" charset="2"/>
            </a:endParaRPr>
          </a:p>
          <a:p>
            <a:pPr lvl="1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86E4EF8-4D36-F0F2-72D8-634B893E86FE}"/>
              </a:ext>
            </a:extLst>
          </p:cNvPr>
          <p:cNvGrpSpPr/>
          <p:nvPr/>
        </p:nvGrpSpPr>
        <p:grpSpPr>
          <a:xfrm>
            <a:off x="6328318" y="3250062"/>
            <a:ext cx="183600" cy="457200"/>
            <a:chOff x="6328318" y="3250062"/>
            <a:chExt cx="183600" cy="45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26A0EB4-53B7-22BF-3F7E-2BBACFC6C824}"/>
                    </a:ext>
                  </a:extLst>
                </p14:cNvPr>
                <p14:cNvContentPartPr/>
                <p14:nvPr/>
              </p14:nvContentPartPr>
              <p14:xfrm>
                <a:off x="6328318" y="3250062"/>
                <a:ext cx="148320" cy="226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26A0EB4-53B7-22BF-3F7E-2BBACFC6C82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22198" y="3243932"/>
                  <a:ext cx="160560" cy="2386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EC9CB09-BD46-CCAF-8077-971332705399}"/>
                    </a:ext>
                  </a:extLst>
                </p14:cNvPr>
                <p14:cNvContentPartPr/>
                <p14:nvPr/>
              </p14:nvContentPartPr>
              <p14:xfrm>
                <a:off x="6389158" y="3281742"/>
                <a:ext cx="122760" cy="425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EC9CB09-BD46-CCAF-8077-97133270539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83056" y="3275622"/>
                  <a:ext cx="134964" cy="43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3B8545E-82C5-2BF0-13E4-75DB6DF30998}"/>
              </a:ext>
            </a:extLst>
          </p:cNvPr>
          <p:cNvGrpSpPr/>
          <p:nvPr/>
        </p:nvGrpSpPr>
        <p:grpSpPr>
          <a:xfrm>
            <a:off x="6716038" y="3352302"/>
            <a:ext cx="204840" cy="182520"/>
            <a:chOff x="6716038" y="3352302"/>
            <a:chExt cx="204840" cy="18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7A5B4FB-1642-C792-93C3-85121414F772}"/>
                    </a:ext>
                  </a:extLst>
                </p14:cNvPr>
                <p14:cNvContentPartPr/>
                <p14:nvPr/>
              </p14:nvContentPartPr>
              <p14:xfrm>
                <a:off x="6716038" y="3352302"/>
                <a:ext cx="176400" cy="46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7A5B4FB-1642-C792-93C3-85121414F77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09905" y="3346182"/>
                  <a:ext cx="188665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8963D2C-460A-097E-5CB3-76B97F37691D}"/>
                    </a:ext>
                  </a:extLst>
                </p14:cNvPr>
                <p14:cNvContentPartPr/>
                <p14:nvPr/>
              </p14:nvContentPartPr>
              <p14:xfrm>
                <a:off x="6725398" y="3499542"/>
                <a:ext cx="195480" cy="35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8963D2C-460A-097E-5CB3-76B97F37691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19289" y="3493422"/>
                  <a:ext cx="207698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F475526-B928-3CED-AEAA-76B864F143FF}"/>
              </a:ext>
            </a:extLst>
          </p:cNvPr>
          <p:cNvGrpSpPr/>
          <p:nvPr/>
        </p:nvGrpSpPr>
        <p:grpSpPr>
          <a:xfrm>
            <a:off x="8373478" y="3157902"/>
            <a:ext cx="128160" cy="300600"/>
            <a:chOff x="8373478" y="3157902"/>
            <a:chExt cx="12816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7D10DD2-A5E3-85D0-4A4D-C554B3C6BA54}"/>
                    </a:ext>
                  </a:extLst>
                </p14:cNvPr>
                <p14:cNvContentPartPr/>
                <p14:nvPr/>
              </p14:nvContentPartPr>
              <p14:xfrm>
                <a:off x="8373478" y="3157902"/>
                <a:ext cx="31320" cy="300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7D10DD2-A5E3-85D0-4A4D-C554B3C6BA5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67358" y="3151782"/>
                  <a:ext cx="435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8A8266A-D039-BA93-E4D3-42A4916E03D2}"/>
                    </a:ext>
                  </a:extLst>
                </p14:cNvPr>
                <p14:cNvContentPartPr/>
                <p14:nvPr/>
              </p14:nvContentPartPr>
              <p14:xfrm>
                <a:off x="8377438" y="3264102"/>
                <a:ext cx="124200" cy="118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8A8266A-D039-BA93-E4D3-42A4916E03D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371318" y="3257982"/>
                  <a:ext cx="13644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767DA18-7C3A-1C3E-FE5A-A1D5EF3D80F9}"/>
              </a:ext>
            </a:extLst>
          </p:cNvPr>
          <p:cNvGrpSpPr/>
          <p:nvPr/>
        </p:nvGrpSpPr>
        <p:grpSpPr>
          <a:xfrm>
            <a:off x="8679838" y="3279582"/>
            <a:ext cx="149760" cy="87840"/>
            <a:chOff x="8679838" y="3279582"/>
            <a:chExt cx="149760" cy="8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C5F5C0B-D3FC-4629-FFB4-1B9A2FB8BCEA}"/>
                    </a:ext>
                  </a:extLst>
                </p14:cNvPr>
                <p14:cNvContentPartPr/>
                <p14:nvPr/>
              </p14:nvContentPartPr>
              <p14:xfrm>
                <a:off x="8688478" y="3279582"/>
                <a:ext cx="131040" cy="25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C5F5C0B-D3FC-4629-FFB4-1B9A2FB8BC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82358" y="3273462"/>
                  <a:ext cx="143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B2DC35D-59E5-C3E4-96C8-86722A1B018E}"/>
                    </a:ext>
                  </a:extLst>
                </p14:cNvPr>
                <p14:cNvContentPartPr/>
                <p14:nvPr/>
              </p14:nvContentPartPr>
              <p14:xfrm>
                <a:off x="8679838" y="3337182"/>
                <a:ext cx="149760" cy="30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B2DC35D-59E5-C3E4-96C8-86722A1B018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73718" y="3331062"/>
                  <a:ext cx="16200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BA8EDEB-4FB2-4DC9-BE95-F0F5DF2E6005}"/>
                  </a:ext>
                </a:extLst>
              </p14:cNvPr>
              <p14:cNvContentPartPr/>
              <p14:nvPr/>
            </p14:nvContentPartPr>
            <p14:xfrm>
              <a:off x="9033718" y="3169062"/>
              <a:ext cx="169560" cy="237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BA8EDEB-4FB2-4DC9-BE95-F0F5DF2E600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27598" y="3162942"/>
                <a:ext cx="18180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4F9CAC5-1CCF-408F-C23C-C12071DBC9FB}"/>
                  </a:ext>
                </a:extLst>
              </p14:cNvPr>
              <p14:cNvContentPartPr/>
              <p14:nvPr/>
            </p14:nvContentPartPr>
            <p14:xfrm>
              <a:off x="7211758" y="3448782"/>
              <a:ext cx="26640" cy="885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4F9CAC5-1CCF-408F-C23C-C12071DBC9F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205638" y="3442637"/>
                <a:ext cx="38880" cy="10085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96203250-F7B4-EE7E-2055-BB35AF90D327}"/>
              </a:ext>
            </a:extLst>
          </p:cNvPr>
          <p:cNvGrpSpPr/>
          <p:nvPr/>
        </p:nvGrpSpPr>
        <p:grpSpPr>
          <a:xfrm>
            <a:off x="7074958" y="3268062"/>
            <a:ext cx="797400" cy="268200"/>
            <a:chOff x="7074958" y="3268062"/>
            <a:chExt cx="797400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9818999-2C77-B8F7-8C1B-269AFB7137D0}"/>
                    </a:ext>
                  </a:extLst>
                </p14:cNvPr>
                <p14:cNvContentPartPr/>
                <p14:nvPr/>
              </p14:nvContentPartPr>
              <p14:xfrm>
                <a:off x="7074958" y="3301182"/>
                <a:ext cx="161280" cy="235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9818999-2C77-B8F7-8C1B-269AFB7137D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68838" y="3295062"/>
                  <a:ext cx="1735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FA02A7B-A0E9-3E89-EA66-5B1C1BAB86EF}"/>
                    </a:ext>
                  </a:extLst>
                </p14:cNvPr>
                <p14:cNvContentPartPr/>
                <p14:nvPr/>
              </p14:nvContentPartPr>
              <p14:xfrm>
                <a:off x="7328758" y="3291102"/>
                <a:ext cx="199080" cy="181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FA02A7B-A0E9-3E89-EA66-5B1C1BAB86E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22638" y="3284994"/>
                  <a:ext cx="211320" cy="1940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B65E6AF-F1E9-F8DF-200F-D08A0187BB1F}"/>
                    </a:ext>
                  </a:extLst>
                </p14:cNvPr>
                <p14:cNvContentPartPr/>
                <p14:nvPr/>
              </p14:nvContentPartPr>
              <p14:xfrm>
                <a:off x="7635118" y="3286422"/>
                <a:ext cx="114840" cy="169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B65E6AF-F1E9-F8DF-200F-D08A0187BB1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28998" y="3280302"/>
                  <a:ext cx="1270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5830974-6C56-94DA-D6A1-BF9A81FC7EE3}"/>
                    </a:ext>
                  </a:extLst>
                </p14:cNvPr>
                <p14:cNvContentPartPr/>
                <p14:nvPr/>
              </p14:nvContentPartPr>
              <p14:xfrm>
                <a:off x="7722598" y="3268062"/>
                <a:ext cx="149760" cy="153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5830974-6C56-94DA-D6A1-BF9A81FC7EE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716478" y="3261942"/>
                  <a:ext cx="1620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EA6B74F-6370-90C6-3F8E-86667CD60A88}"/>
                    </a:ext>
                  </a:extLst>
                </p14:cNvPr>
                <p14:cNvContentPartPr/>
                <p14:nvPr/>
              </p14:nvContentPartPr>
              <p14:xfrm>
                <a:off x="7571758" y="3419262"/>
                <a:ext cx="40680" cy="67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EA6B74F-6370-90C6-3F8E-86667CD60A8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65638" y="3413142"/>
                  <a:ext cx="5292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D14CD01-8107-BDAD-346F-DEFFDE2BD7CF}"/>
              </a:ext>
            </a:extLst>
          </p:cNvPr>
          <p:cNvGrpSpPr/>
          <p:nvPr/>
        </p:nvGrpSpPr>
        <p:grpSpPr>
          <a:xfrm>
            <a:off x="9153958" y="3153582"/>
            <a:ext cx="694440" cy="300960"/>
            <a:chOff x="9153958" y="3153582"/>
            <a:chExt cx="694440" cy="30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30327FF-F7F7-5EC8-7724-37AEC7BF4B2D}"/>
                    </a:ext>
                  </a:extLst>
                </p14:cNvPr>
                <p14:cNvContentPartPr/>
                <p14:nvPr/>
              </p14:nvContentPartPr>
              <p14:xfrm>
                <a:off x="9153958" y="3346542"/>
                <a:ext cx="88920" cy="108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30327FF-F7F7-5EC8-7724-37AEC7BF4B2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47838" y="3340422"/>
                  <a:ext cx="1011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9FA697D-C9DD-67E2-3DCB-3E2DC6198CC5}"/>
                    </a:ext>
                  </a:extLst>
                </p14:cNvPr>
                <p14:cNvContentPartPr/>
                <p14:nvPr/>
              </p14:nvContentPartPr>
              <p14:xfrm>
                <a:off x="9275278" y="3153582"/>
                <a:ext cx="231120" cy="271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9FA697D-C9DD-67E2-3DCB-3E2DC6198CC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269168" y="3147454"/>
                  <a:ext cx="243341" cy="283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21A0BB9-5E96-CB30-D597-1D366B79B065}"/>
                    </a:ext>
                  </a:extLst>
                </p14:cNvPr>
                <p14:cNvContentPartPr/>
                <p14:nvPr/>
              </p14:nvContentPartPr>
              <p14:xfrm>
                <a:off x="9508918" y="3319902"/>
                <a:ext cx="139320" cy="76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21A0BB9-5E96-CB30-D597-1D366B79B06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502782" y="3313782"/>
                  <a:ext cx="151592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B34DAE-240F-C265-A6E3-6446E9A1654E}"/>
                    </a:ext>
                  </a:extLst>
                </p14:cNvPr>
                <p14:cNvContentPartPr/>
                <p14:nvPr/>
              </p14:nvContentPartPr>
              <p14:xfrm>
                <a:off x="9695398" y="3174822"/>
                <a:ext cx="153000" cy="197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B34DAE-240F-C265-A6E3-6446E9A1654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689292" y="3168713"/>
                  <a:ext cx="165211" cy="20949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C7B0F47-3379-5A34-3810-6C38D161FD7B}"/>
              </a:ext>
            </a:extLst>
          </p:cNvPr>
          <p:cNvGrpSpPr/>
          <p:nvPr/>
        </p:nvGrpSpPr>
        <p:grpSpPr>
          <a:xfrm>
            <a:off x="6606598" y="4039542"/>
            <a:ext cx="399960" cy="487080"/>
            <a:chOff x="6606598" y="4039542"/>
            <a:chExt cx="399960" cy="48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C1346EF-D79B-CAAB-12FA-0614E413C7EE}"/>
                    </a:ext>
                  </a:extLst>
                </p14:cNvPr>
                <p14:cNvContentPartPr/>
                <p14:nvPr/>
              </p14:nvContentPartPr>
              <p14:xfrm>
                <a:off x="6606598" y="4073742"/>
                <a:ext cx="147960" cy="452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C1346EF-D79B-CAAB-12FA-0614E413C7E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00478" y="4067622"/>
                  <a:ext cx="16020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B350F4C-C494-1800-9657-A710B67FCD4D}"/>
                    </a:ext>
                  </a:extLst>
                </p14:cNvPr>
                <p14:cNvContentPartPr/>
                <p14:nvPr/>
              </p14:nvContentPartPr>
              <p14:xfrm>
                <a:off x="6829798" y="4039542"/>
                <a:ext cx="176760" cy="27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B350F4C-C494-1800-9657-A710B67FCD4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23678" y="4033422"/>
                  <a:ext cx="189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ACFEB33-9760-E813-E435-28529528F17D}"/>
                    </a:ext>
                  </a:extLst>
                </p14:cNvPr>
                <p14:cNvContentPartPr/>
                <p14:nvPr/>
              </p14:nvContentPartPr>
              <p14:xfrm>
                <a:off x="6905398" y="4049622"/>
                <a:ext cx="36000" cy="156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ACFEB33-9760-E813-E435-28529528F17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99278" y="4043502"/>
                  <a:ext cx="4824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02D915E-5A99-8352-FCA6-76D1AEC2F7AF}"/>
              </a:ext>
            </a:extLst>
          </p:cNvPr>
          <p:cNvGrpSpPr/>
          <p:nvPr/>
        </p:nvGrpSpPr>
        <p:grpSpPr>
          <a:xfrm>
            <a:off x="7118158" y="4077342"/>
            <a:ext cx="151560" cy="321480"/>
            <a:chOff x="7118158" y="4077342"/>
            <a:chExt cx="15156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AC62A1D-ED38-DB39-A2C9-72FABCA5AC01}"/>
                    </a:ext>
                  </a:extLst>
                </p14:cNvPr>
                <p14:cNvContentPartPr/>
                <p14:nvPr/>
              </p14:nvContentPartPr>
              <p14:xfrm>
                <a:off x="7120678" y="4077342"/>
                <a:ext cx="46440" cy="321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AC62A1D-ED38-DB39-A2C9-72FABCA5AC0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114558" y="4071229"/>
                  <a:ext cx="58680" cy="3337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3FB993F-65FC-BA68-4A47-09C68A8AD251}"/>
                    </a:ext>
                  </a:extLst>
                </p14:cNvPr>
                <p14:cNvContentPartPr/>
                <p14:nvPr/>
              </p14:nvContentPartPr>
              <p14:xfrm>
                <a:off x="7118158" y="4172742"/>
                <a:ext cx="151560" cy="136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3FB993F-65FC-BA68-4A47-09C68A8AD25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12038" y="4166622"/>
                  <a:ext cx="16380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5DDFC0A-95F1-A8D2-EB6D-C06258F9D3DF}"/>
              </a:ext>
            </a:extLst>
          </p:cNvPr>
          <p:cNvGrpSpPr/>
          <p:nvPr/>
        </p:nvGrpSpPr>
        <p:grpSpPr>
          <a:xfrm>
            <a:off x="7449718" y="3985542"/>
            <a:ext cx="2940120" cy="534240"/>
            <a:chOff x="7449718" y="3985542"/>
            <a:chExt cx="2940120" cy="53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43B66A1-F424-D956-4CFF-8033029431B0}"/>
                    </a:ext>
                  </a:extLst>
                </p14:cNvPr>
                <p14:cNvContentPartPr/>
                <p14:nvPr/>
              </p14:nvContentPartPr>
              <p14:xfrm>
                <a:off x="7449718" y="4195782"/>
                <a:ext cx="149400" cy="25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43B66A1-F424-D956-4CFF-8033029431B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43598" y="4189662"/>
                  <a:ext cx="1616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176FFC9-3E71-C7E6-93BE-5AF0AFB23880}"/>
                    </a:ext>
                  </a:extLst>
                </p14:cNvPr>
                <p14:cNvContentPartPr/>
                <p14:nvPr/>
              </p14:nvContentPartPr>
              <p14:xfrm>
                <a:off x="7450438" y="4301982"/>
                <a:ext cx="162720" cy="9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176FFC9-3E71-C7E6-93BE-5AF0AFB2388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44304" y="4296081"/>
                  <a:ext cx="174987" cy="215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CBDF111-0A44-22B6-F4DE-C1026DCE4F58}"/>
                    </a:ext>
                  </a:extLst>
                </p14:cNvPr>
                <p14:cNvContentPartPr/>
                <p14:nvPr/>
              </p14:nvContentPartPr>
              <p14:xfrm>
                <a:off x="7832038" y="4121982"/>
                <a:ext cx="146520" cy="169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CBDF111-0A44-22B6-F4DE-C1026DCE4F5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825918" y="4115862"/>
                  <a:ext cx="1587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C8FB9C3-85D7-389F-C358-3083752A6641}"/>
                    </a:ext>
                  </a:extLst>
                </p14:cNvPr>
                <p14:cNvContentPartPr/>
                <p14:nvPr/>
              </p14:nvContentPartPr>
              <p14:xfrm>
                <a:off x="7812598" y="4169142"/>
                <a:ext cx="54000" cy="220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C8FB9C3-85D7-389F-C358-3083752A664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06519" y="4163022"/>
                  <a:ext cx="66159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24C9B18-A779-EE9E-A60D-F03418760EF1}"/>
                    </a:ext>
                  </a:extLst>
                </p14:cNvPr>
                <p14:cNvContentPartPr/>
                <p14:nvPr/>
              </p14:nvContentPartPr>
              <p14:xfrm>
                <a:off x="7852198" y="4287942"/>
                <a:ext cx="140760" cy="52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24C9B18-A779-EE9E-A60D-F03418760EF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46062" y="4281822"/>
                  <a:ext cx="153031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7452866-F783-4706-C542-943040E868F0}"/>
                    </a:ext>
                  </a:extLst>
                </p14:cNvPr>
                <p14:cNvContentPartPr/>
                <p14:nvPr/>
              </p14:nvContentPartPr>
              <p14:xfrm>
                <a:off x="8013118" y="4272462"/>
                <a:ext cx="24120" cy="92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7452866-F783-4706-C542-943040E868F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006998" y="4266342"/>
                  <a:ext cx="363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2147E96-D0E5-02A3-5B53-82B4AAED93FD}"/>
                    </a:ext>
                  </a:extLst>
                </p14:cNvPr>
                <p14:cNvContentPartPr/>
                <p14:nvPr/>
              </p14:nvContentPartPr>
              <p14:xfrm>
                <a:off x="8119678" y="4160502"/>
                <a:ext cx="194760" cy="169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2147E96-D0E5-02A3-5B53-82B4AAED93F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13558" y="4154382"/>
                  <a:ext cx="2070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D8ACE57-8CD7-5F06-8EEA-7D3E8B1D0687}"/>
                    </a:ext>
                  </a:extLst>
                </p14:cNvPr>
                <p14:cNvContentPartPr/>
                <p14:nvPr/>
              </p14:nvContentPartPr>
              <p14:xfrm>
                <a:off x="8368078" y="4266342"/>
                <a:ext cx="30240" cy="77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D8ACE57-8CD7-5F06-8EEA-7D3E8B1D068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361884" y="4260222"/>
                  <a:ext cx="42627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DE9AD8F-E724-6A6C-5DC8-F79ADB841758}"/>
                    </a:ext>
                  </a:extLst>
                </p14:cNvPr>
                <p14:cNvContentPartPr/>
                <p14:nvPr/>
              </p14:nvContentPartPr>
              <p14:xfrm>
                <a:off x="8435398" y="4172382"/>
                <a:ext cx="115560" cy="153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DE9AD8F-E724-6A6C-5DC8-F79ADB84175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429297" y="4166262"/>
                  <a:ext cx="127762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5DE395E-F12B-034E-B4E9-C19EA16572BC}"/>
                    </a:ext>
                  </a:extLst>
                </p14:cNvPr>
                <p14:cNvContentPartPr/>
                <p14:nvPr/>
              </p14:nvContentPartPr>
              <p14:xfrm>
                <a:off x="8518918" y="4166982"/>
                <a:ext cx="184320" cy="178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5DE395E-F12B-034E-B4E9-C19EA16572B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512786" y="4160850"/>
                  <a:ext cx="196584" cy="1904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49071EF-DCD0-EAD4-2C38-D0DEA721E803}"/>
                    </a:ext>
                  </a:extLst>
                </p14:cNvPr>
                <p14:cNvContentPartPr/>
                <p14:nvPr/>
              </p14:nvContentPartPr>
              <p14:xfrm>
                <a:off x="7672198" y="4045662"/>
                <a:ext cx="252000" cy="474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49071EF-DCD0-EAD4-2C38-D0DEA721E80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666087" y="4039542"/>
                  <a:ext cx="264223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F649DC5-EF85-5FA7-2368-CC2E9E3131E2}"/>
                    </a:ext>
                  </a:extLst>
                </p14:cNvPr>
                <p14:cNvContentPartPr/>
                <p14:nvPr/>
              </p14:nvContentPartPr>
              <p14:xfrm>
                <a:off x="8711518" y="4093542"/>
                <a:ext cx="134640" cy="253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F649DC5-EF85-5FA7-2368-CC2E9E3131E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05398" y="4087422"/>
                  <a:ext cx="1468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A721D7B-9138-C479-D123-3777694F085C}"/>
                    </a:ext>
                  </a:extLst>
                </p14:cNvPr>
                <p14:cNvContentPartPr/>
                <p14:nvPr/>
              </p14:nvContentPartPr>
              <p14:xfrm>
                <a:off x="8827438" y="3985542"/>
                <a:ext cx="177480" cy="26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A721D7B-9138-C479-D123-3777694F085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21330" y="3979422"/>
                  <a:ext cx="189695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BAC7850-0B0E-E862-0720-05E50E6DF00D}"/>
                    </a:ext>
                  </a:extLst>
                </p14:cNvPr>
                <p14:cNvContentPartPr/>
                <p14:nvPr/>
              </p14:nvContentPartPr>
              <p14:xfrm>
                <a:off x="8910958" y="4021542"/>
                <a:ext cx="10440" cy="92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BAC7850-0B0E-E862-0720-05E50E6DF00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904838" y="4015422"/>
                  <a:ext cx="226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5562A06-DA2F-BEF6-270A-DB6C9075E99D}"/>
                    </a:ext>
                  </a:extLst>
                </p14:cNvPr>
                <p14:cNvContentPartPr/>
                <p14:nvPr/>
              </p14:nvContentPartPr>
              <p14:xfrm>
                <a:off x="9086998" y="4224942"/>
                <a:ext cx="41760" cy="28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5562A06-DA2F-BEF6-270A-DB6C9075E9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080878" y="4218822"/>
                  <a:ext cx="540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A354110-FB59-2C14-D717-4C8B5B82D417}"/>
                    </a:ext>
                  </a:extLst>
                </p14:cNvPr>
                <p14:cNvContentPartPr/>
                <p14:nvPr/>
              </p14:nvContentPartPr>
              <p14:xfrm>
                <a:off x="9240718" y="4039902"/>
                <a:ext cx="203400" cy="303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A354110-FB59-2C14-D717-4C8B5B82D41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34609" y="4033782"/>
                  <a:ext cx="215618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64BA9D9-B26B-2932-1C6E-89A5E665037C}"/>
                    </a:ext>
                  </a:extLst>
                </p14:cNvPr>
                <p14:cNvContentPartPr/>
                <p14:nvPr/>
              </p14:nvContentPartPr>
              <p14:xfrm>
                <a:off x="9336478" y="4225302"/>
                <a:ext cx="79920" cy="59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64BA9D9-B26B-2932-1C6E-89A5E665037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330358" y="4219182"/>
                  <a:ext cx="921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A49479D-758A-C310-0817-04008733D5F0}"/>
                    </a:ext>
                  </a:extLst>
                </p14:cNvPr>
                <p14:cNvContentPartPr/>
                <p14:nvPr/>
              </p14:nvContentPartPr>
              <p14:xfrm>
                <a:off x="9491638" y="4247982"/>
                <a:ext cx="137520" cy="608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A49479D-758A-C310-0817-04008733D5F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485518" y="4241826"/>
                  <a:ext cx="149760" cy="731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68F097A-F38E-DEDE-3F39-F89F5970BF44}"/>
                    </a:ext>
                  </a:extLst>
                </p14:cNvPr>
                <p14:cNvContentPartPr/>
                <p14:nvPr/>
              </p14:nvContentPartPr>
              <p14:xfrm>
                <a:off x="9702958" y="4089222"/>
                <a:ext cx="226440" cy="205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68F097A-F38E-DEDE-3F39-F89F5970BF4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96838" y="4083102"/>
                  <a:ext cx="2386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8D0A9A4-DFD6-7E1F-2CA0-D4DD73F37CB5}"/>
                    </a:ext>
                  </a:extLst>
                </p14:cNvPr>
                <p14:cNvContentPartPr/>
                <p14:nvPr/>
              </p14:nvContentPartPr>
              <p14:xfrm>
                <a:off x="9994558" y="4173822"/>
                <a:ext cx="151200" cy="88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8D0A9A4-DFD6-7E1F-2CA0-D4DD73F37CB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988438" y="4167702"/>
                  <a:ext cx="1634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9ED05DF-D5F9-6F6E-7339-313A06B8682B}"/>
                    </a:ext>
                  </a:extLst>
                </p14:cNvPr>
                <p14:cNvContentPartPr/>
                <p14:nvPr/>
              </p14:nvContentPartPr>
              <p14:xfrm>
                <a:off x="10233598" y="4038462"/>
                <a:ext cx="156240" cy="146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9ED05DF-D5F9-6F6E-7339-313A06B8682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227478" y="4032342"/>
                  <a:ext cx="16848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5D0CB6C-1C26-3268-7332-13592D102437}"/>
              </a:ext>
            </a:extLst>
          </p:cNvPr>
          <p:cNvGrpSpPr/>
          <p:nvPr/>
        </p:nvGrpSpPr>
        <p:grpSpPr>
          <a:xfrm>
            <a:off x="7402198" y="4917222"/>
            <a:ext cx="271800" cy="125280"/>
            <a:chOff x="7402198" y="4917222"/>
            <a:chExt cx="271800" cy="12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E644D83-826B-B7C9-60EE-92225D0E12CC}"/>
                    </a:ext>
                  </a:extLst>
                </p14:cNvPr>
                <p14:cNvContentPartPr/>
                <p14:nvPr/>
              </p14:nvContentPartPr>
              <p14:xfrm>
                <a:off x="7402198" y="4917222"/>
                <a:ext cx="213120" cy="280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E644D83-826B-B7C9-60EE-92225D0E12C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396078" y="4911102"/>
                  <a:ext cx="225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5A36217-1354-7710-7224-856514BFA975}"/>
                    </a:ext>
                  </a:extLst>
                </p14:cNvPr>
                <p14:cNvContentPartPr/>
                <p14:nvPr/>
              </p14:nvContentPartPr>
              <p14:xfrm>
                <a:off x="7437478" y="5015502"/>
                <a:ext cx="236520" cy="27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5A36217-1354-7710-7224-856514BFA97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431358" y="5009382"/>
                  <a:ext cx="24876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EBB0329-34C0-B4B9-DCCF-F0F0D8640E6D}"/>
              </a:ext>
            </a:extLst>
          </p:cNvPr>
          <p:cNvGrpSpPr/>
          <p:nvPr/>
        </p:nvGrpSpPr>
        <p:grpSpPr>
          <a:xfrm>
            <a:off x="7937878" y="4705542"/>
            <a:ext cx="2817720" cy="365040"/>
            <a:chOff x="7937878" y="4705542"/>
            <a:chExt cx="2817720" cy="36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CA3FC61-F8A1-425B-455C-10459BD8E328}"/>
                    </a:ext>
                  </a:extLst>
                </p14:cNvPr>
                <p14:cNvContentPartPr/>
                <p14:nvPr/>
              </p14:nvContentPartPr>
              <p14:xfrm>
                <a:off x="7937878" y="4885902"/>
                <a:ext cx="184320" cy="184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CA3FC61-F8A1-425B-455C-10459BD8E32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931758" y="4879782"/>
                  <a:ext cx="1965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1547232-523D-DFE7-4884-7E1C4E0B7931}"/>
                    </a:ext>
                  </a:extLst>
                </p14:cNvPr>
                <p14:cNvContentPartPr/>
                <p14:nvPr/>
              </p14:nvContentPartPr>
              <p14:xfrm>
                <a:off x="8118238" y="4876182"/>
                <a:ext cx="156960" cy="153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1547232-523D-DFE7-4884-7E1C4E0B793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112104" y="4870062"/>
                  <a:ext cx="169228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A548962-8C6F-CA1A-9773-BA2AAB9D85B3}"/>
                    </a:ext>
                  </a:extLst>
                </p14:cNvPr>
                <p14:cNvContentPartPr/>
                <p14:nvPr/>
              </p14:nvContentPartPr>
              <p14:xfrm>
                <a:off x="8263318" y="4761702"/>
                <a:ext cx="140400" cy="39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A548962-8C6F-CA1A-9773-BA2AAB9D85B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257198" y="4755582"/>
                  <a:ext cx="1526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DD33286-D384-01D3-E89A-40AC614A9239}"/>
                    </a:ext>
                  </a:extLst>
                </p14:cNvPr>
                <p14:cNvContentPartPr/>
                <p14:nvPr/>
              </p14:nvContentPartPr>
              <p14:xfrm>
                <a:off x="8313718" y="4801302"/>
                <a:ext cx="13320" cy="89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DD33286-D384-01D3-E89A-40AC614A923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307759" y="4795182"/>
                  <a:ext cx="25238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CEF5B59-A3A7-AD28-C014-0572D5FA4B34}"/>
                    </a:ext>
                  </a:extLst>
                </p14:cNvPr>
                <p14:cNvContentPartPr/>
                <p14:nvPr/>
              </p14:nvContentPartPr>
              <p14:xfrm>
                <a:off x="8518198" y="4820742"/>
                <a:ext cx="243360" cy="203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CEF5B59-A3A7-AD28-C014-0572D5FA4B3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512078" y="4814622"/>
                  <a:ext cx="2556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D8C9635-9C1B-A741-48E9-72F28A19B4DE}"/>
                    </a:ext>
                  </a:extLst>
                </p14:cNvPr>
                <p14:cNvContentPartPr/>
                <p14:nvPr/>
              </p14:nvContentPartPr>
              <p14:xfrm>
                <a:off x="8849758" y="4899222"/>
                <a:ext cx="23040" cy="115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D8C9635-9C1B-A741-48E9-72F28A19B4D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43541" y="4893121"/>
                  <a:ext cx="35474" cy="128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6C67BB4-B0CE-9B43-4294-51F17E7A08E8}"/>
                    </a:ext>
                  </a:extLst>
                </p14:cNvPr>
                <p14:cNvContentPartPr/>
                <p14:nvPr/>
              </p14:nvContentPartPr>
              <p14:xfrm>
                <a:off x="8924998" y="4761342"/>
                <a:ext cx="129960" cy="54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6C67BB4-B0CE-9B43-4294-51F17E7A08E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918878" y="4755262"/>
                  <a:ext cx="142200" cy="6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FAB6AA6-FCF5-C0D2-99C9-CD5472B0AB56}"/>
                    </a:ext>
                  </a:extLst>
                </p14:cNvPr>
                <p14:cNvContentPartPr/>
                <p14:nvPr/>
              </p14:nvContentPartPr>
              <p14:xfrm>
                <a:off x="8972878" y="4779702"/>
                <a:ext cx="10800" cy="651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FAB6AA6-FCF5-C0D2-99C9-CD5472B0AB5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966758" y="4773616"/>
                  <a:ext cx="23040" cy="773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50AE732-683B-6A26-2837-C7B02E325532}"/>
                    </a:ext>
                  </a:extLst>
                </p14:cNvPr>
                <p14:cNvContentPartPr/>
                <p14:nvPr/>
              </p14:nvContentPartPr>
              <p14:xfrm>
                <a:off x="9136318" y="4868262"/>
                <a:ext cx="60480" cy="33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50AE732-683B-6A26-2837-C7B02E32553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130198" y="4862142"/>
                  <a:ext cx="72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01A796A-7732-BA3A-3286-FA43CD19732E}"/>
                    </a:ext>
                  </a:extLst>
                </p14:cNvPr>
                <p14:cNvContentPartPr/>
                <p14:nvPr/>
              </p14:nvContentPartPr>
              <p14:xfrm>
                <a:off x="9313798" y="4760982"/>
                <a:ext cx="168480" cy="231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01A796A-7732-BA3A-3286-FA43CD19732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307678" y="4754852"/>
                  <a:ext cx="180720" cy="2433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FA0A3D6-BFDD-7ABD-64B2-B3A915B630E1}"/>
                    </a:ext>
                  </a:extLst>
                </p14:cNvPr>
                <p14:cNvContentPartPr/>
                <p14:nvPr/>
              </p14:nvContentPartPr>
              <p14:xfrm>
                <a:off x="9349078" y="4872222"/>
                <a:ext cx="146880" cy="94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FA0A3D6-BFDD-7ABD-64B2-B3A915B630E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342973" y="4866102"/>
                  <a:ext cx="15909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6131DB5-5308-DDFE-F419-106280BE28CF}"/>
                    </a:ext>
                  </a:extLst>
                </p14:cNvPr>
                <p14:cNvContentPartPr/>
                <p14:nvPr/>
              </p14:nvContentPartPr>
              <p14:xfrm>
                <a:off x="9572278" y="4878702"/>
                <a:ext cx="33120" cy="95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6131DB5-5308-DDFE-F419-106280BE28C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566158" y="4872582"/>
                  <a:ext cx="453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370DDA3-01A8-61D0-A0C0-FE816261856D}"/>
                    </a:ext>
                  </a:extLst>
                </p14:cNvPr>
                <p14:cNvContentPartPr/>
                <p14:nvPr/>
              </p14:nvContentPartPr>
              <p14:xfrm>
                <a:off x="9680638" y="4727502"/>
                <a:ext cx="116280" cy="244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370DDA3-01A8-61D0-A0C0-FE816261856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674518" y="4721382"/>
                  <a:ext cx="1285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20C5272-5AEC-888F-EF91-AE117E90A19C}"/>
                    </a:ext>
                  </a:extLst>
                </p14:cNvPr>
                <p14:cNvContentPartPr/>
                <p14:nvPr/>
              </p14:nvContentPartPr>
              <p14:xfrm>
                <a:off x="9700798" y="4882662"/>
                <a:ext cx="108360" cy="687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20C5272-5AEC-888F-EF91-AE117E90A19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694678" y="4876542"/>
                  <a:ext cx="1206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DA072A9-C666-227B-CBE9-733E2799A220}"/>
                    </a:ext>
                  </a:extLst>
                </p14:cNvPr>
                <p14:cNvContentPartPr/>
                <p14:nvPr/>
              </p14:nvContentPartPr>
              <p14:xfrm>
                <a:off x="9872518" y="4882662"/>
                <a:ext cx="82800" cy="101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DA072A9-C666-227B-CBE9-733E2799A22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866398" y="4876542"/>
                  <a:ext cx="950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20E4401-10BC-CD46-2B1D-F10168E17ED5}"/>
                    </a:ext>
                  </a:extLst>
                </p14:cNvPr>
                <p14:cNvContentPartPr/>
                <p14:nvPr/>
              </p14:nvContentPartPr>
              <p14:xfrm>
                <a:off x="10054678" y="4705542"/>
                <a:ext cx="203760" cy="259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20E4401-10BC-CD46-2B1D-F10168E17ED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048558" y="4699422"/>
                  <a:ext cx="2160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7C0EFCE-D6ED-6B43-25D7-2B79B766F2DB}"/>
                    </a:ext>
                  </a:extLst>
                </p14:cNvPr>
                <p14:cNvContentPartPr/>
                <p14:nvPr/>
              </p14:nvContentPartPr>
              <p14:xfrm>
                <a:off x="10347718" y="4825422"/>
                <a:ext cx="100800" cy="113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7C0EFCE-D6ED-6B43-25D7-2B79B766F2D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341620" y="4819302"/>
                  <a:ext cx="112996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ABD060F-158D-2AD1-9CDB-319C6C1C9C59}"/>
                    </a:ext>
                  </a:extLst>
                </p14:cNvPr>
                <p14:cNvContentPartPr/>
                <p14:nvPr/>
              </p14:nvContentPartPr>
              <p14:xfrm>
                <a:off x="10560478" y="4719582"/>
                <a:ext cx="195120" cy="140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ABD060F-158D-2AD1-9CDB-319C6C1C9C5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554358" y="4713462"/>
                  <a:ext cx="20736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D9780D1-F0D9-338D-9560-FE92353DDABD}"/>
              </a:ext>
            </a:extLst>
          </p:cNvPr>
          <p:cNvGrpSpPr/>
          <p:nvPr/>
        </p:nvGrpSpPr>
        <p:grpSpPr>
          <a:xfrm>
            <a:off x="7602358" y="5672502"/>
            <a:ext cx="255240" cy="132480"/>
            <a:chOff x="7602358" y="5672502"/>
            <a:chExt cx="255240" cy="1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43C86AC-8B55-E927-3250-855F1FE1DB14}"/>
                    </a:ext>
                  </a:extLst>
                </p14:cNvPr>
                <p14:cNvContentPartPr/>
                <p14:nvPr/>
              </p14:nvContentPartPr>
              <p14:xfrm>
                <a:off x="7602358" y="5672502"/>
                <a:ext cx="203400" cy="32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43C86AC-8B55-E927-3250-855F1FE1DB1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96238" y="5666382"/>
                  <a:ext cx="215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7BD1CE4-3A38-00B5-3B17-94788A9F9D9E}"/>
                    </a:ext>
                  </a:extLst>
                </p14:cNvPr>
                <p14:cNvContentPartPr/>
                <p14:nvPr/>
              </p14:nvContentPartPr>
              <p14:xfrm>
                <a:off x="7659238" y="5771502"/>
                <a:ext cx="198360" cy="33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7BD1CE4-3A38-00B5-3B17-94788A9F9D9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653118" y="5765382"/>
                  <a:ext cx="2106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AF2A5A9-3FB3-DD96-0D0D-C4F342F17B8C}"/>
              </a:ext>
            </a:extLst>
          </p:cNvPr>
          <p:cNvGrpSpPr/>
          <p:nvPr/>
        </p:nvGrpSpPr>
        <p:grpSpPr>
          <a:xfrm>
            <a:off x="8179798" y="5494302"/>
            <a:ext cx="2171520" cy="389880"/>
            <a:chOff x="8179798" y="5494302"/>
            <a:chExt cx="2171520" cy="38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0D2D1CB-A2AD-7C87-BB3D-342D279E7AF6}"/>
                    </a:ext>
                  </a:extLst>
                </p14:cNvPr>
                <p14:cNvContentPartPr/>
                <p14:nvPr/>
              </p14:nvContentPartPr>
              <p14:xfrm>
                <a:off x="8179798" y="5624622"/>
                <a:ext cx="267120" cy="259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0D2D1CB-A2AD-7C87-BB3D-342D279E7AF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73678" y="5618502"/>
                  <a:ext cx="2793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4DF883B-5979-1778-A4D6-8C83818C1A4B}"/>
                    </a:ext>
                  </a:extLst>
                </p14:cNvPr>
                <p14:cNvContentPartPr/>
                <p14:nvPr/>
              </p14:nvContentPartPr>
              <p14:xfrm>
                <a:off x="8424598" y="5639742"/>
                <a:ext cx="200160" cy="2055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4DF883B-5979-1778-A4D6-8C83818C1A4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418467" y="5633622"/>
                  <a:ext cx="212422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0D6E003-A60A-C64E-7916-427B146109B1}"/>
                    </a:ext>
                  </a:extLst>
                </p14:cNvPr>
                <p14:cNvContentPartPr/>
                <p14:nvPr/>
              </p14:nvContentPartPr>
              <p14:xfrm>
                <a:off x="8562838" y="5536062"/>
                <a:ext cx="190440" cy="1609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0D6E003-A60A-C64E-7916-427B146109B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556718" y="5529942"/>
                  <a:ext cx="202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8290E2D-E393-1CC1-BE2D-38E8D8367FC1}"/>
                    </a:ext>
                  </a:extLst>
                </p14:cNvPr>
                <p14:cNvContentPartPr/>
                <p14:nvPr/>
              </p14:nvContentPartPr>
              <p14:xfrm>
                <a:off x="8870998" y="5553702"/>
                <a:ext cx="269640" cy="240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8290E2D-E393-1CC1-BE2D-38E8D8367FC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864878" y="5547573"/>
                  <a:ext cx="281880" cy="2527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51EA9D0-9DD5-8314-DD06-369A68CD8AC6}"/>
                    </a:ext>
                  </a:extLst>
                </p14:cNvPr>
                <p14:cNvContentPartPr/>
                <p14:nvPr/>
              </p14:nvContentPartPr>
              <p14:xfrm>
                <a:off x="9220918" y="5704542"/>
                <a:ext cx="21600" cy="92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51EA9D0-9DD5-8314-DD06-369A68CD8AC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214798" y="5698398"/>
                  <a:ext cx="33840" cy="1048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3F8945F-321A-B14C-6965-D025C4C824C2}"/>
                    </a:ext>
                  </a:extLst>
                </p14:cNvPr>
                <p14:cNvContentPartPr/>
                <p14:nvPr/>
              </p14:nvContentPartPr>
              <p14:xfrm>
                <a:off x="9293998" y="5494302"/>
                <a:ext cx="151560" cy="22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3F8945F-321A-B14C-6965-D025C4C824C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287878" y="5488182"/>
                  <a:ext cx="163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26D997E-C8C3-0C4D-AE7C-AACEF2428E9F}"/>
                    </a:ext>
                  </a:extLst>
                </p14:cNvPr>
                <p14:cNvContentPartPr/>
                <p14:nvPr/>
              </p14:nvContentPartPr>
              <p14:xfrm>
                <a:off x="9364918" y="5514102"/>
                <a:ext cx="18000" cy="1018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26D997E-C8C3-0C4D-AE7C-AACEF2428E9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358798" y="5507982"/>
                  <a:ext cx="302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CBEF17F-84B3-29FA-3938-CB08DEBEF006}"/>
                    </a:ext>
                  </a:extLst>
                </p14:cNvPr>
                <p14:cNvContentPartPr/>
                <p14:nvPr/>
              </p14:nvContentPartPr>
              <p14:xfrm>
                <a:off x="9576958" y="5522382"/>
                <a:ext cx="126720" cy="175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CBEF17F-84B3-29FA-3938-CB08DEBEF00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570855" y="5516262"/>
                  <a:ext cx="138925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C38DEA6-0B86-BB37-A016-4FF1E28AE3BF}"/>
                    </a:ext>
                  </a:extLst>
                </p14:cNvPr>
                <p14:cNvContentPartPr/>
                <p14:nvPr/>
              </p14:nvContentPartPr>
              <p14:xfrm>
                <a:off x="9578398" y="5565582"/>
                <a:ext cx="17280" cy="232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C38DEA6-0B86-BB37-A016-4FF1E28AE3B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572148" y="5559462"/>
                  <a:ext cx="297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C4EFB77-6D39-E71D-9E14-2B461911B16A}"/>
                    </a:ext>
                  </a:extLst>
                </p14:cNvPr>
                <p14:cNvContentPartPr/>
                <p14:nvPr/>
              </p14:nvContentPartPr>
              <p14:xfrm>
                <a:off x="9585238" y="5656662"/>
                <a:ext cx="201960" cy="101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C4EFB77-6D39-E71D-9E14-2B461911B16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579118" y="5650564"/>
                  <a:ext cx="214200" cy="1140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DC03C58-AA97-F685-9EA4-26C2A0A6B48E}"/>
                    </a:ext>
                  </a:extLst>
                </p14:cNvPr>
                <p14:cNvContentPartPr/>
                <p14:nvPr/>
              </p14:nvContentPartPr>
              <p14:xfrm>
                <a:off x="9903838" y="5520942"/>
                <a:ext cx="217440" cy="241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DC03C58-AA97-F685-9EA4-26C2A0A6B48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897718" y="5514822"/>
                  <a:ext cx="2296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24F683F-091F-1F58-5964-F7CE0449D64E}"/>
                    </a:ext>
                  </a:extLst>
                </p14:cNvPr>
                <p14:cNvContentPartPr/>
                <p14:nvPr/>
              </p14:nvContentPartPr>
              <p14:xfrm>
                <a:off x="10201198" y="5648022"/>
                <a:ext cx="150120" cy="1231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24F683F-091F-1F58-5964-F7CE0449D64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195078" y="5641902"/>
                  <a:ext cx="162360" cy="13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FC6C7ECD-1ADA-303C-3767-9F9323F977DD}"/>
                  </a:ext>
                </a:extLst>
              </p14:cNvPr>
              <p14:cNvContentPartPr/>
              <p14:nvPr/>
            </p14:nvContentPartPr>
            <p14:xfrm>
              <a:off x="10533478" y="5517702"/>
              <a:ext cx="191520" cy="20448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FC6C7ECD-1ADA-303C-3767-9F9323F977DD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0527358" y="5511582"/>
                <a:ext cx="203760" cy="21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B032765-0B9D-F60D-078B-2B7B4F4949EE}"/>
              </a:ext>
            </a:extLst>
          </p:cNvPr>
          <p:cNvGrpSpPr/>
          <p:nvPr/>
        </p:nvGrpSpPr>
        <p:grpSpPr>
          <a:xfrm>
            <a:off x="9474718" y="5879502"/>
            <a:ext cx="243360" cy="116640"/>
            <a:chOff x="9474718" y="5879502"/>
            <a:chExt cx="243360" cy="11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58C5A97-4023-805C-F177-82C98F50D4C7}"/>
                    </a:ext>
                  </a:extLst>
                </p14:cNvPr>
                <p14:cNvContentPartPr/>
                <p14:nvPr/>
              </p14:nvContentPartPr>
              <p14:xfrm>
                <a:off x="9474718" y="5882022"/>
                <a:ext cx="243360" cy="93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58C5A97-4023-805C-F177-82C98F50D4C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468607" y="5875925"/>
                  <a:ext cx="255582" cy="1061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4CB246B-2608-AB31-0D62-15809092CBA7}"/>
                    </a:ext>
                  </a:extLst>
                </p14:cNvPr>
                <p14:cNvContentPartPr/>
                <p14:nvPr/>
              </p14:nvContentPartPr>
              <p14:xfrm>
                <a:off x="9486238" y="5879502"/>
                <a:ext cx="211320" cy="116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4CB246B-2608-AB31-0D62-15809092CBA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480128" y="5873363"/>
                  <a:ext cx="223539" cy="128918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82EF9E0-0609-E7DA-6E27-895F2B1CF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F4704D2-F513-A136-8320-ABB476BCD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D0E137F-45BF-CB4E-79CC-214168F3745F}"/>
                  </a:ext>
                </a:extLst>
              </p14:cNvPr>
              <p14:cNvContentPartPr/>
              <p14:nvPr/>
            </p14:nvContentPartPr>
            <p14:xfrm>
              <a:off x="1114200" y="504720"/>
              <a:ext cx="9599760" cy="6138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D0E137F-45BF-CB4E-79CC-214168F3745F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104840" y="495360"/>
                <a:ext cx="9618480" cy="615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471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00EA2-F081-B571-46FB-56825682A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AA1CBC7-3D89-2535-C347-A09652C45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957" y="0"/>
            <a:ext cx="10193427" cy="66574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834811-5A12-11BF-6EAB-B69CB33F77FE}"/>
              </a:ext>
            </a:extLst>
          </p:cNvPr>
          <p:cNvSpPr txBox="1"/>
          <p:nvPr/>
        </p:nvSpPr>
        <p:spPr>
          <a:xfrm>
            <a:off x="8414006" y="6380496"/>
            <a:ext cx="2777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DeepSeek-V2 </a:t>
            </a:r>
            <a:r>
              <a:rPr lang="en-US" sz="1200">
                <a:hlinkClick r:id="rId3"/>
              </a:rPr>
              <a:t>2405.04434</a:t>
            </a:r>
            <a:endParaRPr lang="en-US" sz="12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7E493-EB7D-97B0-036E-F57F4DEB7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7AF67-A286-F90C-32CC-6CD192B1B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3A53E8F-AD2B-3A2F-0C0C-066D2C00363E}"/>
                  </a:ext>
                </a:extLst>
              </p14:cNvPr>
              <p14:cNvContentPartPr/>
              <p14:nvPr/>
            </p14:nvContentPartPr>
            <p14:xfrm>
              <a:off x="522720" y="418320"/>
              <a:ext cx="9817920" cy="6239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3A53E8F-AD2B-3A2F-0C0C-066D2C0036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3360" y="408960"/>
                <a:ext cx="9836640" cy="625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3211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2BBFA-2F3D-64F9-40B3-22EA9DF90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 Latent attention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7993FB-BFEF-1EBE-58B6-F75317321C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9502" y="1825625"/>
            <a:ext cx="9392995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B790B8-77FB-2201-9858-9ABFFD13AF52}"/>
              </a:ext>
            </a:extLst>
          </p:cNvPr>
          <p:cNvSpPr txBox="1"/>
          <p:nvPr/>
        </p:nvSpPr>
        <p:spPr>
          <a:xfrm>
            <a:off x="1206948" y="572355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DeepSeek-V3 Technical Report </a:t>
            </a:r>
            <a:r>
              <a:rPr lang="en-US" sz="1400">
                <a:hlinkClick r:id="rId3"/>
              </a:rPr>
              <a:t>2412.19437</a:t>
            </a:r>
            <a:endParaRPr lang="en-US" sz="14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A3232-01B2-28A7-556F-E1490145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CCAB14-283E-1091-7A37-16E832D04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7CD9171-55E6-54F5-7F3B-59850B832326}"/>
                  </a:ext>
                </a:extLst>
              </p14:cNvPr>
              <p14:cNvContentPartPr/>
              <p14:nvPr/>
            </p14:nvContentPartPr>
            <p14:xfrm>
              <a:off x="6377400" y="2412360"/>
              <a:ext cx="4615560" cy="3605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7CD9171-55E6-54F5-7F3B-59850B8323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68040" y="2403000"/>
                <a:ext cx="4634280" cy="362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9515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EFCF7-C230-D3F0-5FC8-0B1B5BA9C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Resources and Capability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1BC3ED-5D3B-D35C-75A6-0140DCE04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1056" y="1825625"/>
            <a:ext cx="10049887" cy="435133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FAC002-E145-C9EE-7F4C-AD2BAE87E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DA662-1A4F-B7DE-4CD0-A71FE4F6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18BB73A-FE73-050D-6CED-ADCBEC43A97C}"/>
                  </a:ext>
                </a:extLst>
              </p14:cNvPr>
              <p14:cNvContentPartPr/>
              <p14:nvPr/>
            </p14:nvContentPartPr>
            <p14:xfrm>
              <a:off x="5121000" y="449280"/>
              <a:ext cx="6905880" cy="5350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18BB73A-FE73-050D-6CED-ADCBEC43A9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11640" y="439920"/>
                <a:ext cx="6924600" cy="536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8583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0C2C9-32CC-1E2A-A451-A5A0DF2E5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MOE an extensible to scale up LLM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143A6-EBFE-8E6F-8818-42A416BA4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r>
              <a:rPr lang="en-US" sz="2400"/>
              <a:t>Mixture of Experts is in FFN in transformer model </a:t>
            </a:r>
          </a:p>
          <a:p>
            <a:pPr lvl="1"/>
            <a:r>
              <a:rPr lang="en-US" sz="1800"/>
              <a:t>Memory of knowledge. </a:t>
            </a:r>
          </a:p>
          <a:p>
            <a:r>
              <a:rPr lang="en-US" sz="2400"/>
              <a:t>Scaling Law[N D C L] </a:t>
            </a:r>
            <a:r>
              <a:rPr lang="en-US" sz="2400" b="0" i="0">
                <a:solidFill>
                  <a:srgbClr val="242A36"/>
                </a:solidFill>
                <a:effectLst/>
                <a:latin typeface="Inter"/>
              </a:rPr>
              <a:t>predicts loss given model size and dataset size in a power-law relationship</a:t>
            </a:r>
            <a:endParaRPr lang="en-US" sz="2400"/>
          </a:p>
          <a:p>
            <a:pPr lvl="1"/>
            <a:r>
              <a:rPr lang="en-US" sz="1800"/>
              <a:t>N:</a:t>
            </a:r>
            <a:r>
              <a:rPr lang="zh-CN" altLang="en-US" sz="1800"/>
              <a:t> </a:t>
            </a:r>
            <a:r>
              <a:rPr lang="en-US" sz="1800"/>
              <a:t>Size of the model</a:t>
            </a:r>
          </a:p>
          <a:p>
            <a:pPr lvl="2"/>
            <a:r>
              <a:rPr lang="en-US" sz="1600"/>
              <a:t>In most cases, the model's size is simply the number of parameters.  </a:t>
            </a:r>
          </a:p>
          <a:p>
            <a:pPr lvl="2"/>
            <a:r>
              <a:rPr lang="en-US" sz="1600"/>
              <a:t>Dense Model vs MOE Models.</a:t>
            </a:r>
          </a:p>
          <a:p>
            <a:pPr lvl="1"/>
            <a:r>
              <a:rPr lang="en-US" sz="1800"/>
              <a:t>D: Size of the training dataset</a:t>
            </a:r>
          </a:p>
          <a:p>
            <a:pPr lvl="2"/>
            <a:r>
              <a:rPr lang="en-US" sz="1600"/>
              <a:t>The size of the training dataset is usually quantified by the number of data points within it. </a:t>
            </a:r>
          </a:p>
          <a:p>
            <a:pPr lvl="2"/>
            <a:r>
              <a:rPr lang="en-US" sz="1600"/>
              <a:t>Larger training datasets are typically preferred. </a:t>
            </a:r>
          </a:p>
          <a:p>
            <a:pPr lvl="2"/>
            <a:r>
              <a:rPr lang="en-US" sz="1600"/>
              <a:t>A small amount of high quality data suffices for FT, and more data does not necessarily improve performance.</a:t>
            </a:r>
          </a:p>
          <a:p>
            <a:pPr lvl="1"/>
            <a:r>
              <a:rPr lang="en-US" sz="1800"/>
              <a:t>C: Cost of training</a:t>
            </a:r>
          </a:p>
          <a:p>
            <a:pPr lvl="2"/>
            <a:r>
              <a:rPr lang="en-US" sz="1600"/>
              <a:t>Amortized hardware and energy cost to train frontier AI models over time</a:t>
            </a:r>
          </a:p>
          <a:p>
            <a:pPr lvl="2"/>
            <a:r>
              <a:rPr lang="en-US" sz="1600"/>
              <a:t>The cost is a function of several factors, including model size, training dataset size, the training algorithm complexity, and the computational resources available.</a:t>
            </a:r>
          </a:p>
          <a:p>
            <a:pPr lvl="1"/>
            <a:r>
              <a:rPr lang="en-US" sz="1800"/>
              <a:t>Performance</a:t>
            </a:r>
          </a:p>
          <a:p>
            <a:pPr lvl="2"/>
            <a:r>
              <a:rPr lang="en-US" sz="1600"/>
              <a:t>Ability to accurately predict the output given some input data. </a:t>
            </a:r>
          </a:p>
          <a:p>
            <a:pPr lvl="2"/>
            <a:r>
              <a:rPr lang="en-US" sz="1600"/>
              <a:t>Negative Log-Likelihood per token, Accuracy, Precision, Recall, F1 Score, MSE, MAE…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5B085-0E86-1D5B-0BDB-C40FD773E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8B7C7E-C4BB-5802-5C55-2B6C65D1C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0CB7A63-65F2-88FC-FD2D-835F529E3D30}"/>
                  </a:ext>
                </a:extLst>
              </p14:cNvPr>
              <p14:cNvContentPartPr/>
              <p14:nvPr/>
            </p14:nvContentPartPr>
            <p14:xfrm>
              <a:off x="2632680" y="2536560"/>
              <a:ext cx="836640" cy="159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0CB7A63-65F2-88FC-FD2D-835F529E3D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3320" y="2527200"/>
                <a:ext cx="855360" cy="17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8868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19377-8326-5409-7E5E-FD9C61483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>
                <a:solidFill>
                  <a:srgbClr val="242A36"/>
                </a:solidFill>
                <a:effectLst/>
                <a:latin typeface="Inter"/>
              </a:rPr>
              <a:t>The Chinchilla Scaling Law: an Influential Example</a:t>
            </a:r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38F8E54-F24B-FC4E-ACEF-8A656603B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70809"/>
            <a:ext cx="10515600" cy="4060969"/>
          </a:xfr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47BB2F1-E597-7B28-6D8C-595ABF1E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C2DE8FA-C529-F47A-5259-DB652C230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585BED3-DD58-6B30-CE6F-258558FB63D8}"/>
                  </a:ext>
                </a:extLst>
              </p14:cNvPr>
              <p14:cNvContentPartPr/>
              <p14:nvPr/>
            </p14:nvContentPartPr>
            <p14:xfrm>
              <a:off x="2797200" y="1736640"/>
              <a:ext cx="8891640" cy="3691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585BED3-DD58-6B30-CE6F-258558FB63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87840" y="1727280"/>
                <a:ext cx="8910360" cy="371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725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67A9-EC07-F295-EB95-DE5CE87F3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Mixture of Experts Models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482006-389C-51FF-1060-37651DDE0A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920" y="1417320"/>
            <a:ext cx="7682700" cy="4759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C08ACD-CFB7-2044-BBC7-72C99A3AA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867CE-F0DE-2A64-DD63-F3BEF6BF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DD8EC50-70B6-E371-F9BA-6D00586642F9}"/>
                  </a:ext>
                </a:extLst>
              </p14:cNvPr>
              <p14:cNvContentPartPr/>
              <p14:nvPr/>
            </p14:nvContentPartPr>
            <p14:xfrm>
              <a:off x="3274560" y="1117440"/>
              <a:ext cx="8171640" cy="4181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DD8EC50-70B6-E371-F9BA-6D00586642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65200" y="1108080"/>
                <a:ext cx="8190360" cy="420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39082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A496E-F5F7-E0CD-DD97-A1C5C08C3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DeepSeekMOE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49DC1C-4CC3-F0E5-F117-0E0E1593EB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405" y="1306380"/>
            <a:ext cx="7753348" cy="4642803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D1C9C-542F-E217-677E-53C89860A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0238F-E1A0-480B-E6E9-E24A6576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6FB097A-61C8-792C-DCB8-76161D724BC2}"/>
                  </a:ext>
                </a:extLst>
              </p14:cNvPr>
              <p14:cNvContentPartPr/>
              <p14:nvPr/>
            </p14:nvContentPartPr>
            <p14:xfrm>
              <a:off x="1805040" y="952560"/>
              <a:ext cx="9365400" cy="5559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6FB097A-61C8-792C-DCB8-76161D724B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95680" y="943200"/>
                <a:ext cx="9384120" cy="557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5550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DDD7B-0DE7-81D4-26AE-B2AA3472E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ideas from the </a:t>
            </a:r>
            <a:r>
              <a:rPr lang="en-US" dirty="0" err="1"/>
              <a:t>DeepseekMOE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9772D5-897F-C9DF-006D-F0466811D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2570"/>
            <a:ext cx="10515600" cy="389744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5A7E78-FE21-3E2B-2C70-D5594A2C22D0}"/>
              </a:ext>
            </a:extLst>
          </p:cNvPr>
          <p:cNvSpPr txBox="1"/>
          <p:nvPr/>
        </p:nvSpPr>
        <p:spPr>
          <a:xfrm>
            <a:off x="241540" y="633898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DeepSeek-V3 Technical Report </a:t>
            </a:r>
            <a:r>
              <a:rPr lang="en-US" sz="1400">
                <a:hlinkClick r:id="rId3"/>
              </a:rPr>
              <a:t>2412.19437</a:t>
            </a:r>
            <a:endParaRPr lang="en-US" sz="14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311177-F538-DFDF-75F0-8FB4CFE7A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187AB-B305-C6E8-0E52-4C9E587AA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6FAD7C6-3AC8-FF75-2B05-7357997A9C23}"/>
                  </a:ext>
                </a:extLst>
              </p14:cNvPr>
              <p14:cNvContentPartPr/>
              <p14:nvPr/>
            </p14:nvContentPartPr>
            <p14:xfrm>
              <a:off x="5305680" y="3549240"/>
              <a:ext cx="5487480" cy="1402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6FAD7C6-3AC8-FF75-2B05-7357997A9C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96320" y="3539880"/>
                <a:ext cx="5506200" cy="14212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EDCD9C6-83F6-F93A-E632-F1EAA0A5F9F5}"/>
              </a:ext>
            </a:extLst>
          </p:cNvPr>
          <p:cNvSpPr txBox="1">
            <a:spLocks/>
          </p:cNvSpPr>
          <p:nvPr/>
        </p:nvSpPr>
        <p:spPr>
          <a:xfrm>
            <a:off x="838200" y="1611314"/>
            <a:ext cx="7527235" cy="140256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Fine-Grained Expert Segmentation </a:t>
            </a:r>
          </a:p>
          <a:p>
            <a:r>
              <a:rPr lang="en-US"/>
              <a:t>Shared Expert Isolation </a:t>
            </a:r>
          </a:p>
          <a:p>
            <a:r>
              <a:rPr lang="en-US"/>
              <a:t>Load Balancing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6044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A716C-4F01-EE38-F7F5-CBCDE83F5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DE0E08-44EE-B196-28B1-8F5376C6F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5920" y="100044"/>
            <a:ext cx="8222566" cy="6757955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5317D8-9FF7-45D7-57A7-E00D20F477FB}"/>
              </a:ext>
            </a:extLst>
          </p:cNvPr>
          <p:cNvSpPr txBox="1"/>
          <p:nvPr/>
        </p:nvSpPr>
        <p:spPr>
          <a:xfrm>
            <a:off x="80514" y="542537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DeepSeek-V3 Technical Report </a:t>
            </a:r>
            <a:r>
              <a:rPr lang="en-US" sz="1400">
                <a:hlinkClick r:id="rId3"/>
              </a:rPr>
              <a:t>2412.19437</a:t>
            </a:r>
            <a:endParaRPr lang="en-US" sz="14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54A17-BAC9-EC28-EFC3-96E126A6F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B04EB-DA88-4AA3-C07F-7C2CDB412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2977ACA-B7D9-ACFD-81A9-9C4CAD9B37A0}"/>
                  </a:ext>
                </a:extLst>
              </p14:cNvPr>
              <p14:cNvContentPartPr/>
              <p14:nvPr/>
            </p14:nvContentPartPr>
            <p14:xfrm>
              <a:off x="9462240" y="2305440"/>
              <a:ext cx="865080" cy="2534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2977ACA-B7D9-ACFD-81A9-9C4CAD9B37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52880" y="2296080"/>
                <a:ext cx="883800" cy="255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6183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04592-D3CE-1356-F668-2F428B4A7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steps training for DeepSeek-R1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24A07-6AC8-32AE-6E9B-06391DDD2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Cold Start with SFT</a:t>
            </a:r>
          </a:p>
          <a:p>
            <a:pPr lvl="1"/>
            <a:r>
              <a:rPr lang="en-US" dirty="0"/>
              <a:t>Thousands of cold-start data for fine tunning, </a:t>
            </a:r>
            <a:r>
              <a:rPr lang="en-US" dirty="0" err="1"/>
              <a:t>CoT</a:t>
            </a:r>
            <a:r>
              <a:rPr lang="en-US" dirty="0"/>
              <a:t> data</a:t>
            </a:r>
          </a:p>
          <a:p>
            <a:pPr lvl="1"/>
            <a:r>
              <a:rPr lang="en-US" dirty="0"/>
              <a:t>Readability, Potential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Reasoning oriented RL</a:t>
            </a:r>
          </a:p>
          <a:p>
            <a:pPr lvl="1"/>
            <a:r>
              <a:rPr lang="en-US" dirty="0"/>
              <a:t>Reasoning-intensive tasks such as coding, math, science and logic reasoning</a:t>
            </a:r>
          </a:p>
          <a:p>
            <a:pPr lvl="1"/>
            <a:r>
              <a:rPr lang="en-US" dirty="0"/>
              <a:t>Language consistency reward for language mixing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Rejection Sampling and Supervised Fine-tuning (2 epoch)</a:t>
            </a:r>
          </a:p>
          <a:p>
            <a:pPr lvl="1"/>
            <a:r>
              <a:rPr lang="en-US" dirty="0"/>
              <a:t>600k reasoning data + 200k non-reasoning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RL for all scenarios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A5B28-1E50-8B5F-69C4-DBA9A598B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5F4E9-E1C4-8EBD-3416-BFF87416D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545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6C99A-9D79-7951-6A6E-1E6090988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9F455-77CE-217F-56D4-82037D2C4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62328"/>
            <a:ext cx="5622235" cy="1881671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G</a:t>
            </a:r>
            <a:r>
              <a:rPr lang="en-US" sz="2400" dirty="0"/>
              <a:t>eneralization</a:t>
            </a:r>
          </a:p>
          <a:p>
            <a:r>
              <a:rPr lang="en-US" sz="2400" dirty="0"/>
              <a:t>Efficiency – small amount of data</a:t>
            </a:r>
          </a:p>
          <a:p>
            <a:r>
              <a:rPr lang="en-US" sz="2400" dirty="0"/>
              <a:t>Explanation </a:t>
            </a:r>
          </a:p>
          <a:p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975AFB-28A0-3948-110D-01D57DEF1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778B83-41D4-DB23-99D2-014287D14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28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24B5A7-67E8-D102-0454-A61C42EED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36" y="3344000"/>
            <a:ext cx="5701955" cy="3171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AF66F0-4640-DB6E-8EB7-CC9DD32E9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13182"/>
            <a:ext cx="5990189" cy="51612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506415-C814-EA07-0FD2-8FF9D0441558}"/>
              </a:ext>
            </a:extLst>
          </p:cNvPr>
          <p:cNvSpPr txBox="1"/>
          <p:nvPr/>
        </p:nvSpPr>
        <p:spPr>
          <a:xfrm>
            <a:off x="6616976" y="6215928"/>
            <a:ext cx="609765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4"/>
              </a:rPr>
              <a:t>Unveiling the Mechanisms of Explicit </a:t>
            </a:r>
            <a:r>
              <a:rPr lang="en-US" sz="800" dirty="0" err="1">
                <a:hlinkClick r:id="rId4"/>
              </a:rPr>
              <a:t>CoT</a:t>
            </a:r>
            <a:r>
              <a:rPr lang="en-US" sz="800" dirty="0">
                <a:hlinkClick r:id="rId4"/>
              </a:rPr>
              <a:t> Training: How Chain-of-Thought Enhances Reasoning Generalization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989465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47E02-4EFF-72D3-5058-130F16A0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Attractive properties of </a:t>
            </a:r>
            <a:r>
              <a:rPr lang="en-US" dirty="0" err="1"/>
              <a:t>CoT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79084-C798-B6F0-8182-2705A757D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Allow models to decompose multi-step problems into intermediate steps. </a:t>
            </a:r>
          </a:p>
          <a:p>
            <a:r>
              <a:rPr lang="en-US" dirty="0"/>
              <a:t>Provide an interpretable window into the behavior of the model</a:t>
            </a:r>
          </a:p>
          <a:p>
            <a:r>
              <a:rPr lang="en-US" dirty="0"/>
              <a:t>Can be used for tasks such as math, commonsense reasoning.  </a:t>
            </a:r>
          </a:p>
          <a:p>
            <a:r>
              <a:rPr lang="en-US" dirty="0"/>
              <a:t>Chain-of-thought reasoning can be readily trained with</a:t>
            </a:r>
          </a:p>
          <a:p>
            <a:pPr lvl="1"/>
            <a:r>
              <a:rPr lang="en-US" dirty="0"/>
              <a:t>large off-the-shelf language models  + </a:t>
            </a:r>
            <a:r>
              <a:rPr lang="en-US" altLang="zh-CN" dirty="0" err="1"/>
              <a:t>CoT</a:t>
            </a:r>
            <a:r>
              <a:rPr lang="en-US" altLang="zh-CN" dirty="0"/>
              <a:t> Sequences </a:t>
            </a:r>
            <a:r>
              <a:rPr lang="en-US" dirty="0"/>
              <a:t>examples</a:t>
            </a:r>
          </a:p>
          <a:p>
            <a:endParaRPr lang="en-US" dirty="0"/>
          </a:p>
          <a:p>
            <a:r>
              <a:rPr lang="en-US" dirty="0"/>
              <a:t>DeepSeek-R1-Zero ‘s reasoning capabilities are promising, but with issues </a:t>
            </a:r>
          </a:p>
          <a:p>
            <a:pPr lvl="2"/>
            <a:r>
              <a:rPr lang="en-US" dirty="0"/>
              <a:t>Poor readability </a:t>
            </a:r>
          </a:p>
          <a:p>
            <a:pPr lvl="2"/>
            <a:r>
              <a:rPr lang="en-US" dirty="0"/>
              <a:t>Language mixing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B8AE0-0694-67F6-A8E7-BDC17651E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89690B-B330-F6B2-802E-B1EA5E3F3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621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CE0D9-A4AB-E092-8C48-863E96EAB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RL 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BB391-130F-CB6E-C3B0-C5847F783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Significant enhancement upon the instruction tunning model </a:t>
            </a:r>
          </a:p>
          <a:p>
            <a:pPr lvl="1"/>
            <a:r>
              <a:rPr lang="en-US" dirty="0"/>
              <a:t>True: Boosted the correct response</a:t>
            </a:r>
          </a:p>
          <a:p>
            <a:pPr lvl="1"/>
            <a:r>
              <a:rPr lang="en-US" dirty="0"/>
              <a:t>False:  improved the fundamental capabilities</a:t>
            </a:r>
          </a:p>
          <a:p>
            <a:r>
              <a:rPr lang="en-US" dirty="0"/>
              <a:t>More effective RL</a:t>
            </a:r>
          </a:p>
          <a:p>
            <a:pPr lvl="1"/>
            <a:r>
              <a:rPr lang="en-US" dirty="0"/>
              <a:t>Data Source</a:t>
            </a:r>
          </a:p>
          <a:p>
            <a:pPr lvl="1"/>
            <a:r>
              <a:rPr lang="en-US" dirty="0"/>
              <a:t>Algorithms, more robust algos against noisy reward signals </a:t>
            </a:r>
          </a:p>
          <a:p>
            <a:pPr lvl="1"/>
            <a:r>
              <a:rPr lang="en-US" dirty="0"/>
              <a:t>Reward Function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101FD3-48F6-5263-DD2B-1427D7434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B1EFE3-106E-57C7-13B1-76203EB43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540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7950F-6912-05F4-7626-4F9DFA7DA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GRPO vs PPO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017F2-5EA1-5276-5324-749394677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Policy learning</a:t>
            </a:r>
            <a:endParaRPr lang="en-US" dirty="0"/>
          </a:p>
          <a:p>
            <a:r>
              <a:rPr lang="en-US" dirty="0"/>
              <a:t>Group Relative Policy Optimization</a:t>
            </a:r>
          </a:p>
          <a:p>
            <a:r>
              <a:rPr lang="en-US" dirty="0"/>
              <a:t>Rule based reward vs PRM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B31DA-6317-24B4-8DEF-595D26564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64998-45EF-88E9-00AB-0EF1A1D80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31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4A4F40-E937-5899-8CA6-D458957A5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239" y="3187700"/>
            <a:ext cx="68580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48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244F-9A30-B2AB-89DA-AA5125920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Download and run DeepSeek-R1 locally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15EBC-5039-670F-6E91-05CCC40A1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Download </a:t>
            </a:r>
            <a:r>
              <a:rPr lang="en-US" err="1"/>
              <a:t>SGLang</a:t>
            </a:r>
            <a:r>
              <a:rPr lang="en-US"/>
              <a:t> docker image and run</a:t>
            </a:r>
          </a:p>
          <a:p>
            <a:pPr marL="0" indent="0">
              <a:buNone/>
            </a:pPr>
            <a:r>
              <a:rPr lang="en-US" sz="1800">
                <a:effectLst/>
                <a:latin typeface="Calibri" panose="020F0502020204030204" pitchFamily="34" charset="0"/>
              </a:rPr>
              <a:t> $ docker run --</a:t>
            </a:r>
            <a:r>
              <a:rPr lang="en-US" sz="1800" err="1">
                <a:effectLst/>
                <a:latin typeface="Calibri" panose="020F0502020204030204" pitchFamily="34" charset="0"/>
              </a:rPr>
              <a:t>gpus</a:t>
            </a:r>
            <a:r>
              <a:rPr lang="en-US" sz="1800">
                <a:effectLst/>
                <a:latin typeface="Calibri" panose="020F0502020204030204" pitchFamily="34" charset="0"/>
              </a:rPr>
              <a:t> device=3 --</a:t>
            </a:r>
            <a:r>
              <a:rPr lang="en-US" sz="1800" err="1">
                <a:effectLst/>
                <a:latin typeface="Calibri" panose="020F0502020204030204" pitchFamily="34" charset="0"/>
              </a:rPr>
              <a:t>shm</a:t>
            </a:r>
            <a:r>
              <a:rPr lang="en-US" sz="1800">
                <a:effectLst/>
                <a:latin typeface="Calibri" panose="020F0502020204030204" pitchFamily="34" charset="0"/>
              </a:rPr>
              <a:t>-size 32g -v ~/.cache/</a:t>
            </a:r>
            <a:r>
              <a:rPr lang="en-US" sz="1800" err="1">
                <a:effectLst/>
                <a:latin typeface="Calibri" panose="020F0502020204030204" pitchFamily="34" charset="0"/>
              </a:rPr>
              <a:t>huggingface</a:t>
            </a:r>
            <a:r>
              <a:rPr lang="en-US" sz="1800">
                <a:effectLst/>
                <a:latin typeface="Calibri" panose="020F0502020204030204" pitchFamily="34" charset="0"/>
              </a:rPr>
              <a:t>:/root/.cache/</a:t>
            </a:r>
            <a:r>
              <a:rPr lang="en-US" sz="1800" err="1">
                <a:effectLst/>
                <a:latin typeface="Calibri" panose="020F0502020204030204" pitchFamily="34" charset="0"/>
              </a:rPr>
              <a:t>huggingface</a:t>
            </a:r>
            <a:r>
              <a:rPr lang="en-US" sz="1800">
                <a:effectLst/>
                <a:latin typeface="Calibri" panose="020F0502020204030204" pitchFamily="34" charset="0"/>
              </a:rPr>
              <a:t> -v ~/Exp:/root/Exp --</a:t>
            </a:r>
            <a:r>
              <a:rPr lang="en-US" sz="1800" err="1">
                <a:effectLst/>
                <a:latin typeface="Calibri" panose="020F0502020204030204" pitchFamily="34" charset="0"/>
              </a:rPr>
              <a:t>ipc</a:t>
            </a:r>
            <a:r>
              <a:rPr lang="en-US" sz="1800">
                <a:effectLst/>
                <a:latin typeface="Calibri" panose="020F0502020204030204" pitchFamily="34" charset="0"/>
              </a:rPr>
              <a:t>=host --network=host   -it  --name </a:t>
            </a:r>
            <a:r>
              <a:rPr lang="en-US" sz="1800" err="1">
                <a:effectLst/>
                <a:latin typeface="Calibri" panose="020F0502020204030204" pitchFamily="34" charset="0"/>
              </a:rPr>
              <a:t>dsk</a:t>
            </a:r>
            <a:r>
              <a:rPr lang="en-US" sz="1800">
                <a:effectLst/>
                <a:latin typeface="Calibri" panose="020F0502020204030204" pitchFamily="34" charset="0"/>
              </a:rPr>
              <a:t> </a:t>
            </a:r>
            <a:r>
              <a:rPr lang="en-US" sz="1800" err="1">
                <a:effectLst/>
                <a:latin typeface="Calibri" panose="020F0502020204030204" pitchFamily="34" charset="0"/>
              </a:rPr>
              <a:t>lmsysorg</a:t>
            </a:r>
            <a:r>
              <a:rPr lang="en-US" sz="1800">
                <a:effectLst/>
                <a:latin typeface="Calibri" panose="020F0502020204030204" pitchFamily="34" charset="0"/>
              </a:rPr>
              <a:t>/</a:t>
            </a:r>
            <a:r>
              <a:rPr lang="en-US" sz="1800" err="1">
                <a:effectLst/>
                <a:latin typeface="Calibri" panose="020F0502020204030204" pitchFamily="34" charset="0"/>
              </a:rPr>
              <a:t>sglang</a:t>
            </a:r>
            <a:r>
              <a:rPr lang="en-US" sz="1800">
                <a:effectLst/>
                <a:latin typeface="Calibri" panose="020F0502020204030204" pitchFamily="34" charset="0"/>
              </a:rPr>
              <a:t>  bash</a:t>
            </a:r>
          </a:p>
          <a:p>
            <a:pPr marL="0" indent="0">
              <a:buNone/>
            </a:pPr>
            <a:r>
              <a:rPr lang="en-US" sz="1800">
                <a:latin typeface="Calibri" panose="020F0502020204030204" pitchFamily="34" charset="0"/>
              </a:rPr>
              <a:t>$ docker run --</a:t>
            </a:r>
            <a:r>
              <a:rPr lang="en-US" sz="1800" err="1">
                <a:latin typeface="Calibri" panose="020F0502020204030204" pitchFamily="34" charset="0"/>
              </a:rPr>
              <a:t>gpus</a:t>
            </a:r>
            <a:r>
              <a:rPr lang="en-US" sz="1800">
                <a:latin typeface="Calibri" panose="020F0502020204030204" pitchFamily="34" charset="0"/>
              </a:rPr>
              <a:t> device=6 --</a:t>
            </a:r>
            <a:r>
              <a:rPr lang="en-US" sz="1800" err="1">
                <a:latin typeface="Calibri" panose="020F0502020204030204" pitchFamily="34" charset="0"/>
              </a:rPr>
              <a:t>shm</a:t>
            </a:r>
            <a:r>
              <a:rPr lang="en-US" sz="1800">
                <a:latin typeface="Calibri" panose="020F0502020204030204" pitchFamily="34" charset="0"/>
              </a:rPr>
              <a:t>-size 32g -v ~/.cache/</a:t>
            </a:r>
            <a:r>
              <a:rPr lang="en-US" sz="1800" err="1">
                <a:latin typeface="Calibri" panose="020F0502020204030204" pitchFamily="34" charset="0"/>
              </a:rPr>
              <a:t>huggingface</a:t>
            </a:r>
            <a:r>
              <a:rPr lang="en-US" sz="1800">
                <a:latin typeface="Calibri" panose="020F0502020204030204" pitchFamily="34" charset="0"/>
              </a:rPr>
              <a:t>:/root/.cache/</a:t>
            </a:r>
            <a:r>
              <a:rPr lang="en-US" sz="1800" err="1">
                <a:latin typeface="Calibri" panose="020F0502020204030204" pitchFamily="34" charset="0"/>
              </a:rPr>
              <a:t>huggingface</a:t>
            </a:r>
            <a:r>
              <a:rPr lang="en-US" sz="1800">
                <a:latin typeface="Calibri" panose="020F0502020204030204" pitchFamily="34" charset="0"/>
              </a:rPr>
              <a:t> -v ~/Exp:/root/Exp --</a:t>
            </a:r>
            <a:r>
              <a:rPr lang="en-US" sz="1800" err="1">
                <a:latin typeface="Calibri" panose="020F0502020204030204" pitchFamily="34" charset="0"/>
              </a:rPr>
              <a:t>ipc</a:t>
            </a:r>
            <a:r>
              <a:rPr lang="en-US" sz="1800">
                <a:latin typeface="Calibri" panose="020F0502020204030204" pitchFamily="34" charset="0"/>
              </a:rPr>
              <a:t>=host --network=host  -it  --name dsk6 </a:t>
            </a:r>
            <a:r>
              <a:rPr lang="en-US" sz="1800" err="1">
                <a:latin typeface="Calibri" panose="020F0502020204030204" pitchFamily="34" charset="0"/>
              </a:rPr>
              <a:t>lmsysorg</a:t>
            </a:r>
            <a:r>
              <a:rPr lang="en-US" sz="1800">
                <a:latin typeface="Calibri" panose="020F0502020204030204" pitchFamily="34" charset="0"/>
              </a:rPr>
              <a:t>/</a:t>
            </a:r>
            <a:r>
              <a:rPr lang="en-US" sz="1800" err="1">
                <a:latin typeface="Calibri" panose="020F0502020204030204" pitchFamily="34" charset="0"/>
              </a:rPr>
              <a:t>sglang</a:t>
            </a:r>
            <a:r>
              <a:rPr lang="en-US" sz="1800">
                <a:latin typeface="Calibri" panose="020F0502020204030204" pitchFamily="34" charset="0"/>
              </a:rPr>
              <a:t>  bash</a:t>
            </a:r>
          </a:p>
          <a:p>
            <a:pPr marL="0" indent="0">
              <a:buNone/>
            </a:pPr>
            <a:endParaRPr lang="en-US" sz="1800">
              <a:effectLst/>
              <a:latin typeface="Calibri" panose="020F050202020403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Start DeepSeek-R1-Distill-Qwen-7B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$ </a:t>
            </a:r>
            <a:r>
              <a:rPr lang="en-US" sz="1800">
                <a:effectLst/>
                <a:latin typeface="Calibri" panose="020F0502020204030204" pitchFamily="34" charset="0"/>
              </a:rPr>
              <a:t>python3 -m </a:t>
            </a:r>
            <a:r>
              <a:rPr lang="en-US" sz="1800" err="1">
                <a:effectLst/>
                <a:latin typeface="Calibri" panose="020F0502020204030204" pitchFamily="34" charset="0"/>
              </a:rPr>
              <a:t>sglang.launch_server</a:t>
            </a:r>
            <a:r>
              <a:rPr lang="en-US" sz="1800">
                <a:effectLst/>
                <a:latin typeface="Calibri" panose="020F0502020204030204" pitchFamily="34" charset="0"/>
              </a:rPr>
              <a:t> --model </a:t>
            </a:r>
            <a:r>
              <a:rPr lang="en-US" sz="1800" err="1">
                <a:effectLst/>
                <a:latin typeface="Calibri" panose="020F0502020204030204" pitchFamily="34" charset="0"/>
              </a:rPr>
              <a:t>deepseek</a:t>
            </a:r>
            <a:r>
              <a:rPr lang="en-US" sz="1800">
                <a:effectLst/>
                <a:latin typeface="Calibri" panose="020F0502020204030204" pitchFamily="34" charset="0"/>
              </a:rPr>
              <a:t>-ai/DeepSeek-R1-Distill-Qwen-7B --</a:t>
            </a:r>
            <a:r>
              <a:rPr lang="en-US" sz="1800" err="1">
                <a:effectLst/>
                <a:latin typeface="Calibri" panose="020F0502020204030204" pitchFamily="34" charset="0"/>
              </a:rPr>
              <a:t>tp</a:t>
            </a:r>
            <a:r>
              <a:rPr lang="en-US" sz="1800">
                <a:effectLst/>
                <a:latin typeface="Calibri" panose="020F0502020204030204" pitchFamily="34" charset="0"/>
              </a:rPr>
              <a:t> 1 --trust-remote-code --enable-</a:t>
            </a:r>
            <a:r>
              <a:rPr lang="en-US" sz="1800" err="1">
                <a:effectLst/>
                <a:latin typeface="Calibri" panose="020F0502020204030204" pitchFamily="34" charset="0"/>
              </a:rPr>
              <a:t>dp</a:t>
            </a:r>
            <a:r>
              <a:rPr lang="en-US" sz="1800">
                <a:effectLst/>
                <a:latin typeface="Calibri" panose="020F0502020204030204" pitchFamily="34" charset="0"/>
              </a:rPr>
              <a:t>-attention --host 0.0.0.0 --</a:t>
            </a:r>
            <a:r>
              <a:rPr lang="zh-CN" sz="1800">
                <a:effectLst/>
                <a:latin typeface="Microsoft YaHei" panose="020B0503020204020204" pitchFamily="34" charset="-122"/>
              </a:rPr>
              <a:t>port </a:t>
            </a:r>
            <a:r>
              <a:rPr lang="en-US" sz="1800">
                <a:effectLst/>
                <a:latin typeface="Calibri" panose="020F0502020204030204" pitchFamily="34" charset="0"/>
              </a:rPr>
              <a:t>31000 --</a:t>
            </a:r>
            <a:r>
              <a:rPr lang="en-US" sz="1800" err="1">
                <a:effectLst/>
                <a:latin typeface="Calibri" panose="020F0502020204030204" pitchFamily="34" charset="0"/>
              </a:rPr>
              <a:t>api</a:t>
            </a:r>
            <a:r>
              <a:rPr lang="en-US" sz="1800">
                <a:effectLst/>
                <a:latin typeface="Calibri" panose="020F0502020204030204" pitchFamily="34" charset="0"/>
              </a:rPr>
              <a:t>-key 123</a:t>
            </a:r>
          </a:p>
          <a:p>
            <a:pPr marL="0" indent="0">
              <a:buNone/>
              <a:defRPr/>
            </a:pPr>
            <a:r>
              <a:rPr lang="en-US" sz="1800">
                <a:effectLst/>
                <a:latin typeface="Calibri" panose="020F0502020204030204" pitchFamily="34" charset="0"/>
              </a:rPr>
              <a:t>$ python3 -m </a:t>
            </a:r>
            <a:r>
              <a:rPr lang="en-US" sz="1800" err="1">
                <a:effectLst/>
                <a:latin typeface="Calibri" panose="020F0502020204030204" pitchFamily="34" charset="0"/>
              </a:rPr>
              <a:t>sglang.launch_server</a:t>
            </a:r>
            <a:r>
              <a:rPr lang="en-US" sz="1800">
                <a:effectLst/>
                <a:latin typeface="Calibri" panose="020F0502020204030204" pitchFamily="34" charset="0"/>
              </a:rPr>
              <a:t> --model </a:t>
            </a:r>
            <a:r>
              <a:rPr lang="en-US" sz="1800" err="1">
                <a:effectLst/>
                <a:latin typeface="Calibri" panose="020F0502020204030204" pitchFamily="34" charset="0"/>
              </a:rPr>
              <a:t>deepseek</a:t>
            </a:r>
            <a:r>
              <a:rPr lang="en-US" sz="1800">
                <a:effectLst/>
                <a:latin typeface="Calibri" panose="020F0502020204030204" pitchFamily="34" charset="0"/>
              </a:rPr>
              <a:t>-ai/DeepSeek-R1-Distill-Qwen-32B --</a:t>
            </a:r>
            <a:r>
              <a:rPr lang="en-US" sz="1800" err="1">
                <a:effectLst/>
                <a:latin typeface="Calibri" panose="020F0502020204030204" pitchFamily="34" charset="0"/>
              </a:rPr>
              <a:t>tp</a:t>
            </a:r>
            <a:r>
              <a:rPr lang="en-US" sz="1800">
                <a:effectLst/>
                <a:latin typeface="Calibri" panose="020F0502020204030204" pitchFamily="34" charset="0"/>
              </a:rPr>
              <a:t> 1 --trust-remote-code --enable-</a:t>
            </a:r>
            <a:r>
              <a:rPr lang="en-US" sz="1800" err="1">
                <a:effectLst/>
                <a:latin typeface="Calibri" panose="020F0502020204030204" pitchFamily="34" charset="0"/>
              </a:rPr>
              <a:t>dp</a:t>
            </a:r>
            <a:r>
              <a:rPr lang="en-US" sz="1800">
                <a:effectLst/>
                <a:latin typeface="Calibri" panose="020F0502020204030204" pitchFamily="34" charset="0"/>
              </a:rPr>
              <a:t>-attention --host 0.0.0.0 --</a:t>
            </a:r>
            <a:r>
              <a:rPr lang="zh-CN" sz="1800">
                <a:effectLst/>
                <a:latin typeface="Microsoft YaHei" panose="020B0503020204020204" pitchFamily="34" charset="-122"/>
              </a:rPr>
              <a:t>port </a:t>
            </a:r>
            <a:r>
              <a:rPr lang="en-US" sz="1800">
                <a:effectLst/>
                <a:latin typeface="Calibri" panose="020F0502020204030204" pitchFamily="34" charset="0"/>
              </a:rPr>
              <a:t>30000 --</a:t>
            </a:r>
            <a:r>
              <a:rPr lang="en-US" sz="1800" err="1">
                <a:effectLst/>
                <a:latin typeface="Calibri" panose="020F0502020204030204" pitchFamily="34" charset="0"/>
              </a:rPr>
              <a:t>api</a:t>
            </a:r>
            <a:r>
              <a:rPr lang="en-US" sz="1800">
                <a:effectLst/>
                <a:latin typeface="Calibri" panose="020F0502020204030204" pitchFamily="34" charset="0"/>
              </a:rPr>
              <a:t>-key 123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800">
              <a:effectLst/>
              <a:latin typeface="Calibri" panose="020F0502020204030204" pitchFamily="34" charset="0"/>
            </a:endParaRP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7FCE22-5831-5BFA-F1C2-2A81BB5B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4CF66-F33B-6A7A-B038-CA048EA0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122395A-08D4-2EEF-A23D-30B492CCF89A}"/>
                  </a:ext>
                </a:extLst>
              </p14:cNvPr>
              <p14:cNvContentPartPr/>
              <p14:nvPr/>
            </p14:nvContentPartPr>
            <p14:xfrm>
              <a:off x="9669240" y="1373400"/>
              <a:ext cx="2125440" cy="2746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122395A-08D4-2EEF-A23D-30B492CCF8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59880" y="1364040"/>
                <a:ext cx="2144160" cy="276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12573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51E48-2B74-CFBA-8DEE-392FEAF67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Try the local deployment with </a:t>
            </a:r>
            <a:r>
              <a:rPr lang="en-US" err="1"/>
              <a:t>SGLang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7DCE6-B29C-FF57-2070-4EF26F147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/>
              <a:t>import </a:t>
            </a:r>
            <a:r>
              <a:rPr lang="en-US" err="1"/>
              <a:t>openai</a:t>
            </a:r>
            <a:endParaRPr lang="en-US"/>
          </a:p>
          <a:p>
            <a:pPr marL="0" indent="0">
              <a:buNone/>
            </a:pPr>
            <a:r>
              <a:rPr lang="en-US"/>
              <a:t>client = </a:t>
            </a:r>
            <a:r>
              <a:rPr lang="en-US" err="1"/>
              <a:t>openai.Client</a:t>
            </a:r>
            <a:r>
              <a:rPr lang="en-US"/>
              <a:t>(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rPr lang="en-US" err="1"/>
              <a:t>base_url</a:t>
            </a:r>
            <a:r>
              <a:rPr lang="en-US"/>
              <a:t>="http://127.0.0.1:30000/v1", </a:t>
            </a:r>
            <a:r>
              <a:rPr lang="en-US" err="1"/>
              <a:t>api_key</a:t>
            </a:r>
            <a:r>
              <a:rPr lang="en-US"/>
              <a:t>="123")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# Chat completion</a:t>
            </a:r>
          </a:p>
          <a:p>
            <a:pPr marL="0" indent="0">
              <a:buNone/>
            </a:pPr>
            <a:r>
              <a:rPr lang="en-US"/>
              <a:t>response = </a:t>
            </a:r>
            <a:r>
              <a:rPr lang="en-US" err="1"/>
              <a:t>client.chat.completions.create</a:t>
            </a:r>
            <a:r>
              <a:rPr lang="en-US"/>
              <a:t>(</a:t>
            </a:r>
          </a:p>
          <a:p>
            <a:pPr marL="0" indent="0">
              <a:buNone/>
            </a:pPr>
            <a:r>
              <a:rPr lang="en-US"/>
              <a:t>    model="DeepSeek-R1-Distill-Qwen-32B",</a:t>
            </a:r>
          </a:p>
          <a:p>
            <a:pPr marL="0" indent="0">
              <a:buNone/>
            </a:pPr>
            <a:r>
              <a:rPr lang="en-US"/>
              <a:t>    messages=[</a:t>
            </a:r>
          </a:p>
          <a:p>
            <a:pPr marL="0" indent="0">
              <a:buNone/>
            </a:pPr>
            <a:r>
              <a:rPr lang="en-US"/>
              <a:t>        {"role": "system", "content": "You are a helpful AI assistant"},</a:t>
            </a:r>
          </a:p>
          <a:p>
            <a:pPr marL="0" indent="0">
              <a:buNone/>
            </a:pPr>
            <a:r>
              <a:rPr lang="en-US"/>
              <a:t>        {"role": "user", "content": "List 3 countries and their capitals."},</a:t>
            </a:r>
          </a:p>
          <a:p>
            <a:pPr marL="0" indent="0">
              <a:buNone/>
            </a:pPr>
            <a:r>
              <a:rPr lang="en-US"/>
              <a:t>    ],</a:t>
            </a:r>
          </a:p>
          <a:p>
            <a:pPr marL="0" indent="0">
              <a:buNone/>
            </a:pPr>
            <a:r>
              <a:rPr lang="en-US"/>
              <a:t>    temperature=0,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rPr lang="en-US" err="1"/>
              <a:t>max_tokens</a:t>
            </a:r>
            <a:r>
              <a:rPr lang="en-US"/>
              <a:t>=64000,</a:t>
            </a:r>
          </a:p>
          <a:p>
            <a:pPr marL="0" indent="0">
              <a:buNone/>
            </a:pPr>
            <a:r>
              <a:rPr lang="en-US"/>
              <a:t>)</a:t>
            </a:r>
          </a:p>
          <a:p>
            <a:pPr marL="0" indent="0">
              <a:buNone/>
            </a:pPr>
            <a:r>
              <a:rPr lang="en-US"/>
              <a:t>print(</a:t>
            </a:r>
            <a:r>
              <a:rPr lang="en-US" err="1"/>
              <a:t>response.choices</a:t>
            </a:r>
            <a:r>
              <a:rPr lang="en-US"/>
              <a:t>[0].</a:t>
            </a:r>
            <a:r>
              <a:rPr lang="en-US" err="1"/>
              <a:t>message.content</a:t>
            </a:r>
            <a:r>
              <a:rPr lang="en-US"/>
              <a:t>)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728E9-6685-F186-7276-DF27378FB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429BC0-69D1-E119-0287-066D0CB5A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661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E6B88-1982-2C6B-BBED-4E02C6A24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 up the Open-</a:t>
            </a:r>
            <a:r>
              <a:rPr lang="en-US" err="1"/>
              <a:t>webui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4C6EF-E0B6-E3B1-C9F9-F3C9316AB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Start Open-</a:t>
            </a:r>
            <a:r>
              <a:rPr lang="en-US" err="1"/>
              <a:t>webui</a:t>
            </a: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docker pull ghcr.io/open-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webui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/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open-webui:latest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docker run -d -p 30000:8080 --name web --env ENABLE_CHANNELS=true --env ENABLE_ADMIN_CHAT_ACCESS=true  -</a:t>
            </a: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等线" panose="02010600030101010101" pitchFamily="2" charset="-122"/>
                <a:cs typeface="+mn-cs"/>
              </a:rPr>
              <a:t>v </a:t>
            </a:r>
            <a:r>
              <a:rPr kumimoji="0" lang="en-US" sz="1500" b="0" i="0" u="sng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openweb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:/app/backend/data ghcr.io/open-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webui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/open-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webui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r>
              <a:rPr lang="en-US"/>
              <a:t>Admin</a:t>
            </a:r>
            <a:r>
              <a:rPr lang="en-US">
                <a:sym typeface="Wingdings" panose="05000000000000000000" pitchFamily="2" charset="2"/>
              </a:rPr>
              <a:t> Settings Connections</a:t>
            </a:r>
          </a:p>
          <a:p>
            <a:pPr lvl="1" fontAlgn="ctr">
              <a:buFont typeface="+mj-lt"/>
              <a:buAutoNum type="arabicPeriod"/>
            </a:pPr>
            <a:r>
              <a:rPr lang="en-US" sz="1400">
                <a:latin typeface="Calibri" panose="020F0502020204030204" pitchFamily="34" charset="0"/>
              </a:rPr>
              <a:t>Bottom Left</a:t>
            </a:r>
            <a:r>
              <a:rPr lang="en-US" sz="1400" b="0" i="0">
                <a:effectLst/>
                <a:latin typeface="Calibri" panose="020F0502020204030204" pitchFamily="34" charset="0"/>
              </a:rPr>
              <a:t> "Admin"</a:t>
            </a:r>
          </a:p>
          <a:p>
            <a:pPr lvl="1" fontAlgn="ctr">
              <a:buFont typeface="+mj-lt"/>
              <a:buAutoNum type="arabicPeriod"/>
            </a:pPr>
            <a:r>
              <a:rPr lang="en-US" sz="1400" b="0" i="0">
                <a:effectLst/>
                <a:latin typeface="Calibri" panose="020F0502020204030204" pitchFamily="34" charset="0"/>
              </a:rPr>
              <a:t>Choose "Admin Panel"</a:t>
            </a:r>
          </a:p>
          <a:p>
            <a:pPr lvl="1" fontAlgn="ctr">
              <a:buFont typeface="+mj-lt"/>
              <a:buAutoNum type="arabicPeriod"/>
            </a:pPr>
            <a:r>
              <a:rPr lang="en-US" sz="1400" b="0" i="0">
                <a:effectLst/>
                <a:latin typeface="Calibri" panose="020F0502020204030204" pitchFamily="34" charset="0"/>
              </a:rPr>
              <a:t>On the right, choose "Settings" Tab</a:t>
            </a:r>
          </a:p>
          <a:p>
            <a:pPr lvl="1" fontAlgn="ctr">
              <a:buFont typeface="+mj-lt"/>
              <a:buAutoNum type="arabicPeriod"/>
            </a:pPr>
            <a:r>
              <a:rPr lang="en-US" sz="1400" b="0" i="0">
                <a:effectLst/>
                <a:latin typeface="Calibri" panose="020F0502020204030204" pitchFamily="34" charset="0"/>
              </a:rPr>
              <a:t>In the </a:t>
            </a:r>
            <a:r>
              <a:rPr lang="en-US" sz="1400" b="1" i="0" u="sng">
                <a:effectLst/>
                <a:latin typeface="Calibri" panose="020F0502020204030204" pitchFamily="34" charset="0"/>
              </a:rPr>
              <a:t>Connections</a:t>
            </a:r>
            <a:r>
              <a:rPr lang="en-US" sz="1400" b="0" i="0">
                <a:effectLst/>
                <a:latin typeface="Calibri" panose="020F0502020204030204" pitchFamily="34" charset="0"/>
              </a:rPr>
              <a:t>, Fill a new OpenAI API item </a:t>
            </a:r>
            <a:r>
              <a:rPr lang="en-US" sz="1400" b="0" i="0">
                <a:effectLst/>
                <a:latin typeface="Calibri" panose="020F0502020204030204" pitchFamily="34" charset="0"/>
                <a:hlinkClick r:id="rId2"/>
              </a:rPr>
              <a:t>http://10.0.0.4:30000/v1</a:t>
            </a:r>
            <a:r>
              <a:rPr lang="en-US" sz="1400" b="0" i="0">
                <a:effectLst/>
                <a:latin typeface="Calibri" panose="020F0502020204030204" pitchFamily="34" charset="0"/>
              </a:rPr>
              <a:t>, the key, input “123”</a:t>
            </a:r>
          </a:p>
          <a:p>
            <a:pPr lvl="1" fontAlgn="ctr">
              <a:buFont typeface="+mj-lt"/>
              <a:buAutoNum type="arabicPeriod"/>
            </a:pPr>
            <a:r>
              <a:rPr lang="en-US" sz="1400" b="0" i="0">
                <a:effectLst/>
                <a:latin typeface="Calibri" panose="020F0502020204030204" pitchFamily="34" charset="0"/>
              </a:rPr>
              <a:t>In the </a:t>
            </a:r>
            <a:r>
              <a:rPr lang="en-US" sz="1400" b="1" i="0" u="sng">
                <a:effectLst/>
                <a:latin typeface="Calibri" panose="020F0502020204030204" pitchFamily="34" charset="0"/>
              </a:rPr>
              <a:t>Models</a:t>
            </a:r>
            <a:r>
              <a:rPr lang="en-US" sz="1400" b="0" i="0">
                <a:effectLst/>
                <a:latin typeface="Calibri" panose="020F0502020204030204" pitchFamily="34" charset="0"/>
              </a:rPr>
              <a:t>, a running Model will be automatically showed up</a:t>
            </a:r>
          </a:p>
          <a:p>
            <a:pPr lvl="1" fontAlgn="ctr">
              <a:buFont typeface="+mj-lt"/>
              <a:buAutoNum type="arabicPeriod"/>
            </a:pPr>
            <a:r>
              <a:rPr lang="en-US" sz="1400" b="0" i="0">
                <a:effectLst/>
                <a:latin typeface="Calibri" panose="020F0502020204030204" pitchFamily="34" charset="0"/>
              </a:rPr>
              <a:t>Select the "DeepSeek-R1-Distill-Qwen-7B" model</a:t>
            </a:r>
          </a:p>
          <a:p>
            <a:pPr lvl="1" fontAlgn="ctr">
              <a:buFont typeface="+mj-lt"/>
              <a:buAutoNum type="arabicPeriod"/>
            </a:pPr>
            <a:r>
              <a:rPr lang="en-US" sz="1400" b="0" i="0">
                <a:effectLst/>
                <a:latin typeface="Calibri" panose="020F0502020204030204" pitchFamily="34" charset="0"/>
              </a:rPr>
              <a:t>Change the Visibility from private to Public</a:t>
            </a:r>
          </a:p>
          <a:p>
            <a:pPr lvl="1" fontAlgn="ctr">
              <a:buFont typeface="+mj-lt"/>
              <a:buAutoNum type="arabicPeriod"/>
            </a:pPr>
            <a:r>
              <a:rPr lang="en-US" sz="1400" b="0" i="0">
                <a:effectLst/>
                <a:latin typeface="Calibri" panose="020F0502020204030204" pitchFamily="34" charset="0"/>
              </a:rPr>
              <a:t>Save and update</a:t>
            </a:r>
          </a:p>
          <a:p>
            <a:pPr lvl="1"/>
            <a:endParaRPr lang="en-US">
              <a:sym typeface="Wingdings" panose="05000000000000000000" pitchFamily="2" charset="2"/>
            </a:endParaRP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E4A65-4573-8660-9A90-B3687C6E7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6E5569-706F-1CD2-F9D4-09696252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044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4A228-DD5F-F4B9-28D6-36EB1DEAF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Finetune with </a:t>
            </a:r>
            <a:r>
              <a:rPr lang="en-US" err="1"/>
              <a:t>Llamafactory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9C367-CA1F-7EAA-9606-4B6183F60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 sz="2000" b="0" i="0">
                <a:effectLst/>
                <a:latin typeface="Calibri" panose="020F0502020204030204" pitchFamily="34" charset="0"/>
              </a:rPr>
              <a:t>Create a virtual Environment</a:t>
            </a:r>
          </a:p>
          <a:p>
            <a:pPr marL="0" indent="0" rtl="0" fontAlgn="ctr">
              <a:buNone/>
            </a:pPr>
            <a:r>
              <a:rPr lang="en-US" sz="2000" b="0" i="0">
                <a:effectLst/>
                <a:latin typeface="Calibri" panose="020F0502020204030204" pitchFamily="34" charset="0"/>
              </a:rPr>
              <a:t>	$ python3 -m </a:t>
            </a:r>
            <a:r>
              <a:rPr lang="en-US" sz="2000" b="0" i="0" err="1">
                <a:effectLst/>
                <a:latin typeface="Calibri" panose="020F0502020204030204" pitchFamily="34" charset="0"/>
              </a:rPr>
              <a:t>venv</a:t>
            </a:r>
            <a:r>
              <a:rPr lang="en-US" sz="2000" b="0" i="0">
                <a:effectLst/>
                <a:latin typeface="Calibri" panose="020F0502020204030204" pitchFamily="34" charset="0"/>
              </a:rPr>
              <a:t> </a:t>
            </a:r>
            <a:r>
              <a:rPr lang="en-US" sz="2000" b="0" i="0" err="1">
                <a:effectLst/>
                <a:latin typeface="Calibri" panose="020F0502020204030204" pitchFamily="34" charset="0"/>
              </a:rPr>
              <a:t>sft</a:t>
            </a:r>
            <a:endParaRPr lang="en-US" sz="2000">
              <a:latin typeface="Calibri" panose="020F0502020204030204" pitchFamily="34" charset="0"/>
            </a:endParaRPr>
          </a:p>
          <a:p>
            <a:pPr marL="0" indent="0" rtl="0" fontAlgn="ctr">
              <a:buNone/>
            </a:pPr>
            <a:r>
              <a:rPr lang="en-US" sz="2000" b="0" i="0">
                <a:effectLst/>
                <a:latin typeface="Calibri" panose="020F0502020204030204" pitchFamily="34" charset="0"/>
              </a:rPr>
              <a:t>	$ source </a:t>
            </a:r>
            <a:r>
              <a:rPr lang="en-US" sz="2000" b="0" i="0" err="1">
                <a:effectLst/>
                <a:latin typeface="Calibri" panose="020F0502020204030204" pitchFamily="34" charset="0"/>
              </a:rPr>
              <a:t>sft</a:t>
            </a:r>
            <a:r>
              <a:rPr lang="en-US" sz="2000" b="0" i="0">
                <a:effectLst/>
                <a:latin typeface="Calibri" panose="020F0502020204030204" pitchFamily="34" charset="0"/>
              </a:rPr>
              <a:t>/bin/activate </a:t>
            </a:r>
          </a:p>
          <a:p>
            <a:pPr fontAlgn="ctr"/>
            <a:r>
              <a:rPr lang="en-US" sz="2000" b="0" i="0">
                <a:effectLst/>
                <a:latin typeface="Calibri" panose="020F0502020204030204" pitchFamily="34" charset="0"/>
              </a:rPr>
              <a:t>Install Llama Factory</a:t>
            </a:r>
          </a:p>
          <a:p>
            <a:pPr marL="0" indent="0" rtl="0" fontAlgn="ctr">
              <a:buNone/>
            </a:pPr>
            <a:r>
              <a:rPr lang="en-US" sz="2000">
                <a:latin typeface="Calibri" panose="020F0502020204030204" pitchFamily="34" charset="0"/>
              </a:rPr>
              <a:t>	</a:t>
            </a:r>
            <a:r>
              <a:rPr lang="en-US" sz="2000">
                <a:effectLst/>
                <a:latin typeface="Calibri" panose="020F0502020204030204" pitchFamily="34" charset="0"/>
              </a:rPr>
              <a:t>$ git clone --depth 1 </a:t>
            </a:r>
            <a:r>
              <a:rPr lang="en-US" sz="2000">
                <a:effectLst/>
                <a:latin typeface="Calibri" panose="020F0502020204030204" pitchFamily="34" charset="0"/>
                <a:hlinkClick r:id="rId2"/>
              </a:rPr>
              <a:t>https://github.com/hiyouga/LLaMA-Factory.git</a:t>
            </a:r>
            <a:endParaRPr lang="en-US" sz="2000">
              <a:effectLst/>
              <a:latin typeface="Calibri" panose="020F0502020204030204" pitchFamily="34" charset="0"/>
            </a:endParaRPr>
          </a:p>
          <a:p>
            <a:pPr marL="342900" marR="0">
              <a:buNone/>
            </a:pPr>
            <a:r>
              <a:rPr lang="en-US" sz="2000">
                <a:effectLst/>
                <a:latin typeface="Calibri" panose="020F0502020204030204" pitchFamily="34" charset="0"/>
              </a:rPr>
              <a:t>		$ cd </a:t>
            </a:r>
            <a:r>
              <a:rPr lang="en-US" sz="2000" err="1">
                <a:effectLst/>
                <a:latin typeface="Calibri" panose="020F0502020204030204" pitchFamily="34" charset="0"/>
              </a:rPr>
              <a:t>LLaMA</a:t>
            </a:r>
            <a:r>
              <a:rPr lang="en-US" sz="2000">
                <a:effectLst/>
                <a:latin typeface="Calibri" panose="020F0502020204030204" pitchFamily="34" charset="0"/>
              </a:rPr>
              <a:t>-Factory</a:t>
            </a:r>
          </a:p>
          <a:p>
            <a:pPr marL="342900" marR="0">
              <a:buNone/>
            </a:pPr>
            <a:r>
              <a:rPr lang="en-US" sz="2000">
                <a:effectLst/>
                <a:latin typeface="Calibri" panose="020F0502020204030204" pitchFamily="34" charset="0"/>
              </a:rPr>
              <a:t>		$ pip install -e ".[</a:t>
            </a:r>
            <a:r>
              <a:rPr lang="en-US" sz="2000" err="1">
                <a:effectLst/>
                <a:latin typeface="Calibri" panose="020F0502020204030204" pitchFamily="34" charset="0"/>
              </a:rPr>
              <a:t>torch,metrics</a:t>
            </a:r>
            <a:r>
              <a:rPr lang="en-US" sz="2000">
                <a:effectLst/>
                <a:latin typeface="Calibri" panose="020F0502020204030204" pitchFamily="34" charset="0"/>
              </a:rPr>
              <a:t>]"</a:t>
            </a:r>
          </a:p>
          <a:p>
            <a:endParaRPr lang="en-US" sz="4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946A5-6702-C86D-AE08-9E8FF4062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CC82C2-46CB-7D01-55FF-2DAC8220B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263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E883D-242E-4BCE-E6D6-1429DC4BD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Format  - COT + alpaca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EE0CF-E99C-A361-369C-3ADF51BC1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57200" lvl="1" indent="0" fontAlgn="ctr">
              <a:buNone/>
            </a:pPr>
            <a:r>
              <a:rPr lang="en-US" sz="2800">
                <a:effectLst/>
                <a:latin typeface="Calibri" panose="020F0502020204030204" pitchFamily="34" charset="0"/>
              </a:rPr>
              <a:t>[</a:t>
            </a:r>
          </a:p>
          <a:p>
            <a:pPr marL="457200" lvl="1" indent="0" fontAlgn="ctr">
              <a:buNone/>
            </a:pPr>
            <a:r>
              <a:rPr lang="en-US" sz="2800">
                <a:effectLst/>
                <a:latin typeface="Calibri" panose="020F0502020204030204" pitchFamily="34" charset="0"/>
              </a:rPr>
              <a:t>  {	</a:t>
            </a:r>
          </a:p>
          <a:p>
            <a:pPr marL="457200" lvl="1" indent="0" fontAlgn="ctr">
              <a:buNone/>
            </a:pPr>
            <a:r>
              <a:rPr lang="en-US" sz="2800">
                <a:effectLst/>
                <a:latin typeface="Calibri" panose="020F0502020204030204" pitchFamily="34" charset="0"/>
              </a:rPr>
              <a:t>    "instruction": "Describe a process of making crepes.",</a:t>
            </a:r>
          </a:p>
          <a:p>
            <a:pPr marL="457200" lvl="1" indent="0" fontAlgn="ctr">
              <a:buNone/>
            </a:pPr>
            <a:r>
              <a:rPr lang="en-US" sz="2800">
                <a:effectLst/>
                <a:latin typeface="Calibri" panose="020F0502020204030204" pitchFamily="34" charset="0"/>
              </a:rPr>
              <a:t>    "input": "",</a:t>
            </a:r>
          </a:p>
          <a:p>
            <a:pPr marL="457200" lvl="1" indent="0" fontAlgn="ctr">
              <a:buNone/>
            </a:pPr>
            <a:r>
              <a:rPr lang="en-US" sz="2800">
                <a:latin typeface="Calibri" panose="020F0502020204030204" pitchFamily="34" charset="0"/>
              </a:rPr>
              <a:t>    </a:t>
            </a:r>
            <a:r>
              <a:rPr lang="en-US" sz="2800">
                <a:effectLst/>
                <a:latin typeface="Calibri" panose="020F0502020204030204" pitchFamily="34" charset="0"/>
              </a:rPr>
              <a:t>"output": “&lt;think&gt;…&lt;/think&gt;\</a:t>
            </a:r>
            <a:r>
              <a:rPr lang="en-US" sz="2800" err="1">
                <a:effectLst/>
                <a:latin typeface="Calibri" panose="020F0502020204030204" pitchFamily="34" charset="0"/>
              </a:rPr>
              <a:t>nThe</a:t>
            </a:r>
            <a:r>
              <a:rPr lang="en-US" sz="2800">
                <a:effectLst/>
                <a:latin typeface="Calibri" panose="020F0502020204030204" pitchFamily="34" charset="0"/>
              </a:rPr>
              <a:t> car accelerated rapidly."</a:t>
            </a:r>
          </a:p>
          <a:p>
            <a:pPr marL="457200" lvl="1" indent="0" fontAlgn="ctr">
              <a:buNone/>
            </a:pPr>
            <a:r>
              <a:rPr lang="en-US" sz="2800">
                <a:effectLst/>
                <a:latin typeface="Calibri" panose="020F0502020204030204" pitchFamily="34" charset="0"/>
              </a:rPr>
              <a:t>  },</a:t>
            </a:r>
          </a:p>
          <a:p>
            <a:pPr marL="457200" lvl="1" indent="0" fontAlgn="ctr">
              <a:buNone/>
            </a:pPr>
            <a:r>
              <a:rPr lang="en-US" sz="2800">
                <a:effectLst/>
                <a:latin typeface="Calibri" panose="020F0502020204030204" pitchFamily="34" charset="0"/>
              </a:rPr>
              <a:t> {</a:t>
            </a:r>
          </a:p>
          <a:p>
            <a:pPr marL="457200" lvl="1" indent="0" fontAlgn="ctr">
              <a:buNone/>
            </a:pPr>
            <a:r>
              <a:rPr lang="en-US" sz="2800">
                <a:effectLst/>
                <a:latin typeface="Calibri" panose="020F0502020204030204" pitchFamily="34" charset="0"/>
              </a:rPr>
              <a:t>    "instruction": "Paraphrase the sentence to remove the cliche.",</a:t>
            </a:r>
          </a:p>
          <a:p>
            <a:pPr marL="457200" lvl="1" indent="0" fontAlgn="ctr">
              <a:buNone/>
            </a:pPr>
            <a:r>
              <a:rPr lang="en-US" sz="2800">
                <a:effectLst/>
                <a:latin typeface="Calibri" panose="020F0502020204030204" pitchFamily="34" charset="0"/>
              </a:rPr>
              <a:t>    "input": "Time waits for no one.",</a:t>
            </a:r>
          </a:p>
          <a:p>
            <a:pPr marL="457200" lvl="1" indent="0" fontAlgn="ctr">
              <a:buNone/>
            </a:pPr>
            <a:r>
              <a:rPr lang="en-US" sz="2800">
                <a:effectLst/>
                <a:latin typeface="Calibri" panose="020F0502020204030204" pitchFamily="34" charset="0"/>
              </a:rPr>
              <a:t>    "output": “&lt;think&gt;…&lt;/think&gt;No one can stop time from moving forward."</a:t>
            </a:r>
          </a:p>
          <a:p>
            <a:pPr marL="457200" lvl="1" indent="0" fontAlgn="ctr">
              <a:buNone/>
            </a:pPr>
            <a:r>
              <a:rPr lang="en-US" sz="2800">
                <a:effectLst/>
                <a:latin typeface="Calibri" panose="020F0502020204030204" pitchFamily="34" charset="0"/>
              </a:rPr>
              <a:t>  }</a:t>
            </a:r>
          </a:p>
          <a:p>
            <a:pPr marL="457200" lvl="1" indent="0" fontAlgn="ctr">
              <a:buNone/>
            </a:pPr>
            <a:r>
              <a:rPr lang="en-US" sz="2800">
                <a:effectLst/>
                <a:latin typeface="Calibri" panose="020F0502020204030204" pitchFamily="34" charset="0"/>
              </a:rPr>
              <a:t>]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8D335-E7E3-F0C3-B4C5-E065A3BB9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24E00-53F2-0B5D-B217-08A7C8912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757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6CC2-4F64-6A13-49AB-B89436FE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Distillation from DeepSeek-R1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93EFE-66A0-D5D5-6011-36CDE538F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1761"/>
            <a:ext cx="10515600" cy="5463348"/>
          </a:xfrm>
        </p:spPr>
        <p:txBody>
          <a:bodyPr>
            <a:normAutofit/>
          </a:bodyPr>
          <a:lstStyle/>
          <a:p>
            <a:pPr fontAlgn="ctr"/>
            <a:r>
              <a:rPr lang="en-US" sz="2400" b="0" i="0">
                <a:effectLst/>
                <a:latin typeface="Calibri" panose="020F0502020204030204" pitchFamily="34" charset="0"/>
              </a:rPr>
              <a:t>Customized Dataset</a:t>
            </a:r>
          </a:p>
          <a:p>
            <a:pPr lvl="1" fontAlgn="ctr"/>
            <a:r>
              <a:rPr lang="en-US" sz="2000" b="0" i="0">
                <a:effectLst/>
                <a:latin typeface="Calibri" panose="020F0502020204030204" pitchFamily="34" charset="0"/>
              </a:rPr>
              <a:t>Download the dataset </a:t>
            </a:r>
            <a:r>
              <a:rPr lang="en-US" sz="2000" b="0" i="0" err="1">
                <a:effectLst/>
                <a:latin typeface="Calibri" panose="020F0502020204030204" pitchFamily="34" charset="0"/>
              </a:rPr>
              <a:t>NumiaMath</a:t>
            </a:r>
            <a:r>
              <a:rPr lang="en-US" sz="2000" b="0" i="0">
                <a:effectLst/>
                <a:latin typeface="Calibri" panose="020F0502020204030204" pitchFamily="34" charset="0"/>
              </a:rPr>
              <a:t> </a:t>
            </a:r>
            <a:r>
              <a:rPr lang="en-US" sz="2000" b="0" i="0" err="1">
                <a:effectLst/>
                <a:latin typeface="Calibri" panose="020F0502020204030204" pitchFamily="34" charset="0"/>
              </a:rPr>
              <a:t>CoT</a:t>
            </a:r>
            <a:r>
              <a:rPr lang="en-US" sz="2000">
                <a:latin typeface="Calibri" panose="020F0502020204030204" pitchFamily="34" charset="0"/>
              </a:rPr>
              <a:t>	</a:t>
            </a:r>
          </a:p>
          <a:p>
            <a:pPr marL="0" indent="0" rtl="0" fontAlgn="ctr">
              <a:buNone/>
            </a:pPr>
            <a:r>
              <a:rPr lang="en-US" sz="2400">
                <a:effectLst/>
                <a:latin typeface="Calibri" panose="020F0502020204030204" pitchFamily="34" charset="0"/>
              </a:rPr>
              <a:t>	$ </a:t>
            </a:r>
            <a:r>
              <a:rPr lang="zh-CN" sz="2400">
                <a:effectLst/>
                <a:latin typeface="Calibri" panose="020F0502020204030204" pitchFamily="34" charset="0"/>
              </a:rPr>
              <a:t>git clone </a:t>
            </a:r>
            <a:r>
              <a:rPr lang="zh-CN" sz="2400">
                <a:effectLst/>
                <a:latin typeface="Calibri" panose="020F0502020204030204" pitchFamily="34" charset="0"/>
                <a:hlinkClick r:id="rId2"/>
              </a:rPr>
              <a:t>https://huggingface.co/datasets/AI-MO/NuminaMath-CoT</a:t>
            </a:r>
            <a:endParaRPr lang="en-US" sz="2400">
              <a:effectLst/>
              <a:latin typeface="Calibri" panose="020F0502020204030204" pitchFamily="34" charset="0"/>
            </a:endParaRPr>
          </a:p>
          <a:p>
            <a:pPr lvl="1" fontAlgn="ctr"/>
            <a:r>
              <a:rPr lang="en-US" sz="2000">
                <a:latin typeface="Calibri" panose="020F0502020204030204" pitchFamily="34" charset="0"/>
              </a:rPr>
              <a:t>Use the question only, but generate the output by DeepSeek-R1</a:t>
            </a:r>
          </a:p>
          <a:p>
            <a:pPr lvl="1" fontAlgn="ctr"/>
            <a:r>
              <a:rPr lang="en-US" sz="2000">
                <a:latin typeface="Calibri" panose="020F0502020204030204" pitchFamily="34" charset="0"/>
              </a:rPr>
              <a:t>Process</a:t>
            </a:r>
            <a:r>
              <a:rPr lang="en-US" sz="2000">
                <a:effectLst/>
                <a:latin typeface="Calibri" panose="020F0502020204030204" pitchFamily="34" charset="0"/>
              </a:rPr>
              <a:t> the data into </a:t>
            </a:r>
            <a:r>
              <a:rPr lang="en-US" sz="2000" err="1">
                <a:latin typeface="Calibri" panose="020F0502020204030204" pitchFamily="34" charset="0"/>
              </a:rPr>
              <a:t>L</a:t>
            </a:r>
            <a:r>
              <a:rPr lang="en-US" sz="2000" err="1">
                <a:effectLst/>
                <a:latin typeface="Calibri" panose="020F0502020204030204" pitchFamily="34" charset="0"/>
              </a:rPr>
              <a:t>lamfactory</a:t>
            </a:r>
            <a:r>
              <a:rPr lang="en-US" sz="2000">
                <a:effectLst/>
                <a:latin typeface="Calibri" panose="020F0502020204030204" pitchFamily="34" charset="0"/>
              </a:rPr>
              <a:t> SFT format</a:t>
            </a:r>
          </a:p>
          <a:p>
            <a:pPr lvl="1" fontAlgn="ctr"/>
            <a:endParaRPr lang="en-US" sz="2000">
              <a:effectLst/>
              <a:latin typeface="Calibri" panose="020F0502020204030204" pitchFamily="34" charset="0"/>
            </a:endParaRPr>
          </a:p>
          <a:p>
            <a:pPr fontAlgn="ctr"/>
            <a:r>
              <a:rPr lang="en-US" sz="2400">
                <a:latin typeface="Calibri" panose="020F0502020204030204" pitchFamily="34" charset="0"/>
              </a:rPr>
              <a:t>Existing dataset: Download</a:t>
            </a:r>
            <a:r>
              <a:rPr lang="en-US" sz="2400" b="0" i="0">
                <a:effectLst/>
                <a:latin typeface="Calibri" panose="020F0502020204030204" pitchFamily="34" charset="0"/>
              </a:rPr>
              <a:t> the s1k dataset</a:t>
            </a:r>
          </a:p>
          <a:p>
            <a:pPr marL="0" indent="0" rtl="0" fontAlgn="ctr">
              <a:buNone/>
            </a:pPr>
            <a:r>
              <a:rPr lang="en-US" sz="2400">
                <a:effectLst/>
                <a:latin typeface="Calibri" panose="020F0502020204030204" pitchFamily="34" charset="0"/>
              </a:rPr>
              <a:t>	$ git </a:t>
            </a:r>
            <a:r>
              <a:rPr lang="en-US" sz="2400" err="1">
                <a:effectLst/>
                <a:latin typeface="Calibri" panose="020F0502020204030204" pitchFamily="34" charset="0"/>
              </a:rPr>
              <a:t>lfs</a:t>
            </a:r>
            <a:r>
              <a:rPr lang="en-US" sz="2400">
                <a:effectLst/>
                <a:latin typeface="Calibri" panose="020F0502020204030204" pitchFamily="34" charset="0"/>
              </a:rPr>
              <a:t> install</a:t>
            </a:r>
          </a:p>
          <a:p>
            <a:pPr marL="0" indent="0" rtl="0" fontAlgn="ctr">
              <a:buNone/>
            </a:pPr>
            <a:r>
              <a:rPr lang="en-US" sz="2400">
                <a:latin typeface="Calibri" panose="020F0502020204030204" pitchFamily="34" charset="0"/>
              </a:rPr>
              <a:t>	</a:t>
            </a:r>
            <a:r>
              <a:rPr lang="en-US" sz="2400">
                <a:effectLst/>
                <a:latin typeface="Calibri" panose="020F0502020204030204" pitchFamily="34" charset="0"/>
              </a:rPr>
              <a:t>$ </a:t>
            </a:r>
            <a:r>
              <a:rPr lang="zh-CN" sz="2400">
                <a:effectLst/>
                <a:latin typeface="Calibri" panose="020F0502020204030204" pitchFamily="34" charset="0"/>
              </a:rPr>
              <a:t>git clone </a:t>
            </a:r>
            <a:r>
              <a:rPr lang="zh-CN" sz="2400">
                <a:effectLst/>
                <a:latin typeface="Calibri" panose="020F0502020204030204" pitchFamily="34" charset="0"/>
                <a:hlinkClick r:id="rId3"/>
              </a:rPr>
              <a:t>https://huggingface.co/datasets/simplescaling/s1K-1.1</a:t>
            </a:r>
            <a:endParaRPr lang="en-US" altLang="zh-CN" sz="2400">
              <a:latin typeface="Calibri" panose="020F0502020204030204" pitchFamily="34" charset="0"/>
            </a:endParaRPr>
          </a:p>
          <a:p>
            <a:pPr fontAlgn="ctr"/>
            <a:endParaRPr lang="en-US" sz="2400">
              <a:effectLst/>
              <a:latin typeface="Calibri" panose="020F0502020204030204" pitchFamily="34" charset="0"/>
            </a:endParaRPr>
          </a:p>
          <a:p>
            <a:pPr fontAlgn="ctr"/>
            <a:endParaRPr lang="en-US" sz="2400"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36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08013C-59B7-6471-F8A3-A72A4D4A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C2391-F090-ED37-B9B3-89E453B01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514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4DA12-8C0F-8AA0-BB1F-24EBD5A96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Start the SFT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726F0-D8EA-6C08-5DA9-3C5DBBD43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en-US">
                <a:latin typeface="Calibri" panose="020F0502020204030204" pitchFamily="34" charset="0"/>
              </a:rPr>
              <a:t>Upload the dataset to </a:t>
            </a:r>
            <a:r>
              <a:rPr lang="en-US" err="1">
                <a:latin typeface="Calibri" panose="020F0502020204030204" pitchFamily="34" charset="0"/>
              </a:rPr>
              <a:t>llamafactory</a:t>
            </a:r>
            <a:r>
              <a:rPr lang="en-US">
                <a:latin typeface="Calibri" panose="020F0502020204030204" pitchFamily="34" charset="0"/>
              </a:rPr>
              <a:t>/data</a:t>
            </a:r>
            <a:endParaRPr lang="en-US" sz="2800">
              <a:latin typeface="Calibri" panose="020F0502020204030204" pitchFamily="34" charset="0"/>
            </a:endParaRPr>
          </a:p>
          <a:p>
            <a:pPr marL="0" indent="0" rtl="0" fontAlgn="ctr">
              <a:buNone/>
            </a:pPr>
            <a:r>
              <a:rPr lang="en-US" sz="2800">
                <a:effectLst/>
                <a:latin typeface="Calibri" panose="020F0502020204030204" pitchFamily="34" charset="0"/>
              </a:rPr>
              <a:t>	$ upload the data in </a:t>
            </a:r>
            <a:r>
              <a:rPr lang="en-US" sz="2800" err="1">
                <a:effectLst/>
                <a:latin typeface="Calibri" panose="020F0502020204030204" pitchFamily="34" charset="0"/>
              </a:rPr>
              <a:t>json</a:t>
            </a:r>
            <a:r>
              <a:rPr lang="en-US" sz="2800">
                <a:effectLst/>
                <a:latin typeface="Calibri" panose="020F0502020204030204" pitchFamily="34" charset="0"/>
              </a:rPr>
              <a:t> format</a:t>
            </a:r>
          </a:p>
          <a:p>
            <a:pPr marL="0" indent="0" rtl="0" fontAlgn="ctr">
              <a:buNone/>
            </a:pPr>
            <a:r>
              <a:rPr lang="en-US" sz="2800">
                <a:latin typeface="Calibri" panose="020F0502020204030204" pitchFamily="34" charset="0"/>
              </a:rPr>
              <a:t>	</a:t>
            </a:r>
            <a:r>
              <a:rPr lang="en-US" sz="2800">
                <a:effectLst/>
                <a:latin typeface="Calibri" panose="020F0502020204030204" pitchFamily="34" charset="0"/>
              </a:rPr>
              <a:t>$ </a:t>
            </a:r>
            <a:r>
              <a:rPr lang="es-ES" err="1">
                <a:effectLst/>
                <a:latin typeface="Calibri" panose="020F0502020204030204" pitchFamily="34" charset="0"/>
              </a:rPr>
              <a:t>modify</a:t>
            </a:r>
            <a:r>
              <a:rPr lang="es-ES">
                <a:effectLst/>
                <a:latin typeface="Calibri" panose="020F0502020204030204" pitchFamily="34" charset="0"/>
              </a:rPr>
              <a:t> </a:t>
            </a:r>
            <a:r>
              <a:rPr lang="es-ES" err="1">
                <a:effectLst/>
                <a:latin typeface="Calibri" panose="020F0502020204030204" pitchFamily="34" charset="0"/>
              </a:rPr>
              <a:t>dataset_Info.json</a:t>
            </a:r>
            <a:endParaRPr lang="en-US" sz="2800">
              <a:effectLst/>
              <a:latin typeface="Calibri" panose="020F0502020204030204" pitchFamily="34" charset="0"/>
            </a:endParaRPr>
          </a:p>
          <a:p>
            <a:pPr fontAlgn="ctr"/>
            <a:r>
              <a:rPr lang="en-US" sz="2800" b="0" i="0">
                <a:effectLst/>
                <a:latin typeface="Calibri" panose="020F0502020204030204" pitchFamily="34" charset="0"/>
              </a:rPr>
              <a:t>Start llama-factory </a:t>
            </a:r>
            <a:r>
              <a:rPr lang="en-US" sz="2800" b="0" i="0" err="1">
                <a:effectLst/>
                <a:latin typeface="Calibri" panose="020F0502020204030204" pitchFamily="34" charset="0"/>
              </a:rPr>
              <a:t>webui</a:t>
            </a:r>
            <a:endParaRPr lang="en-US" sz="2800">
              <a:latin typeface="Calibri" panose="020F0502020204030204" pitchFamily="34" charset="0"/>
            </a:endParaRPr>
          </a:p>
          <a:p>
            <a:pPr marL="0" indent="0" rtl="0" fontAlgn="ctr">
              <a:buNone/>
            </a:pPr>
            <a:r>
              <a:rPr lang="en-US" sz="2800">
                <a:effectLst/>
                <a:latin typeface="Calibri" panose="020F0502020204030204" pitchFamily="34" charset="0"/>
              </a:rPr>
              <a:t>	$ export GRADIO_SERVER_PORT=30000</a:t>
            </a:r>
          </a:p>
          <a:p>
            <a:pPr marL="0" indent="0" rtl="0" fontAlgn="ctr">
              <a:buNone/>
            </a:pPr>
            <a:r>
              <a:rPr lang="en-US" sz="2800">
                <a:latin typeface="Calibri" panose="020F0502020204030204" pitchFamily="34" charset="0"/>
              </a:rPr>
              <a:t>	</a:t>
            </a:r>
            <a:r>
              <a:rPr lang="en-US" sz="2800">
                <a:effectLst/>
                <a:latin typeface="Calibri" panose="020F0502020204030204" pitchFamily="34" charset="0"/>
              </a:rPr>
              <a:t>$ </a:t>
            </a:r>
            <a:r>
              <a:rPr lang="es-ES" sz="2800">
                <a:latin typeface="Calibri" panose="020F0502020204030204" pitchFamily="34" charset="0"/>
              </a:rPr>
              <a:t>CUDA_VISIBLE_DEVICES=1 </a:t>
            </a:r>
            <a:r>
              <a:rPr lang="en-US" sz="2800" err="1">
                <a:latin typeface="Calibri" panose="020F0502020204030204" pitchFamily="34" charset="0"/>
              </a:rPr>
              <a:t>llamafactory</a:t>
            </a:r>
            <a:r>
              <a:rPr lang="en-US" sz="2800">
                <a:latin typeface="Calibri" panose="020F0502020204030204" pitchFamily="34" charset="0"/>
              </a:rPr>
              <a:t>-cli </a:t>
            </a:r>
            <a:r>
              <a:rPr lang="en-US" sz="2800" err="1">
                <a:effectLst/>
                <a:latin typeface="Calibri" panose="020F0502020204030204" pitchFamily="34" charset="0"/>
              </a:rPr>
              <a:t>webui</a:t>
            </a:r>
            <a:endParaRPr lang="en-US" sz="2800">
              <a:effectLst/>
              <a:latin typeface="Calibri" panose="020F0502020204030204" pitchFamily="34" charset="0"/>
            </a:endParaRP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F3EB1A-9B93-FB4A-E9E9-8C2DF7A8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CF332-DC6C-C9B3-EA52-9AEDCA892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256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4D837-6715-B8B3-ACC1-7FC7325FD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Verify the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EFA8F-89AE-4611-62E2-0E42504C5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800">
                <a:latin typeface="Calibri" panose="020F0502020204030204" pitchFamily="34" charset="0"/>
              </a:rPr>
              <a:t>CUDA_VISIBLE_DEVICES=1 python3 ttt.py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68AEE0-A379-B5DF-B7F8-6D9025762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29D4E4-64A8-3C1F-565F-58AA2EC84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419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0C84C-F604-0A34-228E-8AD370B6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657F0-3AFD-B10A-7293-A3ED2833C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altLang="zh-CN" sz="1200">
              <a:effectLst/>
              <a:latin typeface="Calibri" panose="020F0502020204030204" pitchFamily="34" charset="0"/>
            </a:endParaRPr>
          </a:p>
          <a:p>
            <a:r>
              <a:rPr lang="zh-CN" sz="1200">
                <a:effectLst/>
                <a:latin typeface="Calibri" panose="020F0502020204030204" pitchFamily="34" charset="0"/>
              </a:rPr>
              <a:t>llamafactory-cli train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--stage</a:t>
            </a:r>
            <a:r>
              <a:rPr lang="zh-CN" sz="1200">
                <a:effectLst/>
                <a:latin typeface="Calibri" panose="020F0502020204030204" pitchFamily="34" charset="0"/>
              </a:rPr>
              <a:t> sft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--do_train</a:t>
            </a:r>
            <a:r>
              <a:rPr lang="zh-CN" sz="1200">
                <a:effectLst/>
                <a:latin typeface="Calibri" panose="020F0502020204030204" pitchFamily="34" charset="0"/>
              </a:rPr>
              <a:t> True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--model_name_or_path</a:t>
            </a:r>
            <a:r>
              <a:rPr lang="zh-CN" sz="1200">
                <a:effectLst/>
                <a:latin typeface="Calibri" panose="020F0502020204030204" pitchFamily="34" charset="0"/>
              </a:rPr>
              <a:t> Qwen/Qwen2.5-Math-1.5B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--preprocessing_num_workers </a:t>
            </a:r>
            <a:r>
              <a:rPr lang="zh-CN" sz="1200">
                <a:solidFill>
                  <a:srgbClr val="990055"/>
                </a:solidFill>
                <a:effectLst/>
                <a:latin typeface="Calibri" panose="020F0502020204030204" pitchFamily="34" charset="0"/>
              </a:rPr>
              <a:t>16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--finetuning_type</a:t>
            </a:r>
            <a:r>
              <a:rPr lang="zh-CN" sz="1200">
                <a:effectLst/>
                <a:latin typeface="Calibri" panose="020F0502020204030204" pitchFamily="34" charset="0"/>
              </a:rPr>
              <a:t> full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--template</a:t>
            </a:r>
            <a:r>
              <a:rPr lang="zh-CN" sz="1200">
                <a:effectLst/>
                <a:latin typeface="Calibri" panose="020F0502020204030204" pitchFamily="34" charset="0"/>
              </a:rPr>
              <a:t> qwen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--flash_attn</a:t>
            </a:r>
            <a:r>
              <a:rPr lang="zh-CN" sz="1200">
                <a:effectLst/>
                <a:latin typeface="Calibri" panose="020F0502020204030204" pitchFamily="34" charset="0"/>
              </a:rPr>
              <a:t> auto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--dataset_dir</a:t>
            </a:r>
            <a:r>
              <a:rPr lang="zh-CN" sz="1200">
                <a:effectLst/>
                <a:latin typeface="Calibri" panose="020F0502020204030204" pitchFamily="34" charset="0"/>
              </a:rPr>
              <a:t> data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--dataset</a:t>
            </a:r>
            <a:r>
              <a:rPr lang="zh-CN" sz="1200">
                <a:effectLst/>
                <a:latin typeface="Calibri" panose="020F0502020204030204" pitchFamily="34" charset="0"/>
              </a:rPr>
              <a:t> s1k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--cutoff_len </a:t>
            </a:r>
            <a:r>
              <a:rPr lang="zh-CN" sz="1200">
                <a:solidFill>
                  <a:srgbClr val="990055"/>
                </a:solidFill>
                <a:effectLst/>
                <a:latin typeface="Calibri" panose="020F0502020204030204" pitchFamily="34" charset="0"/>
              </a:rPr>
              <a:t>84489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--learning_rate</a:t>
            </a:r>
            <a:r>
              <a:rPr lang="zh-CN" sz="1200">
                <a:effectLst/>
                <a:latin typeface="Calibri" panose="020F0502020204030204" pitchFamily="34" charset="0"/>
              </a:rPr>
              <a:t> 5e-05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--num_train_epochs </a:t>
            </a:r>
            <a:r>
              <a:rPr lang="zh-CN" sz="1200">
                <a:solidFill>
                  <a:srgbClr val="990055"/>
                </a:solidFill>
                <a:effectLst/>
                <a:latin typeface="Calibri" panose="020F0502020204030204" pitchFamily="34" charset="0"/>
              </a:rPr>
              <a:t>3.0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--max_samples </a:t>
            </a:r>
            <a:r>
              <a:rPr lang="zh-CN" sz="1200">
                <a:solidFill>
                  <a:srgbClr val="990055"/>
                </a:solidFill>
                <a:effectLst/>
                <a:latin typeface="Calibri" panose="020F0502020204030204" pitchFamily="34" charset="0"/>
              </a:rPr>
              <a:t>1000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--per_device_train_batch_size </a:t>
            </a:r>
            <a:r>
              <a:rPr lang="zh-CN" sz="1200">
                <a:solidFill>
                  <a:srgbClr val="990055"/>
                </a:solidFill>
                <a:effectLst/>
                <a:latin typeface="Calibri" panose="020F0502020204030204" pitchFamily="34" charset="0"/>
              </a:rPr>
              <a:t>1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--gradient_accumulation_steps </a:t>
            </a:r>
            <a:r>
              <a:rPr lang="zh-CN" sz="1200">
                <a:solidFill>
                  <a:srgbClr val="990055"/>
                </a:solidFill>
                <a:effectLst/>
                <a:latin typeface="Calibri" panose="020F0502020204030204" pitchFamily="34" charset="0"/>
              </a:rPr>
              <a:t>4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--lr_scheduler_type</a:t>
            </a:r>
            <a:r>
              <a:rPr lang="zh-CN" sz="1200">
                <a:effectLst/>
                <a:latin typeface="Calibri" panose="020F0502020204030204" pitchFamily="34" charset="0"/>
              </a:rPr>
              <a:t> cosine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--max_grad_norm </a:t>
            </a:r>
            <a:r>
              <a:rPr lang="zh-CN" sz="1200">
                <a:solidFill>
                  <a:srgbClr val="990055"/>
                </a:solidFill>
                <a:effectLst/>
                <a:latin typeface="Calibri" panose="020F0502020204030204" pitchFamily="34" charset="0"/>
              </a:rPr>
              <a:t>1.0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--logging_steps </a:t>
            </a:r>
            <a:r>
              <a:rPr lang="zh-CN" sz="1200">
                <a:solidFill>
                  <a:srgbClr val="990055"/>
                </a:solidFill>
                <a:effectLst/>
                <a:latin typeface="Calibri" panose="020F0502020204030204" pitchFamily="34" charset="0"/>
              </a:rPr>
              <a:t>5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--save_steps </a:t>
            </a:r>
            <a:r>
              <a:rPr lang="zh-CN" sz="1200">
                <a:solidFill>
                  <a:srgbClr val="990055"/>
                </a:solidFill>
                <a:effectLst/>
                <a:latin typeface="Calibri" panose="020F0502020204030204" pitchFamily="34" charset="0"/>
              </a:rPr>
              <a:t>100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--warmup_steps </a:t>
            </a:r>
            <a:r>
              <a:rPr lang="zh-CN" sz="1200">
                <a:solidFill>
                  <a:srgbClr val="990055"/>
                </a:solidFill>
                <a:effectLst/>
                <a:latin typeface="Calibri" panose="020F0502020204030204" pitchFamily="34" charset="0"/>
              </a:rPr>
              <a:t>0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--packing</a:t>
            </a:r>
            <a:r>
              <a:rPr lang="zh-CN" sz="1200">
                <a:effectLst/>
                <a:latin typeface="Calibri" panose="020F0502020204030204" pitchFamily="34" charset="0"/>
              </a:rPr>
              <a:t> False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--report_to</a:t>
            </a:r>
            <a:r>
              <a:rPr lang="zh-CN" sz="1200">
                <a:effectLst/>
                <a:latin typeface="Calibri" panose="020F0502020204030204" pitchFamily="34" charset="0"/>
              </a:rPr>
              <a:t> none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--output_dir</a:t>
            </a:r>
            <a:r>
              <a:rPr lang="zh-CN" sz="1200">
                <a:effectLst/>
                <a:latin typeface="Calibri" panose="020F0502020204030204" pitchFamily="34" charset="0"/>
              </a:rPr>
              <a:t> saves/Qwen2.5-1.5B-Instruct/full/train_2025-03-12-19-04-10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--bf16</a:t>
            </a:r>
            <a:r>
              <a:rPr lang="zh-CN" sz="1200">
                <a:effectLst/>
                <a:latin typeface="Calibri" panose="020F0502020204030204" pitchFamily="34" charset="0"/>
              </a:rPr>
              <a:t> True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--plot_loss</a:t>
            </a:r>
            <a:r>
              <a:rPr lang="zh-CN" sz="1200">
                <a:effectLst/>
                <a:latin typeface="Calibri" panose="020F0502020204030204" pitchFamily="34" charset="0"/>
              </a:rPr>
              <a:t> True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--trust_remote_code</a:t>
            </a:r>
            <a:r>
              <a:rPr lang="zh-CN" sz="1200">
                <a:effectLst/>
                <a:latin typeface="Calibri" panose="020F0502020204030204" pitchFamily="34" charset="0"/>
              </a:rPr>
              <a:t> True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--ddp_timeout </a:t>
            </a:r>
            <a:r>
              <a:rPr lang="zh-CN" sz="1200">
                <a:solidFill>
                  <a:srgbClr val="990055"/>
                </a:solidFill>
                <a:effectLst/>
                <a:latin typeface="Calibri" panose="020F0502020204030204" pitchFamily="34" charset="0"/>
              </a:rPr>
              <a:t>180000000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--include_num_input_tokens_seen</a:t>
            </a:r>
            <a:r>
              <a:rPr lang="zh-CN" sz="1200">
                <a:effectLst/>
                <a:latin typeface="Calibri" panose="020F0502020204030204" pitchFamily="34" charset="0"/>
              </a:rPr>
              <a:t> True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</a:t>
            </a:r>
            <a:r>
              <a:rPr lang="zh-CN" sz="1200">
                <a:solidFill>
                  <a:srgbClr val="E39200"/>
                </a:solidFill>
                <a:effectLst/>
                <a:latin typeface="Calibri" panose="020F0502020204030204" pitchFamily="34" charset="0"/>
              </a:rPr>
              <a:t>--optim</a:t>
            </a:r>
            <a:r>
              <a:rPr lang="zh-CN" sz="1200">
                <a:effectLst/>
                <a:latin typeface="Calibri" panose="020F0502020204030204" pitchFamily="34" charset="0"/>
              </a:rPr>
              <a:t> adamw_torch </a:t>
            </a:r>
            <a:r>
              <a:rPr lang="zh-CN" sz="1200">
                <a:solidFill>
                  <a:srgbClr val="979797"/>
                </a:solidFill>
                <a:effectLst/>
                <a:latin typeface="Calibri" panose="020F0502020204030204" pitchFamily="34" charset="0"/>
              </a:rPr>
              <a:t>\</a:t>
            </a:r>
            <a:br>
              <a:rPr lang="zh-CN" sz="1200">
                <a:effectLst/>
                <a:latin typeface="Calibri" panose="020F0502020204030204" pitchFamily="34" charset="0"/>
              </a:rPr>
            </a:br>
            <a:r>
              <a:rPr lang="zh-CN" sz="1200">
                <a:effectLst/>
                <a:latin typeface="Calibri" panose="020F0502020204030204" pitchFamily="34" charset="0"/>
              </a:rPr>
              <a:t>    --deepspeed cache/ds_z3_offload_config.json </a:t>
            </a:r>
          </a:p>
          <a:p>
            <a:endParaRPr lang="en-US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A83EA-F7D9-3251-7BC8-A3070E40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1F3DAA-3141-E50B-C9E4-1A040AE4F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948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88AE4-622A-F50E-344B-3BC277D82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DeepSeek-V4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40010-2A5F-41AE-D034-E75A7CBCA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EE92B1-97A6-8B0F-38BB-92B1CA715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245C9F-C95C-24A1-D8B9-EDAAF9986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249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BF85-D73A-58AD-28DE-9B4E95AFC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Innovations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C500A-C131-79AD-A8D0-257620667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Improved Model Capability</a:t>
            </a:r>
          </a:p>
          <a:p>
            <a:pPr lvl="1"/>
            <a:r>
              <a:rPr lang="en-US" dirty="0" err="1"/>
              <a:t>mHC</a:t>
            </a:r>
            <a:r>
              <a:rPr lang="en-US" dirty="0"/>
              <a:t> - Manifold-Constrained Hyper-Connections, upgraded residual connections </a:t>
            </a:r>
          </a:p>
          <a:p>
            <a:r>
              <a:rPr lang="en-US" dirty="0"/>
              <a:t>Enhanced Long-context Efficiency (Computation 3.7x lower, KV cache, 9,5x smaller)</a:t>
            </a:r>
          </a:p>
          <a:p>
            <a:pPr lvl="1"/>
            <a:r>
              <a:rPr lang="en-US" dirty="0"/>
              <a:t>CSA – Compressed Sparse Attention, compress KV cache along sequence (CSA </a:t>
            </a:r>
            <a:r>
              <a:rPr lang="en-US" dirty="0">
                <a:sym typeface="Wingdings" panose="05000000000000000000" pitchFamily="2" charset="2"/>
              </a:rPr>
              <a:t> DSA) + HCA</a:t>
            </a:r>
            <a:endParaRPr lang="en-US" dirty="0"/>
          </a:p>
          <a:p>
            <a:pPr lvl="1"/>
            <a:r>
              <a:rPr lang="en-US" dirty="0"/>
              <a:t>HCA – More aggressive compression to KV cache but keep dense attention</a:t>
            </a:r>
          </a:p>
          <a:p>
            <a:r>
              <a:rPr lang="en-US" dirty="0"/>
              <a:t>Faster convergence and improved training stability</a:t>
            </a:r>
          </a:p>
          <a:p>
            <a:pPr lvl="1"/>
            <a:r>
              <a:rPr lang="en-US" dirty="0"/>
              <a:t>Muon - Better Optimizer for training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50E6B7-422C-C036-1A31-3D8A3B7EE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31789-F102-F536-41C9-5E21A9828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706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7DE9E-5EBF-2FF7-3526-ED3593363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 Improvement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AA0A6-4AD8-3D2F-4A59-FC87BEAA3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Fully overlap of </a:t>
            </a:r>
            <a:r>
              <a:rPr lang="en-US" b="1" dirty="0"/>
              <a:t>computation/communication/memory</a:t>
            </a:r>
            <a:r>
              <a:rPr lang="en-US" dirty="0"/>
              <a:t> access</a:t>
            </a:r>
          </a:p>
          <a:p>
            <a:pPr lvl="1"/>
            <a:r>
              <a:rPr lang="en-US" dirty="0"/>
              <a:t>A single fused kernel for MOE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Balance development productivity and running efficiency</a:t>
            </a:r>
          </a:p>
          <a:p>
            <a:pPr lvl="1"/>
            <a:r>
              <a:rPr lang="en-US" dirty="0" err="1"/>
              <a:t>TileLang</a:t>
            </a:r>
            <a:r>
              <a:rPr lang="en-US" dirty="0"/>
              <a:t>, a domain-specific Language (DSL)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Ensure bitwise reproducibility across training and inference </a:t>
            </a:r>
          </a:p>
          <a:p>
            <a:pPr lvl="1"/>
            <a:r>
              <a:rPr lang="en-US" dirty="0"/>
              <a:t>Batch-invariant and deterministic kernel library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Reduced memory and computation</a:t>
            </a:r>
          </a:p>
          <a:p>
            <a:pPr lvl="1"/>
            <a:r>
              <a:rPr lang="en-US" sz="2500" dirty="0"/>
              <a:t>FP4 quantization aware training for</a:t>
            </a:r>
            <a:r>
              <a:rPr lang="zh-CN" altLang="en-US" sz="2500" dirty="0"/>
              <a:t> </a:t>
            </a:r>
            <a:r>
              <a:rPr lang="en-US" altLang="zh-CN" sz="2500" dirty="0" err="1"/>
              <a:t>MoE</a:t>
            </a:r>
            <a:r>
              <a:rPr lang="en-US" altLang="zh-CN" sz="2500" dirty="0"/>
              <a:t> Expert Path and indexer QK path</a:t>
            </a:r>
            <a:endParaRPr lang="en-US" sz="2500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Improved training framework</a:t>
            </a:r>
          </a:p>
          <a:p>
            <a:pPr lvl="1"/>
            <a:r>
              <a:rPr lang="en-US" sz="2500" dirty="0" err="1"/>
              <a:t>Autograd</a:t>
            </a:r>
            <a:r>
              <a:rPr lang="en-US" sz="2500" dirty="0"/>
              <a:t> with tensor level checkpointing, </a:t>
            </a:r>
          </a:p>
          <a:p>
            <a:pPr lvl="1"/>
            <a:r>
              <a:rPr lang="en-US" sz="2500" dirty="0"/>
              <a:t>Hybrid </a:t>
            </a:r>
            <a:r>
              <a:rPr lang="en-US" sz="2500" dirty="0" err="1"/>
              <a:t>ZeRO</a:t>
            </a:r>
            <a:r>
              <a:rPr lang="en-US" sz="2500" dirty="0"/>
              <a:t> strategy for Muon optimizer. </a:t>
            </a:r>
          </a:p>
          <a:p>
            <a:pPr lvl="1"/>
            <a:r>
              <a:rPr lang="en-US" sz="2500" dirty="0"/>
              <a:t>Fused kernel for the </a:t>
            </a:r>
            <a:r>
              <a:rPr lang="en-US" sz="2500" dirty="0" err="1"/>
              <a:t>mHC</a:t>
            </a:r>
            <a:endParaRPr lang="en-US" sz="2500" dirty="0"/>
          </a:p>
          <a:p>
            <a:pPr lvl="1"/>
            <a:r>
              <a:rPr lang="en-US" sz="2500" dirty="0"/>
              <a:t>Two-stage contextual parallelism to manage compressed attention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Efficient shared-prefix reuse for inference framework </a:t>
            </a:r>
          </a:p>
          <a:p>
            <a:pPr lvl="1"/>
            <a:r>
              <a:rPr lang="en-US" sz="2600" dirty="0"/>
              <a:t>Heterogeneous KV cache structure with on-disk storage strategies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4A83FB-F2A4-9747-161F-83443406E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FE93F2-FA02-1238-434A-6E10FB4D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859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61333-47BB-E3E6-228C-D7C5EFAD1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D9DBD-9968-90E7-7BA3-75EF3C83A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Pre-Training </a:t>
            </a:r>
            <a:r>
              <a:rPr lang="en-US" dirty="0">
                <a:sym typeface="Wingdings" panose="05000000000000000000" pitchFamily="2" charset="2"/>
              </a:rPr>
              <a:t> Base Model</a:t>
            </a:r>
            <a:endParaRPr lang="en-US" dirty="0"/>
          </a:p>
          <a:p>
            <a:pPr lvl="1"/>
            <a:r>
              <a:rPr lang="en-US" dirty="0"/>
              <a:t>32T tokens vs 33T tokens, Flash is better than 3.2 with Base Model</a:t>
            </a:r>
          </a:p>
          <a:p>
            <a:r>
              <a:rPr lang="en-US" dirty="0"/>
              <a:t>Post Training </a:t>
            </a:r>
            <a:r>
              <a:rPr lang="en-US" dirty="0">
                <a:sym typeface="Wingdings" panose="05000000000000000000" pitchFamily="2" charset="2"/>
              </a:rPr>
              <a:t> Production Model (</a:t>
            </a:r>
            <a:r>
              <a:rPr lang="en-US" dirty="0"/>
              <a:t>Two stage paradigm) </a:t>
            </a:r>
          </a:p>
          <a:p>
            <a:pPr lvl="1"/>
            <a:r>
              <a:rPr lang="en-US" dirty="0"/>
              <a:t>Independent cultivation of domain specific experts</a:t>
            </a:r>
          </a:p>
          <a:p>
            <a:pPr lvl="2"/>
            <a:r>
              <a:rPr lang="en-US" altLang="zh-CN" dirty="0"/>
              <a:t>Base M</a:t>
            </a:r>
            <a:r>
              <a:rPr lang="en-US" dirty="0"/>
              <a:t>odel </a:t>
            </a:r>
            <a:r>
              <a:rPr lang="en-US" dirty="0">
                <a:sym typeface="Wingdings" panose="05000000000000000000" pitchFamily="2" charset="2"/>
              </a:rPr>
              <a:t> SFT  RL (GRPO)  set of specialized experts. </a:t>
            </a:r>
            <a:endParaRPr lang="en-US" dirty="0"/>
          </a:p>
          <a:p>
            <a:pPr lvl="1"/>
            <a:r>
              <a:rPr lang="en-US" dirty="0"/>
              <a:t>Unified model consolidation via on-policy distillation </a:t>
            </a:r>
          </a:p>
          <a:p>
            <a:pPr lvl="2"/>
            <a:r>
              <a:rPr lang="en-US" dirty="0"/>
              <a:t>A student learning to optimize the reverse KL loss with teacher models. 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DE948A-51E2-6A1E-308B-6AA5402CA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CC7869-B7DA-8186-FEAE-AA7DE6591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949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E2B1E-EF52-E83C-9932-B90774D2A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</a:t>
            </a:r>
            <a:r>
              <a:rPr lang="en-US" altLang="zh-CN" dirty="0" err="1"/>
              <a:t>o</a:t>
            </a:r>
            <a:r>
              <a:rPr lang="en-US" dirty="0" err="1"/>
              <a:t>E</a:t>
            </a:r>
            <a:r>
              <a:rPr lang="en-US" dirty="0"/>
              <a:t> Changes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3879B-CD5C-2CB8-C37F-A3315BDE1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Affinity Score’s computation of activation function </a:t>
            </a:r>
          </a:p>
          <a:p>
            <a:pPr lvl="1"/>
            <a:r>
              <a:rPr lang="en-US" dirty="0"/>
              <a:t>Sigmoid </a:t>
            </a:r>
            <a:r>
              <a:rPr lang="en-US" dirty="0">
                <a:sym typeface="Wingdings" panose="05000000000000000000" pitchFamily="2" charset="2"/>
              </a:rPr>
              <a:t> Sqrt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0.99 vs 0.01, (sigmoid) 2.1 vs 1.5(sqrt), not saturates quickly. </a:t>
            </a:r>
          </a:p>
          <a:p>
            <a:r>
              <a:rPr lang="en-US" dirty="0">
                <a:sym typeface="Wingdings" panose="05000000000000000000" pitchFamily="2" charset="2"/>
              </a:rPr>
              <a:t>Load balancing, employ auxiliary-loss-free strategy, </a:t>
            </a:r>
            <a:r>
              <a:rPr lang="en-US" dirty="0" err="1">
                <a:sym typeface="Wingdings" panose="05000000000000000000" pitchFamily="2" charset="2"/>
              </a:rPr>
              <a:t>augumented</a:t>
            </a:r>
            <a:r>
              <a:rPr lang="en-US" dirty="0">
                <a:sym typeface="Wingdings" panose="05000000000000000000" pitchFamily="2" charset="2"/>
              </a:rPr>
              <a:t> by sequence-wise balance loss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Auxiliary loss  </a:t>
            </a:r>
            <a:r>
              <a:rPr lang="en-US" dirty="0" err="1">
                <a:sym typeface="Wingdings" panose="05000000000000000000" pitchFamily="2" charset="2"/>
              </a:rPr>
              <a:t>total_lass</a:t>
            </a:r>
            <a:r>
              <a:rPr lang="en-US" dirty="0">
                <a:sym typeface="Wingdings" panose="05000000000000000000" pitchFamily="2" charset="2"/>
              </a:rPr>
              <a:t> = </a:t>
            </a:r>
            <a:r>
              <a:rPr lang="en-US" dirty="0" err="1">
                <a:sym typeface="Wingdings" panose="05000000000000000000" pitchFamily="2" charset="2"/>
              </a:rPr>
              <a:t>main_loss</a:t>
            </a:r>
            <a:r>
              <a:rPr lang="en-US" dirty="0">
                <a:sym typeface="Wingdings" panose="05000000000000000000" pitchFamily="2" charset="2"/>
              </a:rPr>
              <a:t> + </a:t>
            </a:r>
            <a:r>
              <a:rPr lang="en-US" dirty="0"/>
              <a:t>λ * </a:t>
            </a:r>
            <a:r>
              <a:rPr lang="en-US" dirty="0" err="1"/>
              <a:t>load_balance_loss</a:t>
            </a:r>
            <a:r>
              <a:rPr lang="en-US" dirty="0"/>
              <a:t> (too complex) 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Constraint on the number of routing target node  parallelism strategy</a:t>
            </a:r>
          </a:p>
          <a:p>
            <a:r>
              <a:rPr lang="en-US" dirty="0">
                <a:sym typeface="Wingdings" panose="05000000000000000000" pitchFamily="2" charset="2"/>
              </a:rPr>
              <a:t>(initial layers)Dense FFN  </a:t>
            </a:r>
            <a:r>
              <a:rPr lang="en-US" dirty="0" err="1">
                <a:sym typeface="Wingdings" panose="05000000000000000000" pitchFamily="2" charset="2"/>
              </a:rPr>
              <a:t>MoE</a:t>
            </a:r>
            <a:r>
              <a:rPr lang="en-US" dirty="0">
                <a:sym typeface="Wingdings" panose="05000000000000000000" pitchFamily="2" charset="2"/>
              </a:rPr>
              <a:t> with Hash routing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33BFA-5464-A836-76BC-7DD0BC1F2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545D8-5ED8-92E4-FE5C-2506F7A99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746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14EE3-830C-3214-224C-5FF972288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handling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E3894-A1C1-EDDC-3789-8A202A5D5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758784-BCD1-6A30-67A4-42B0048D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5ED82-8CBB-8706-F3DB-ADDB48EEB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720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E3E68-0E18-79A4-AE2D-7F8A8C5B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Residual, HC, and </a:t>
            </a:r>
            <a:r>
              <a:rPr lang="en-US" sz="4000" dirty="0" err="1"/>
              <a:t>mHC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A6A78-81F7-82F0-F73F-3BFB93E18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Residual Connection</a:t>
            </a:r>
          </a:p>
          <a:p>
            <a:pPr lvl="1"/>
            <a:r>
              <a:rPr lang="en-US" dirty="0" err="1"/>
              <a:t>Xn</a:t>
            </a:r>
            <a:r>
              <a:rPr lang="en-US" dirty="0"/>
              <a:t> = Xn-1 + F(Xn-1)</a:t>
            </a:r>
          </a:p>
          <a:p>
            <a:pPr lvl="1"/>
            <a:endParaRPr lang="en-US" dirty="0"/>
          </a:p>
          <a:p>
            <a:r>
              <a:rPr lang="en-US" dirty="0"/>
              <a:t>HC (Expanded,</a:t>
            </a:r>
            <a:r>
              <a:rPr lang="zh-CN" altLang="en-US" dirty="0"/>
              <a:t> </a:t>
            </a:r>
            <a:r>
              <a:rPr lang="en-US" altLang="zh-CN" dirty="0"/>
              <a:t>it is scalar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Xn</a:t>
            </a:r>
            <a:r>
              <a:rPr lang="en-US" dirty="0"/>
              <a:t> = W</a:t>
            </a:r>
            <a:r>
              <a:rPr lang="en-US" sz="1400" dirty="0"/>
              <a:t>n1</a:t>
            </a:r>
            <a:r>
              <a:rPr lang="en-US" dirty="0"/>
              <a:t> * Xn-1 + W</a:t>
            </a:r>
            <a:r>
              <a:rPr lang="en-US" sz="1200" dirty="0"/>
              <a:t>n2</a:t>
            </a:r>
            <a:r>
              <a:rPr lang="en-US" dirty="0"/>
              <a:t> * Xn-2 + Cn-1F(Xn-1)</a:t>
            </a:r>
          </a:p>
          <a:p>
            <a:pPr lvl="1"/>
            <a:r>
              <a:rPr lang="en-US" dirty="0" err="1"/>
              <a:t>Xn</a:t>
            </a:r>
            <a:r>
              <a:rPr lang="en-US" dirty="0"/>
              <a:t> = </a:t>
            </a:r>
            <a:r>
              <a:rPr lang="en-US" dirty="0" err="1"/>
              <a:t>W</a:t>
            </a:r>
            <a:r>
              <a:rPr lang="en-US" baseline="30000" dirty="0" err="1"/>
              <a:t>n</a:t>
            </a:r>
            <a:r>
              <a:rPr lang="en-US" dirty="0"/>
              <a:t> 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  + C</a:t>
            </a:r>
            <a:r>
              <a:rPr lang="en-US" sz="1800" dirty="0"/>
              <a:t>n-1</a:t>
            </a:r>
            <a:r>
              <a:rPr lang="en-US" dirty="0"/>
              <a:t>F (X</a:t>
            </a:r>
            <a:r>
              <a:rPr lang="en-US" sz="1600" dirty="0"/>
              <a:t>n-1</a:t>
            </a:r>
            <a:r>
              <a:rPr lang="en-US" dirty="0"/>
              <a:t>)  </a:t>
            </a:r>
            <a:r>
              <a:rPr lang="en-US" dirty="0">
                <a:sym typeface="Wingdings" panose="05000000000000000000" pitchFamily="2" charset="2"/>
              </a:rPr>
              <a:t> Einstein note. 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mHC</a:t>
            </a:r>
            <a:endParaRPr lang="en-US" dirty="0"/>
          </a:p>
          <a:p>
            <a:pPr lvl="1"/>
            <a:r>
              <a:rPr lang="en-US" dirty="0" err="1"/>
              <a:t>Xn</a:t>
            </a:r>
            <a:r>
              <a:rPr lang="en-US" dirty="0"/>
              <a:t> = Manifold {W</a:t>
            </a:r>
            <a:r>
              <a:rPr lang="en-US" sz="1400" dirty="0"/>
              <a:t>n1</a:t>
            </a:r>
            <a:r>
              <a:rPr lang="en-US" dirty="0"/>
              <a:t> * X</a:t>
            </a:r>
            <a:r>
              <a:rPr lang="en-US" sz="1800" dirty="0"/>
              <a:t>n-1</a:t>
            </a:r>
            <a:r>
              <a:rPr lang="en-US" dirty="0"/>
              <a:t> + W</a:t>
            </a:r>
            <a:r>
              <a:rPr lang="en-US" sz="1200" dirty="0"/>
              <a:t>n2</a:t>
            </a:r>
            <a:r>
              <a:rPr lang="en-US" dirty="0"/>
              <a:t> * X</a:t>
            </a:r>
            <a:r>
              <a:rPr lang="en-US" sz="1800" dirty="0"/>
              <a:t>n-2</a:t>
            </a:r>
            <a:r>
              <a:rPr lang="en-US" dirty="0"/>
              <a:t> + F(X</a:t>
            </a:r>
            <a:r>
              <a:rPr lang="en-US" sz="1800" dirty="0"/>
              <a:t>n-1</a:t>
            </a:r>
            <a:r>
              <a:rPr lang="en-US" dirty="0"/>
              <a:t>)}</a:t>
            </a:r>
          </a:p>
          <a:p>
            <a:pPr lvl="2"/>
            <a:r>
              <a:rPr lang="en-US" dirty="0"/>
              <a:t>Manifold is subject to a constraint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3BF813-C5AF-0B90-5024-F02751C52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CDF92B-1BFF-FC9F-B5B0-3CCDC5DDF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375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9F0B6-926C-41FD-8984-B936034A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Hyper-Connection HC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8DBC4-742B-EE03-8CB2-C8F1C21F9D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fontAlgn="t"/>
                <a:r>
                  <a:rPr lang="en-US" dirty="0"/>
                  <a:t>Expand residual stream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h𝑐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, “n” denote the number of streams</a:t>
                </a:r>
              </a:p>
              <a:p>
                <a:pPr fontAlgn="t"/>
                <a:r>
                  <a:rPr lang="en-US" dirty="0"/>
                  <a:t>Introduce three operators: </a:t>
                </a:r>
              </a:p>
              <a:p>
                <a:pPr lvl="1" fontAlgn="t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: compress residual streams → layer input</a:t>
                </a:r>
              </a:p>
              <a:p>
                <a:pPr lvl="1" fontAlgn="t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: mix residual streams</a:t>
                </a:r>
              </a:p>
              <a:p>
                <a:pPr lvl="1" fontAlgn="t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: expand layer output → residual streams</a:t>
                </a:r>
              </a:p>
              <a:p>
                <a:pPr lvl="1" fontAlgn="t"/>
                <a:r>
                  <a:rPr lang="en-US" i="1" dirty="0"/>
                  <a:t>Xₗ: </a:t>
                </a:r>
                <a:r>
                  <a:rPr lang="en-US" dirty="0"/>
                  <a:t>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h𝑐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fontAlgn="t"/>
                <a:r>
                  <a:rPr lang="en-US" b="1" dirty="0"/>
                  <a:t>Benefits:</a:t>
                </a:r>
                <a:endParaRPr lang="en-US" dirty="0"/>
              </a:p>
              <a:p>
                <a:pPr lvl="1" fontAlgn="t"/>
                <a:r>
                  <a:rPr lang="en-US" dirty="0"/>
                  <a:t>New scaling axis (residual width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h𝑐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lvl="1" fontAlgn="t"/>
                <a:r>
                  <a:rPr lang="en-US" dirty="0"/>
                  <a:t>Keeps inner layer unchanged</a:t>
                </a:r>
              </a:p>
              <a:p>
                <a:pPr lvl="1" fontAlgn="t"/>
                <a:r>
                  <a:rPr lang="en-US" dirty="0"/>
                  <a:t>Enables richer information flow</a:t>
                </a:r>
              </a:p>
              <a:p>
                <a:pPr fontAlgn="t"/>
                <a:r>
                  <a:rPr lang="en-US" b="1" dirty="0"/>
                  <a:t>Problem:</a:t>
                </a:r>
                <a:endParaRPr lang="en-US" dirty="0"/>
              </a:p>
              <a:p>
                <a:pPr lvl="1" fontAlgn="t"/>
                <a:r>
                  <a:rPr lang="en-US" dirty="0"/>
                  <a:t>Repeated matrix interactions → numerical </a:t>
                </a:r>
                <a:r>
                  <a:rPr lang="en-US" b="1" u="sng" dirty="0"/>
                  <a:t>instability</a:t>
                </a:r>
              </a:p>
              <a:p>
                <a:pPr lvl="1" fontAlgn="t"/>
                <a:r>
                  <a:rPr lang="en-US" dirty="0"/>
                  <a:t>Especially when stacking many layers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8DBC4-742B-EE03-8CB2-C8F1C21F9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081" b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61F53-F748-ABEB-F6E4-1C3969585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67D0B-C06F-8AA6-7F3B-6E0B3844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3565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CC981-F305-3CC2-DF66-CDC25D75B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32358-9D05-5B60-A9AF-2645AB91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Manifold Hyper-Connection HC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30DFB8-1CE7-68BB-C836-78CE52754D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8457" y="1578334"/>
                <a:ext cx="10933982" cy="3902315"/>
              </a:xfrm>
            </p:spPr>
            <p:txBody>
              <a:bodyPr>
                <a:normAutofit fontScale="85000" lnSpcReduction="10000"/>
              </a:bodyPr>
              <a:lstStyle/>
              <a:p>
                <a:pPr fontAlgn="t"/>
                <a:r>
                  <a:rPr lang="en-US" altLang="zh-CN" dirty="0"/>
                  <a:t>Core Parameters </a:t>
                </a:r>
                <a:endParaRPr lang="en-US" dirty="0"/>
              </a:p>
              <a:p>
                <a:pPr lvl="1" fontAlgn="t"/>
                <a:r>
                  <a:rPr lang="en-US" dirty="0"/>
                  <a:t>Bl is </a:t>
                </a:r>
                <a:r>
                  <a:rPr lang="en-US" dirty="0" err="1"/>
                  <a:t>Birkholff</a:t>
                </a:r>
                <a:r>
                  <a:rPr lang="en-US" dirty="0"/>
                  <a:t> polytype, the spectral norm of is bounded by 1, will not expand </a:t>
                </a:r>
              </a:p>
              <a:p>
                <a:pPr marL="457200" lvl="1" indent="0" fontAlgn="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  <m:sub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𝐥</m:t>
                          </m:r>
                        </m:sub>
                      </m:sSub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ℳ</m:t>
                      </m:r>
                      <m:r>
                        <a:rPr lang="en-US" sz="2600" i="1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m:rPr>
                          <m:lit/>
                        </m:rPr>
                        <a:rPr lang="en-US" sz="2600" i="1" dirty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𝕟</m:t>
                          </m:r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𝕟</m:t>
                          </m:r>
                        </m:sup>
                      </m:sSup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𝐧</m:t>
                          </m:r>
                        </m:sub>
                      </m:sSub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𝐧</m:t>
                          </m:r>
                        </m:sub>
                      </m:sSub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lit/>
                        </m:rPr>
                        <a:rPr lang="en-US" sz="2600" i="1" dirty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600" i="1" dirty="0" err="1">
                              <a:latin typeface="Cambria Math" panose="02040503050406030204" pitchFamily="18" charset="0"/>
                            </a:rPr>
                            <m:t>𝐧</m:t>
                          </m:r>
                        </m:sub>
                        <m:sup>
                          <m:r>
                            <a:rPr lang="en-US" sz="2600" i="1" dirty="0" err="1">
                              <a:latin typeface="Cambria Math" panose="02040503050406030204" pitchFamily="18" charset="0"/>
                            </a:rPr>
                            <m:t>𝐓</m:t>
                          </m:r>
                        </m:sup>
                      </m:sSubSup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600" i="1" dirty="0" err="1">
                              <a:latin typeface="Cambria Math" panose="02040503050406030204" pitchFamily="18" charset="0"/>
                            </a:rPr>
                            <m:t>𝐧</m:t>
                          </m:r>
                        </m:sub>
                        <m:sup>
                          <m:r>
                            <a:rPr lang="en-US" sz="2600" i="1" dirty="0" err="1">
                              <a:latin typeface="Cambria Math" panose="02040503050406030204" pitchFamily="18" charset="0"/>
                            </a:rPr>
                            <m:t>𝐓</m:t>
                          </m:r>
                        </m:sup>
                      </m:sSubSup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lit/>
                        </m:rPr>
                        <a:rPr lang="en-US" sz="26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≥0</m:t>
                      </m:r>
                      <m:r>
                        <m:rPr>
                          <m:lit/>
                        </m:rPr>
                        <a:rPr lang="en-US" sz="2600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800" dirty="0"/>
              </a:p>
              <a:p>
                <a:pPr lvl="1" fontAlgn="t"/>
                <a:r>
                  <a:rPr lang="en-US" dirty="0"/>
                  <a:t>Al/Cl constrained to be non-negative and bounded via a sigmoid function to avoid </a:t>
                </a:r>
                <a:r>
                  <a:rPr lang="en-US" b="1" dirty="0"/>
                  <a:t>cancelation</a:t>
                </a:r>
                <a:r>
                  <a:rPr lang="en-US" dirty="0"/>
                  <a:t>. </a:t>
                </a:r>
              </a:p>
              <a:p>
                <a:pPr lvl="1" fontAlgn="t"/>
                <a:r>
                  <a:rPr lang="en-US" dirty="0"/>
                  <a:t>Al/Cl is always positive and scoped to (0,1)  (</a:t>
                </a:r>
                <a:r>
                  <a:rPr lang="en-US" b="1" dirty="0"/>
                  <a:t>Is it a good way</a:t>
                </a:r>
                <a:r>
                  <a:rPr lang="en-US" dirty="0"/>
                  <a:t>?)</a:t>
                </a:r>
              </a:p>
              <a:p>
                <a:pPr fontAlgn="t"/>
                <a:r>
                  <a:rPr lang="en-US" dirty="0"/>
                  <a:t>Dynamic Parameterization Core Equations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 smtClean="0">
                            <a:solidFill>
                              <a:srgbClr val="EE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EE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rgbClr val="EE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EE0000"/>
                            </a:solidFill>
                            <a:latin typeface="Cambria Math" panose="02040503050406030204" pitchFamily="18" charset="0"/>
                          </a:rPr>
                          <m:t>pre</m:t>
                        </m:r>
                      </m:sup>
                    </m:sSubSup>
                    <m:r>
                      <a:rPr lang="en-US">
                        <a:solidFill>
                          <a:srgbClr val="EE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i="1">
                            <a:solidFill>
                              <a:srgbClr val="EE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EE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solidFill>
                                      <a:srgbClr val="EE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EE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solidFill>
                                  <a:srgbClr val="EE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solidFill>
                                  <a:srgbClr val="EE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EE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EE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EE0000"/>
                                </a:solidFill>
                                <a:latin typeface="Cambria Math" panose="02040503050406030204" pitchFamily="18" charset="0"/>
                              </a:rPr>
                              <m:t>pre</m:t>
                            </m:r>
                          </m:sup>
                        </m:sSub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pre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res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Mat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res</m:t>
                            </m:r>
                          </m:sup>
                        </m:sSub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res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post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post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post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EE0000"/>
                    </a:solidFill>
                  </a:rPr>
                  <a:t>Red part </a:t>
                </a:r>
                <a:r>
                  <a:rPr lang="en-US" dirty="0"/>
                  <a:t>is Dynamic part</a:t>
                </a:r>
                <a:r>
                  <a:rPr lang="en-US" dirty="0">
                    <a:solidFill>
                      <a:schemeClr val="accent4"/>
                    </a:solidFill>
                  </a:rPr>
                  <a:t>, Blue part </a:t>
                </a:r>
                <a:r>
                  <a:rPr lang="en-US" dirty="0"/>
                  <a:t>is static,[a, w, s] are learned.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fontAlgn="t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30DFB8-1CE7-68BB-C836-78CE52754D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8457" y="1578334"/>
                <a:ext cx="10933982" cy="3902315"/>
              </a:xfrm>
              <a:blipFill>
                <a:blip r:embed="rId2"/>
                <a:stretch>
                  <a:fillRect l="-725" t="-2656" b="-2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9CC43A-1FDA-10F5-EA4F-A5236B818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0D25AF-B304-EB71-5F97-BC8F1600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49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3DE2D9-5F97-1293-01E8-AFC966AFD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360" y="5480649"/>
            <a:ext cx="6448150" cy="111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0042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8201-0761-6D36-6A37-9E99E268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Manifold Hyper-Connection HC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45F0B-D925-B7BD-F5CD-64AFE4097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Al,</a:t>
            </a:r>
            <a:r>
              <a:rPr lang="zh-CN" altLang="en-US" dirty="0"/>
              <a:t> </a:t>
            </a:r>
            <a:r>
              <a:rPr lang="en-US" altLang="zh-CN" dirty="0"/>
              <a:t>always be positive and bounded</a:t>
            </a:r>
          </a:p>
          <a:p>
            <a:endParaRPr lang="en-US" dirty="0"/>
          </a:p>
          <a:p>
            <a:r>
              <a:rPr lang="en-US" dirty="0"/>
              <a:t>Cl, always be positive and bounded </a:t>
            </a:r>
          </a:p>
          <a:p>
            <a:endParaRPr lang="en-US" dirty="0"/>
          </a:p>
          <a:p>
            <a:r>
              <a:rPr lang="en-US" dirty="0"/>
              <a:t>Bl, Sinkhorn-Knopp algo, max 20 iterations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60FE41-76F7-7C14-5D1E-847704F73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4B615A-7AEC-E262-4AA9-496C07568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50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77CF3E-51A6-79A5-B73A-D6368A303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385" y="2352694"/>
            <a:ext cx="1076325" cy="419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12489B-6BDB-27B3-A9B5-F2715E693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488" y="3283587"/>
            <a:ext cx="1400370" cy="4286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F2DBBA-6BAA-4174-4BAD-33A2EC4EF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488" y="4193785"/>
            <a:ext cx="2991267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8213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6F3BC-2D66-B997-39B0-CBA3055B1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context efficiency: Hybrid Attention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055A5-119C-559B-CDBB-63CBAF881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6A7180-03BB-12F9-12A3-3588D8492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90854-6405-7348-8964-FA31BDE4B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5105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C2BC-BE65-37C4-7C32-12A9CF1AE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CSA and HCA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19E7A-47A9-BD5A-1C28-28509ACE9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Interleaved hybrid configuration with CSA/HCA</a:t>
            </a:r>
          </a:p>
          <a:p>
            <a:r>
              <a:rPr lang="en-US" dirty="0"/>
              <a:t>CSA + DSA</a:t>
            </a:r>
          </a:p>
          <a:p>
            <a:pPr lvl="1"/>
            <a:r>
              <a:rPr lang="en-US" dirty="0"/>
              <a:t>Compress with CSA: m </a:t>
            </a:r>
            <a:r>
              <a:rPr lang="en-US" dirty="0">
                <a:sym typeface="Wingdings" panose="05000000000000000000" pitchFamily="2" charset="2"/>
              </a:rPr>
              <a:t> 1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Select with DSA: Top k tokens from n/m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Attention with MQA: multi-query, single(</a:t>
            </a:r>
            <a:r>
              <a:rPr lang="en-US" dirty="0" err="1">
                <a:sym typeface="Wingdings" panose="05000000000000000000" pitchFamily="2" charset="2"/>
              </a:rPr>
              <a:t>topk</a:t>
            </a:r>
            <a:r>
              <a:rPr lang="en-US" dirty="0">
                <a:sym typeface="Wingdings" panose="05000000000000000000" pitchFamily="2" charset="2"/>
              </a:rPr>
              <a:t>) KV</a:t>
            </a:r>
            <a:endParaRPr lang="en-US" dirty="0"/>
          </a:p>
          <a:p>
            <a:r>
              <a:rPr lang="en-US" dirty="0"/>
              <a:t>HCA</a:t>
            </a:r>
          </a:p>
          <a:p>
            <a:pPr lvl="1"/>
            <a:r>
              <a:rPr lang="en-US" altLang="zh-CN" dirty="0"/>
              <a:t>Extreme Compress with HCA: m</a:t>
            </a:r>
            <a:r>
              <a:rPr lang="en-US" dirty="0"/>
              <a:t>’ </a:t>
            </a:r>
            <a:r>
              <a:rPr lang="en-US" dirty="0">
                <a:sym typeface="Wingdings" panose="05000000000000000000" pitchFamily="2" charset="2"/>
              </a:rPr>
              <a:t> 1 (m’ &gt;&gt;</a:t>
            </a:r>
            <a:r>
              <a:rPr lang="en-US" dirty="0"/>
              <a:t> m)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902C1D-C78F-22CD-E7A3-070538DDE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263FB-A8C2-E6B7-40EC-CB3674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834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9A77F-B55C-D71E-FD7D-525197337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Compressed Sparse Attention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345C36-81CB-E77D-B7F0-13D9C80B97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301377" cy="2159779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Every Group(m)Tokens will be compressed into 1 token </a:t>
                </a:r>
              </a:p>
              <a:p>
                <a:r>
                  <a:rPr lang="en-US" dirty="0"/>
                  <a:t>Compressed token will come from </a:t>
                </a:r>
                <a:r>
                  <a:rPr lang="en-US" dirty="0" err="1"/>
                  <a:t>G</a:t>
                </a:r>
                <a:r>
                  <a:rPr lang="en-US" sz="2000" dirty="0" err="1"/>
                  <a:t>current</a:t>
                </a:r>
                <a:r>
                  <a:rPr lang="en-US" dirty="0"/>
                  <a:t> and </a:t>
                </a:r>
                <a:r>
                  <a:rPr lang="en-US" dirty="0" err="1"/>
                  <a:t>G</a:t>
                </a:r>
                <a:r>
                  <a:rPr lang="en-US" sz="2000" dirty="0" err="1"/>
                  <a:t>pre</a:t>
                </a:r>
                <a:endParaRPr lang="en-US" dirty="0"/>
              </a:p>
              <a:p>
                <a:pPr lvl="1"/>
                <a:r>
                  <a:rPr lang="en-US" dirty="0"/>
                  <a:t>Compress the tokens to two group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h𝑒𝑎𝑑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𝑑𝑖𝑚𝑒𝑛𝑠𝑖𝑜𝑛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Each </a:t>
                </a:r>
                <a:r>
                  <a:rPr lang="en-US" dirty="0" err="1"/>
                  <a:t>mKV</a:t>
                </a:r>
                <a:r>
                  <a:rPr lang="en-US" dirty="0"/>
                  <a:t> entries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n-US" dirty="0"/>
                  <a:t>  will be compressed into one entry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𝐶𝑜𝑚𝑝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 err="1"/>
                  <a:t>Softmax</a:t>
                </a:r>
                <a:r>
                  <a:rPr lang="en-US" dirty="0"/>
                  <a:t> along the row dimension</a:t>
                </a:r>
                <a:endParaRPr lang="en-US" altLang="zh-CN" dirty="0"/>
              </a:p>
              <a:p>
                <a:pPr lvl="1"/>
                <a:r>
                  <a:rPr lang="en-US" dirty="0"/>
                  <a:t>2m elements, getting a coefficient for each dimension</a:t>
                </a:r>
                <a:endParaRPr lang="en-US" sz="1200" dirty="0"/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345C36-81CB-E77D-B7F0-13D9C80B97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301377" cy="2159779"/>
              </a:xfrm>
              <a:blipFill>
                <a:blip r:embed="rId2"/>
                <a:stretch>
                  <a:fillRect l="-947" t="-7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3124EE-F808-DE85-F934-269855378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5F6AC9-50EF-726B-4B2F-6F093B4EA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53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52A963-E0C5-C810-19B8-F1049EA93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393" y="4095091"/>
            <a:ext cx="3839111" cy="1019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6F174C-9AD0-5E61-A711-67F68BEBB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794" y="5114408"/>
            <a:ext cx="8459381" cy="1486107"/>
          </a:xfrm>
          <a:prstGeom prst="rect">
            <a:avLst/>
          </a:prstGeom>
        </p:spPr>
      </p:pic>
      <p:sp>
        <p:nvSpPr>
          <p:cNvPr id="11" name="Wave 10">
            <a:extLst>
              <a:ext uri="{FF2B5EF4-FFF2-40B4-BE49-F238E27FC236}">
                <a16:creationId xmlns:a16="http://schemas.microsoft.com/office/drawing/2014/main" id="{B91D7371-2FD2-49DD-46AD-4676058A2B2B}"/>
              </a:ext>
            </a:extLst>
          </p:cNvPr>
          <p:cNvSpPr/>
          <p:nvPr/>
        </p:nvSpPr>
        <p:spPr>
          <a:xfrm>
            <a:off x="7725348" y="3815207"/>
            <a:ext cx="3979653" cy="1236452"/>
          </a:xfrm>
          <a:prstGeom prst="wav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 this the right design? </a:t>
            </a:r>
          </a:p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0469DC-C682-2AC4-A30A-55A4C5A7A4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3504" y="4259234"/>
            <a:ext cx="2616051" cy="29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5215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9CE9B-F9B3-DE48-612D-8093585A9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Deepseek</a:t>
            </a:r>
            <a:r>
              <a:rPr lang="en-US" dirty="0"/>
              <a:t> Sparse 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EF61B2-2437-BE56-CF29-D2E743913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26577"/>
                <a:ext cx="10515600" cy="429754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000" dirty="0"/>
                  <a:t>Motivation: Even the sequences of tokens have been compressed, but only </a:t>
                </a:r>
                <a:r>
                  <a:rPr lang="en-US" sz="2000" b="1" dirty="0"/>
                  <a:t>top-k tokens</a:t>
                </a:r>
                <a:r>
                  <a:rPr lang="en-US" sz="2000" dirty="0"/>
                  <a:t> are more relevant. (DSA)</a:t>
                </a:r>
              </a:p>
              <a:p>
                <a:r>
                  <a:rPr lang="en-US" altLang="zh-CN" sz="2000" dirty="0"/>
                  <a:t>Steps</a:t>
                </a:r>
              </a:p>
              <a:p>
                <a:pPr marL="457200" lvl="1" indent="0">
                  <a:buNone/>
                </a:pPr>
                <a:r>
                  <a:rPr lang="en-US" sz="1800" dirty="0"/>
                  <a:t>Step1: For A token, create a multi-head queries.</a:t>
                </a:r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pPr marL="457200" lvl="1" indent="0">
                  <a:buNone/>
                </a:pPr>
                <a:r>
                  <a:rPr lang="en-US" sz="1800" dirty="0"/>
                  <a:t>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1800" dirty="0"/>
              </a:p>
              <a:p>
                <a:pPr marL="457200" lvl="1" indent="0">
                  <a:buNone/>
                </a:pPr>
                <a:r>
                  <a:rPr lang="en-US" sz="1800" dirty="0"/>
                  <a:t>Step2: Each header will be used to compute the index score with compressed keys.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𝐼𝑐𝑜𝑚𝑝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𝑠𝑎𝑚𝑒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𝑝𝑟𝑜𝑐𝑒𝑠𝑠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𝐶𝑆𝐴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𝐶𝑜𝑚𝑝𝑟𝑒𝑠𝑠𝑒𝑑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𝐵𝑙𝑜𝑐𝑘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800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sz="1800" dirty="0"/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pPr marL="457200" lvl="1" indent="0">
                  <a:buNone/>
                </a:pPr>
                <a:r>
                  <a:rPr lang="en-US" sz="1800" dirty="0"/>
                  <a:t>Step3: Top K compressed tokens are selected.</a:t>
                </a:r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endParaRPr lang="en-US" sz="2200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sz="1800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sz="1800" dirty="0"/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pPr marL="457200" lvl="1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EF61B2-2437-BE56-CF29-D2E743913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26577"/>
                <a:ext cx="10515600" cy="4297544"/>
              </a:xfrm>
              <a:blipFill>
                <a:blip r:embed="rId2"/>
                <a:stretch>
                  <a:fillRect l="-464" t="-1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81FF83-C9E1-7D43-25DD-EBE9B4659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3EE58A-2C2D-6E1C-64C5-090729EB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54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68E4B3-0B21-D64C-BAAD-88F3D8000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251" y="2824666"/>
            <a:ext cx="2817184" cy="655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CDA8B0-375E-877F-4406-A8A716E0E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5316" y="4255942"/>
            <a:ext cx="3984472" cy="8799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97E3CF-1F57-93F4-558F-1F633C3A87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4205" y="4399556"/>
            <a:ext cx="1370624" cy="2963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EA8D26-0086-85A0-C4DA-E7D3FD575F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4532" y="5625204"/>
            <a:ext cx="3398317" cy="5246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789BE1-838F-70C8-C9FE-CD452FF419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8077" y="2940332"/>
            <a:ext cx="761872" cy="24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7110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64777-A7DF-499F-22F7-88D648486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Key-Value MQA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174461-21D3-7633-8814-D68A44C69F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Produce the attention queries from latent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altLang="zh-CN" dirty="0"/>
                  <a:t>Perform MQA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174461-21D3-7633-8814-D68A44C69F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2663DA-DB00-E2DF-1501-D1514A88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6CD141-9A6A-D496-5D95-A5B2DC40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55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5F488C-B858-8404-59E7-D10D6DB17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106" y="2467712"/>
            <a:ext cx="3686689" cy="4477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6FD14E-FB80-7CE0-5ED7-DFE1E66D3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6740" y="3780790"/>
            <a:ext cx="6792273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0653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37374-3865-686F-8D36-7163FF68B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Output Projection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8EA343-F959-D801-FEFB-C7FDD896F1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i="1" dirty="0" err="1"/>
                  <a:t>cn</a:t>
                </a:r>
                <a:r>
                  <a:rPr lang="en-US" sz="1800" i="1" dirty="0" err="1"/>
                  <a:t>h</a:t>
                </a:r>
                <a:r>
                  <a:rPr lang="en-US" dirty="0"/>
                  <a:t> </a:t>
                </a:r>
                <a:r>
                  <a:rPr lang="en-US" altLang="zh-CN" dirty="0"/>
                  <a:t>is quite large(?),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direct projection of the following is a big computation burden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                                          </a:t>
                </a:r>
                <a:r>
                  <a:rPr lang="en-US" dirty="0">
                    <a:sym typeface="Wingdings" panose="05000000000000000000" pitchFamily="2" charset="2"/>
                  </a:rPr>
                  <a:t>    </a:t>
                </a:r>
                <a:r>
                  <a:rPr lang="en-US" dirty="0" err="1">
                    <a:sym typeface="Wingdings" panose="05000000000000000000" pitchFamily="2" charset="2"/>
                  </a:rPr>
                  <a:t>Ht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endParaRPr lang="en-US" dirty="0"/>
              </a:p>
              <a:p>
                <a:r>
                  <a:rPr lang="en-US" dirty="0"/>
                  <a:t>Mitigation</a:t>
                </a:r>
              </a:p>
              <a:p>
                <a:pPr lvl="1"/>
                <a:r>
                  <a:rPr lang="en-US" dirty="0"/>
                  <a:t>Split the </a:t>
                </a:r>
                <a:r>
                  <a:rPr lang="en-US" dirty="0" err="1"/>
                  <a:t>n</a:t>
                </a:r>
                <a:r>
                  <a:rPr lang="en-US" sz="1600" dirty="0" err="1"/>
                  <a:t>h</a:t>
                </a:r>
                <a:r>
                  <a:rPr lang="en-US" dirty="0"/>
                  <a:t> outputs into g groups</a:t>
                </a:r>
              </a:p>
              <a:p>
                <a:pPr lvl="1"/>
                <a:r>
                  <a:rPr lang="en-US" dirty="0"/>
                  <a:t>Project to dg, where d</a:t>
                </a:r>
                <a:r>
                  <a:rPr lang="en-US" sz="1800" dirty="0"/>
                  <a:t>g</a:t>
                </a:r>
                <a:r>
                  <a:rPr lang="en-US" dirty="0"/>
                  <a:t> &lt; c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𝑛h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en-US" dirty="0"/>
                  <a:t> , which means Compress. </a:t>
                </a:r>
              </a:p>
              <a:p>
                <a:pPr lvl="1"/>
                <a:r>
                  <a:rPr lang="en-US" dirty="0"/>
                  <a:t>Project back from [d</a:t>
                </a:r>
                <a:r>
                  <a:rPr lang="en-US" sz="1800" dirty="0"/>
                  <a:t>g,.</a:t>
                </a:r>
                <a:r>
                  <a:rPr lang="en-US" dirty="0"/>
                  <a:t>.]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8EA343-F959-D801-FEFB-C7FDD896F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16F87-4164-7EFC-152E-C4A9AF220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F48A2-9095-FABA-BB75-42EC157C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56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B86BA0-A56C-8A01-9E1C-8485E93EB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397" y="2814462"/>
            <a:ext cx="3096057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73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0A2E1-3A1C-102C-6E8E-E5B0B2849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Heavily Compressed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7A7BE-D147-5A58-02BD-093D22FEA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Nearly the same as CSA except for </a:t>
            </a:r>
            <a:r>
              <a:rPr lang="en-US" b="1" i="1" dirty="0"/>
              <a:t>Larger m’</a:t>
            </a:r>
            <a:r>
              <a:rPr lang="en-US" dirty="0"/>
              <a:t> and  “</a:t>
            </a:r>
            <a:r>
              <a:rPr lang="en-US" b="1" i="1" dirty="0"/>
              <a:t>No Overlap compression</a:t>
            </a:r>
            <a:r>
              <a:rPr lang="en-US" dirty="0"/>
              <a:t>” </a:t>
            </a:r>
          </a:p>
          <a:p>
            <a:r>
              <a:rPr lang="en-US" dirty="0"/>
              <a:t>MQA</a:t>
            </a:r>
          </a:p>
          <a:p>
            <a:pPr lvl="1"/>
            <a:r>
              <a:rPr lang="en-US" dirty="0"/>
              <a:t>Same as before</a:t>
            </a:r>
          </a:p>
          <a:p>
            <a:r>
              <a:rPr lang="en-US" dirty="0"/>
              <a:t>Grouped Output Projection</a:t>
            </a:r>
          </a:p>
          <a:p>
            <a:pPr lvl="1"/>
            <a:r>
              <a:rPr lang="en-US" dirty="0"/>
              <a:t>Same as before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78A1EB-382C-4382-7BDB-B799752CC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9B6080-1D6D-CC98-37B5-B256000D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715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45E17-C432-4FA7-ECDE-AFD759F4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Implementation Details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F5956-C902-A899-F6AB-D9DBFE3D7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Query and KV entry normalization</a:t>
            </a:r>
            <a:r>
              <a:rPr lang="en-US" dirty="0"/>
              <a:t>, </a:t>
            </a:r>
            <a:r>
              <a:rPr lang="en-US" sz="2400" dirty="0"/>
              <a:t>an additional </a:t>
            </a:r>
            <a:r>
              <a:rPr lang="en-US" sz="2400" dirty="0" err="1"/>
              <a:t>RMSNorm</a:t>
            </a:r>
            <a:r>
              <a:rPr lang="en-US" sz="2400" dirty="0"/>
              <a:t> on the each head of Q and only head of KV before the core attention operation. </a:t>
            </a:r>
            <a:r>
              <a:rPr lang="en-US" sz="2400" dirty="0">
                <a:sym typeface="Wingdings" panose="05000000000000000000" pitchFamily="2" charset="2"/>
              </a:rPr>
              <a:t> avoid exploding attention logits</a:t>
            </a:r>
            <a:r>
              <a:rPr lang="en-US" dirty="0">
                <a:sym typeface="Wingdings" panose="05000000000000000000" pitchFamily="2" charset="2"/>
              </a:rPr>
              <a:t> Why? </a:t>
            </a:r>
          </a:p>
          <a:p>
            <a:r>
              <a:rPr lang="en-US" b="1" dirty="0"/>
              <a:t>Partial Rotary Positional Embedding</a:t>
            </a:r>
            <a:r>
              <a:rPr lang="en-US" dirty="0"/>
              <a:t>, </a:t>
            </a:r>
            <a:r>
              <a:rPr lang="en-US" sz="2400" dirty="0"/>
              <a:t>partially apply </a:t>
            </a:r>
            <a:r>
              <a:rPr lang="en-US" sz="2400" dirty="0" err="1"/>
              <a:t>RoPE</a:t>
            </a:r>
            <a:r>
              <a:rPr lang="en-US" sz="2400" dirty="0"/>
              <a:t> to Q, KV and core attention output. To last 64 dimensions. </a:t>
            </a:r>
          </a:p>
          <a:p>
            <a:r>
              <a:rPr lang="en-US" b="1" dirty="0"/>
              <a:t>Additional Branch of Sliding Window Attention</a:t>
            </a:r>
            <a:r>
              <a:rPr lang="en-US" dirty="0"/>
              <a:t>, </a:t>
            </a:r>
            <a:r>
              <a:rPr lang="en-US" sz="2400" dirty="0"/>
              <a:t>making sure Qn could access the past </a:t>
            </a:r>
            <a:r>
              <a:rPr lang="en-US" sz="2400" dirty="0" err="1"/>
              <a:t>Nwin</a:t>
            </a:r>
            <a:r>
              <a:rPr lang="en-US" sz="2400" dirty="0"/>
              <a:t> of tokens. </a:t>
            </a:r>
          </a:p>
          <a:p>
            <a:r>
              <a:rPr lang="en-US" b="1" dirty="0"/>
              <a:t>Attention Sink</a:t>
            </a:r>
            <a:r>
              <a:rPr lang="en-US" dirty="0"/>
              <a:t>, </a:t>
            </a:r>
            <a:r>
              <a:rPr lang="en-US" sz="2400" dirty="0"/>
              <a:t>learnable sink logits {z1, z2, </a:t>
            </a:r>
            <a:r>
              <a:rPr lang="en-US" sz="2400" dirty="0" err="1"/>
              <a:t>zh</a:t>
            </a:r>
            <a:r>
              <a:rPr lang="en-US" sz="2400" dirty="0"/>
              <a:t>}, the attention sink make sure that total attention scores will be &lt;= 1. specific to a head in a layer. </a:t>
            </a:r>
          </a:p>
          <a:p>
            <a:endParaRPr lang="en-US" dirty="0"/>
          </a:p>
          <a:p>
            <a:r>
              <a:rPr lang="en-US" dirty="0"/>
              <a:t>Precision optimizations </a:t>
            </a:r>
          </a:p>
          <a:p>
            <a:pPr lvl="1"/>
            <a:r>
              <a:rPr lang="en-US" dirty="0"/>
              <a:t>Mixed storage format for KV entries BF16 on </a:t>
            </a:r>
            <a:r>
              <a:rPr lang="en-US" dirty="0" err="1"/>
              <a:t>RoPE</a:t>
            </a:r>
            <a:r>
              <a:rPr lang="en-US" dirty="0"/>
              <a:t>, BF8 for left</a:t>
            </a:r>
          </a:p>
          <a:p>
            <a:pPr lvl="1"/>
            <a:r>
              <a:rPr lang="en-US" dirty="0"/>
              <a:t>FP4 for lighting indexer.</a:t>
            </a:r>
          </a:p>
          <a:p>
            <a:pPr lvl="1"/>
            <a:r>
              <a:rPr lang="en-US" dirty="0"/>
              <a:t>Smaller top-k for long context.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9EBDF1-A710-A9C6-2C47-E7E9C1E99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46562-A73F-BF65-FC00-3C43C96F2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58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623D16-7A10-D6DA-EB58-A8DBAB159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768" y="4368398"/>
            <a:ext cx="2657846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819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E9146-D184-C312-A0AF-BE497EFDA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Optimizer -- Muon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A0D00-6E36-447B-254A-557C73D58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F904B-89EF-8F12-0EBB-3AEDFB83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680257-0A57-70DA-D399-D7DFE1DF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9712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5854D-A8E4-FEF7-4F31-E7725F52F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F9546-236C-E6F0-E817-A69DD0591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16A79D-A2CB-3CD1-B09E-8B33C2A49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Microsoft Confidential, Internal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886A9C-4449-4E7C-E679-CA69A20AF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D80C8-BC3C-4819-8E41-A23882941404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42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16320</TotalTime>
  <Words>4107</Words>
  <Application>Microsoft Office PowerPoint</Application>
  <PresentationFormat>Widescreen</PresentationFormat>
  <Paragraphs>520</Paragraphs>
  <Slides>60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0" baseType="lpstr">
      <vt:lpstr>Inter</vt:lpstr>
      <vt:lpstr>Microsoft YaHei</vt:lpstr>
      <vt:lpstr>Aptos</vt:lpstr>
      <vt:lpstr>Aptos Display</vt:lpstr>
      <vt:lpstr>Arial</vt:lpstr>
      <vt:lpstr>Calibri</vt:lpstr>
      <vt:lpstr>Cambria Math</vt:lpstr>
      <vt:lpstr>Courier New</vt:lpstr>
      <vt:lpstr>Wingdings</vt:lpstr>
      <vt:lpstr>Office Theme</vt:lpstr>
      <vt:lpstr>Behind the High Optimized AI Models - DeepSeek</vt:lpstr>
      <vt:lpstr>DeepSeek-R1 Performance</vt:lpstr>
      <vt:lpstr>PowerPoint Presentation</vt:lpstr>
      <vt:lpstr>Model Size </vt:lpstr>
      <vt:lpstr>Key technologies(DeepSeek V2, V3, R1)</vt:lpstr>
      <vt:lpstr>Transformers KV Caching Explained | by João Lages | Medium</vt:lpstr>
      <vt:lpstr>Transformer Decoder </vt:lpstr>
      <vt:lpstr>PowerPoint Presentation</vt:lpstr>
      <vt:lpstr>Multi-head Attentions learned the structures </vt:lpstr>
      <vt:lpstr>PowerPoint Presentation</vt:lpstr>
      <vt:lpstr>PowerPoint Presentation</vt:lpstr>
      <vt:lpstr>KV Cache: computation  memory </vt:lpstr>
      <vt:lpstr>KV in Production Inference workload </vt:lpstr>
      <vt:lpstr>How to optimize the KV cache usage</vt:lpstr>
      <vt:lpstr>MHA, GQA, MQA, MLA</vt:lpstr>
      <vt:lpstr>Without Positional information </vt:lpstr>
      <vt:lpstr>Seems perfect, but lose position information</vt:lpstr>
      <vt:lpstr>PowerPoint Presentation</vt:lpstr>
      <vt:lpstr>Multi Latent attention</vt:lpstr>
      <vt:lpstr>Resources and Capability</vt:lpstr>
      <vt:lpstr>MOE an extensible to scale up LLM</vt:lpstr>
      <vt:lpstr>The Chinchilla Scaling Law: an Influential Example</vt:lpstr>
      <vt:lpstr>Standard Mixture of Experts Models </vt:lpstr>
      <vt:lpstr>DeepSeekMOE</vt:lpstr>
      <vt:lpstr>Key ideas from the DeepseekMOE</vt:lpstr>
      <vt:lpstr>PowerPoint Presentation</vt:lpstr>
      <vt:lpstr>Four steps training for DeepSeek-R1</vt:lpstr>
      <vt:lpstr>COT</vt:lpstr>
      <vt:lpstr>Attractive properties of CoT</vt:lpstr>
      <vt:lpstr>Why RL works</vt:lpstr>
      <vt:lpstr>GRPO vs PPO</vt:lpstr>
      <vt:lpstr>Download and run DeepSeek-R1 locally  </vt:lpstr>
      <vt:lpstr>Try the local deployment with SGLang</vt:lpstr>
      <vt:lpstr>Set up the Open-webui</vt:lpstr>
      <vt:lpstr>Finetune with Llamafactory</vt:lpstr>
      <vt:lpstr>Data Format  - COT + alpaca</vt:lpstr>
      <vt:lpstr>Distillation from DeepSeek-R1</vt:lpstr>
      <vt:lpstr>Start the SFT process</vt:lpstr>
      <vt:lpstr>Verify the result</vt:lpstr>
      <vt:lpstr>Using command</vt:lpstr>
      <vt:lpstr>DeepSeek-V4</vt:lpstr>
      <vt:lpstr>Major Innovations</vt:lpstr>
      <vt:lpstr>Infra Improvement </vt:lpstr>
      <vt:lpstr>Training Method</vt:lpstr>
      <vt:lpstr>MoE Changes </vt:lpstr>
      <vt:lpstr>Residual handling</vt:lpstr>
      <vt:lpstr>Residual, HC, and mHC</vt:lpstr>
      <vt:lpstr>Standard Hyper-Connection HC</vt:lpstr>
      <vt:lpstr>Manifold Hyper-Connection HC Parameters</vt:lpstr>
      <vt:lpstr>Manifold Hyper-Connection HC Parameters</vt:lpstr>
      <vt:lpstr>Long context efficiency: Hybrid Attention</vt:lpstr>
      <vt:lpstr>CSA and HCA</vt:lpstr>
      <vt:lpstr>Compressed Sparse Attention</vt:lpstr>
      <vt:lpstr>Deepseek Sparse Attention</vt:lpstr>
      <vt:lpstr>Shared Key-Value MQA</vt:lpstr>
      <vt:lpstr>Grouped Output Projection</vt:lpstr>
      <vt:lpstr>Heavily Compressed Attention</vt:lpstr>
      <vt:lpstr>Attention Implementation Details </vt:lpstr>
      <vt:lpstr>Optimizer -- Muon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Shuguang Liu</dc:creator>
  <cp:lastModifiedBy>Shuguang Liu</cp:lastModifiedBy>
  <cp:revision>7</cp:revision>
  <dcterms:created xsi:type="dcterms:W3CDTF">2025-02-21T20:36:15Z</dcterms:created>
  <dcterms:modified xsi:type="dcterms:W3CDTF">2026-05-14T17:07:50Z</dcterms:modified>
</cp:coreProperties>
</file>